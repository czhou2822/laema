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326d29c194b33" /><Relationship Type="http://schemas.openxmlformats.org/officeDocument/2006/relationships/extended-properties" Target="/docProps/app.xml" Id="Rcd97899df3ec4745" /><Relationship Type="http://schemas.openxmlformats.org/officeDocument/2006/relationships/officeDocument" Target="/ppt/presentation.xml" Id="R64a379b71ead43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22f0591144c45"/>
  </p:sldMasterIdLst>
  <p:notesMasterIdLst>
    <p:notesMasterId xmlns:r="http://schemas.openxmlformats.org/officeDocument/2006/relationships" r:id="Rba338e8188dd4caa"/>
  </p:notesMasterIdLst>
  <p:sldIdLst>
    <p:sldId xmlns:r="http://schemas.openxmlformats.org/officeDocument/2006/relationships" id="256" r:id="Rffafe030469b42b3"/>
    <p:sldId xmlns:r="http://schemas.openxmlformats.org/officeDocument/2006/relationships" id="257" r:id="R5ee54d829e354fe0"/>
    <p:sldId xmlns:r="http://schemas.openxmlformats.org/officeDocument/2006/relationships" id="258" r:id="R795bff5a3d6b44cc"/>
    <p:sldId xmlns:r="http://schemas.openxmlformats.org/officeDocument/2006/relationships" id="259" r:id="R22e5d340af12469d"/>
    <p:sldId xmlns:r="http://schemas.openxmlformats.org/officeDocument/2006/relationships" id="260" r:id="R3709582fc0a64d71"/>
    <p:sldId xmlns:r="http://schemas.openxmlformats.org/officeDocument/2006/relationships" id="261" r:id="R60ebdaff0d4a4b17"/>
    <p:sldId xmlns:r="http://schemas.openxmlformats.org/officeDocument/2006/relationships" id="262" r:id="Rcf71142cd0a04ea9"/>
    <p:sldId xmlns:r="http://schemas.openxmlformats.org/officeDocument/2006/relationships" id="263" r:id="R4b7154aa93624997"/>
    <p:sldId xmlns:r="http://schemas.openxmlformats.org/officeDocument/2006/relationships" id="264" r:id="R2177f5de75fc406a"/>
    <p:sldId xmlns:r="http://schemas.openxmlformats.org/officeDocument/2006/relationships" id="265" r:id="R1d4a54171b9649a4"/>
    <p:sldId xmlns:r="http://schemas.openxmlformats.org/officeDocument/2006/relationships" id="266" r:id="Rb30c9d8dc57e48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b8f65e5af4197" /><Relationship Type="http://schemas.openxmlformats.org/officeDocument/2006/relationships/slideMaster" Target="/ppt/slideMasters/slideMaster1.xml" Id="R97922f0591144c45" /><Relationship Type="http://schemas.openxmlformats.org/officeDocument/2006/relationships/notesMaster" Target="/ppt/notesMasters/notesMaster1.xml" Id="Rba338e8188dd4caa" /><Relationship Type="http://schemas.openxmlformats.org/officeDocument/2006/relationships/presProps" Target="/ppt/presProps.xml" Id="R20d1489b14aa483e" /><Relationship Type="http://schemas.openxmlformats.org/officeDocument/2006/relationships/tableStyles" Target="/ppt/tableStyles.xml" Id="Rd2edbc94593245b1" /><Relationship Type="http://schemas.openxmlformats.org/officeDocument/2006/relationships/slide" Target="/ppt/slides/slide1.xml" Id="Rffafe030469b42b3" /><Relationship Type="http://schemas.openxmlformats.org/officeDocument/2006/relationships/slide" Target="/ppt/slides/slide2.xml" Id="R5ee54d829e354fe0" /><Relationship Type="http://schemas.openxmlformats.org/officeDocument/2006/relationships/slide" Target="/ppt/slides/slide3.xml" Id="R795bff5a3d6b44cc" /><Relationship Type="http://schemas.openxmlformats.org/officeDocument/2006/relationships/slide" Target="/ppt/slides/slide4.xml" Id="R22e5d340af12469d" /><Relationship Type="http://schemas.openxmlformats.org/officeDocument/2006/relationships/slide" Target="/ppt/slides/slide5.xml" Id="R3709582fc0a64d71" /><Relationship Type="http://schemas.openxmlformats.org/officeDocument/2006/relationships/slide" Target="/ppt/slides/slide6.xml" Id="R60ebdaff0d4a4b17" /><Relationship Type="http://schemas.openxmlformats.org/officeDocument/2006/relationships/slide" Target="/ppt/slides/slide7.xml" Id="Rcf71142cd0a04ea9" /><Relationship Type="http://schemas.openxmlformats.org/officeDocument/2006/relationships/slide" Target="/ppt/slides/slide8.xml" Id="R4b7154aa93624997" /><Relationship Type="http://schemas.openxmlformats.org/officeDocument/2006/relationships/slide" Target="/ppt/slides/slide9.xml" Id="R2177f5de75fc406a" /><Relationship Type="http://schemas.openxmlformats.org/officeDocument/2006/relationships/slide" Target="/ppt/slides/slide10.xml" Id="R1d4a54171b9649a4" /><Relationship Type="http://schemas.openxmlformats.org/officeDocument/2006/relationships/slide" Target="/ppt/slides/slide11.xml" Id="Rb30c9d8dc57e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eeea97697845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1571c80254c56" /><Relationship Type="http://schemas.openxmlformats.org/officeDocument/2006/relationships/notesMaster" Target="/ppt/notesMasters/notesMaster1.xml" Id="R8b2de428d72945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2dcaec12743ea" /><Relationship Type="http://schemas.openxmlformats.org/officeDocument/2006/relationships/notesMaster" Target="/ppt/notesMasters/notesMaster1.xml" Id="R85863a7fa0254c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e644e9291f4c05" /><Relationship Type="http://schemas.openxmlformats.org/officeDocument/2006/relationships/notesMaster" Target="/ppt/notesMasters/notesMaster1.xml" Id="R0e91061c18c144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e0cd5ab2ef42c5" /><Relationship Type="http://schemas.openxmlformats.org/officeDocument/2006/relationships/notesMaster" Target="/ppt/notesMasters/notesMaster1.xml" Id="Ra2a0ba0ee54e47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e36928b1834df4" /><Relationship Type="http://schemas.openxmlformats.org/officeDocument/2006/relationships/notesMaster" Target="/ppt/notesMasters/notesMaster1.xml" Id="R667187d93ee441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0c8a902cdd4e3d" /><Relationship Type="http://schemas.openxmlformats.org/officeDocument/2006/relationships/notesMaster" Target="/ppt/notesMasters/notesMaster1.xml" Id="Rae35822f9f0b48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7ba1ac2c3f4c77" /><Relationship Type="http://schemas.openxmlformats.org/officeDocument/2006/relationships/notesMaster" Target="/ppt/notesMasters/notesMaster1.xml" Id="Rb4836df5b9834a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9aff8b3534c0a" /><Relationship Type="http://schemas.openxmlformats.org/officeDocument/2006/relationships/notesMaster" Target="/ppt/notesMasters/notesMaster1.xml" Id="R7eb706141ff947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419eeef3f1480c" /><Relationship Type="http://schemas.openxmlformats.org/officeDocument/2006/relationships/notesMaster" Target="/ppt/notesMasters/notesMaster1.xml" Id="R1125fb4c2c1b48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524d89bb084ff5" /><Relationship Type="http://schemas.openxmlformats.org/officeDocument/2006/relationships/notesMaster" Target="/ppt/notesMasters/notesMaster1.xml" Id="R5f455e84e3b344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efc2f3f3de48bb" /><Relationship Type="http://schemas.openxmlformats.org/officeDocument/2006/relationships/notesMaster" Target="/ppt/notesMasters/notesMaster1.xml" Id="R4889a023ff984f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player promise: every successful exchange builds the next tactical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normal five-position X chain first. This is the familiar foundation; each X attack occupies one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successful X hit creates an orb matching the attack school. The queue is first-in, first-out, so sequence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 in the charge band marks available orbs. A full-pressure entry commits Casting. One to five marked, consumed orbs determine the resolved casting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schools are tactical languages, not cosmetic variants: Fire damages over time, Water controls, Air supports speed or chains damage, and Earth creates area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chain allows at most two schools and one school switch. The school with the greatest consumed count is primary; the final consumed orb breaks ties. A secondary school resolves at its count minus one, if that result reaches level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successful mid-chain Cast occupies the next progression position and can continue the chain. The endpoint Cast after position five ends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three linked management tasks: the timing window of the chain, the school composition and expiration of the orb queue, and R2 marking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full-press Cast before a valid buffer or chaining window fails: it cancels the active action, produces no effect, ends the chain, clears remaining orbs, and applies the current level-one light flinch.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prototype rule: direct X and casting HealthEvents that reduce Health add Heat. Heat speeds attack and casting animations, plus R2 charging. Orb-spend Heat is a deferred future direction, not the current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intended test: can players create different answers through sequence, elemental composition, pressure control, timing, and a rising pace?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872e1547440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aaa880ae94523" /><Relationship Type="http://schemas.openxmlformats.org/officeDocument/2006/relationships/slideLayout" Target="/ppt/slideLayouts/slideLayout1.xml" Id="R6f474686e88f45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74686e88f45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729bfaf3748d0" /><Relationship Type="http://schemas.openxmlformats.org/officeDocument/2006/relationships/notesSlide" Target="/ppt/notesSlides/notesSlide1.xml" Id="R712db1f7827e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92c8303264d4e" /><Relationship Type="http://schemas.openxmlformats.org/officeDocument/2006/relationships/notesSlide" Target="/ppt/notesSlides/notesSlide2.xml" Id="Raaf33c96da574f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598fbaee24760" /><Relationship Type="http://schemas.openxmlformats.org/officeDocument/2006/relationships/notesSlide" Target="/ppt/notesSlides/notesSlide3.xml" Id="Raf31838ce42f4f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c60694df84514" /><Relationship Type="http://schemas.openxmlformats.org/officeDocument/2006/relationships/notesSlide" Target="/ppt/notesSlides/notesSlide4.xml" Id="R4a3f84855022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8cf0d1d9b41a2" /><Relationship Type="http://schemas.openxmlformats.org/officeDocument/2006/relationships/notesSlide" Target="/ppt/notesSlides/notesSlide5.xml" Id="Rbde924dce64646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5aaf715944ad1" /><Relationship Type="http://schemas.openxmlformats.org/officeDocument/2006/relationships/notesSlide" Target="/ppt/notesSlides/notesSlide6.xml" Id="R1de516bfe381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ab890a1d44111" /><Relationship Type="http://schemas.openxmlformats.org/officeDocument/2006/relationships/notesSlide" Target="/ppt/notesSlides/notesSlide7.xml" Id="Rdb26176f8aca4a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e5a9072714966" /><Relationship Type="http://schemas.openxmlformats.org/officeDocument/2006/relationships/notesSlide" Target="/ppt/notesSlides/notesSlide8.xml" Id="R034b88e2b4194e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86e30826d4474" /><Relationship Type="http://schemas.openxmlformats.org/officeDocument/2006/relationships/notesSlide" Target="/ppt/notesSlides/notesSlide9.xml" Id="Rd2d4f38bb0834f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7b1ad855949da" /><Relationship Type="http://schemas.openxmlformats.org/officeDocument/2006/relationships/notesSlide" Target="/ppt/notesSlides/notesSlide10.xml" Id="R97f5fe4fdfb94c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09e748ac042db" /><Relationship Type="http://schemas.openxmlformats.org/officeDocument/2006/relationships/notesSlide" Target="/ppt/notesSlides/notesSlide11.xml" Id="R70e4fab175c040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9269136-D20B-44D8-AE78-0596ACA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D8294BF-F5ED-49A3-9065-D75707F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516542-D0E0-4DCA-B13D-DE109E0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9525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Build the spell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while you fight.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5EBDA19-A0F6-4D33-AC54-E4E7F34B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6646D"/>
                </a:solidFill>
              </a:defRPr>
            </a:pPr>
            <a:r>
              <a:rPr sz="2175" b="0">
                <a:solidFill>
                  <a:srgbClr val="56646D"/>
                </a:solidFill>
              </a:rPr>
              <a:t>A combat system where successful melee becomes elemental casting.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6E147B8-3171-479F-849A-88E53B1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INTERNAL COMBAT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EA96A354-1EF6-4403-89AD-584F69E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F1EA27F9-9DB3-437F-9758-FBE49F1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AE77806C-4CCF-4970-BB98-189883E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540D977E-A1A1-4C88-B278-1B628E6D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40E18730-5C1B-4993-AD0D-8402C89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</p:spTree>
    <p:extLst>
      <p:ext uri="{BB962C8B-B14F-4D97-AF65-F5344CB8AC3E}">
        <p14:creationId xmlns:p14="http://schemas.microsoft.com/office/powerpoint/2010/main" val="114265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42F2F5E-1691-4E77-8C64-409A790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START WITH MELEE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8CB01C-5105-4437-897B-3FAB1AD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D4F9D-CE61-4FC0-BC23-EB36A355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25C2AF-5A78-451E-9B8F-198BE6A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Start with a familiar five-hit X chain.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C073EC-3D99-4876-87D1-38A97BB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6646D"/>
                </a:solidFill>
              </a:defRPr>
            </a:pPr>
            <a:r>
              <a:rPr sz="1875" b="0">
                <a:solidFill>
                  <a:srgbClr val="56646D"/>
                </a:solidFill>
              </a:rPr>
              <a:t>X1 through X5 establish a readable rhythm before the system asks the player to make a second decision.</a:t>
            </a:r>
          </a:p>
        </p:txBody>
      </p:sp>
      <p:sp>
        <p:nvSpPr>
          <p:cNvPr id="6" name="chain-step">
            <a:extLst xmlns:a="http://schemas.openxmlformats.org/drawingml/2006/main">
              <a:ext uri="{FF2B5EF4-FFF2-40B4-BE49-F238E27FC236}">
                <a16:creationId xmlns:a16="http://schemas.microsoft.com/office/drawing/2014/main" id="{68ACC74F-35E6-4D41-B157-EB604FD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chain-label">
            <a:extLst xmlns:a="http://schemas.openxmlformats.org/drawingml/2006/main">
              <a:ext uri="{FF2B5EF4-FFF2-40B4-BE49-F238E27FC236}">
                <a16:creationId xmlns:a16="http://schemas.microsoft.com/office/drawing/2014/main" id="{768B7849-4B76-4256-B09E-DAA71A8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1703F-ED0E-4E8B-8CFA-47CE8539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chain-step">
            <a:extLst xmlns:a="http://schemas.openxmlformats.org/drawingml/2006/main">
              <a:ext uri="{FF2B5EF4-FFF2-40B4-BE49-F238E27FC236}">
                <a16:creationId xmlns:a16="http://schemas.microsoft.com/office/drawing/2014/main" id="{F0743264-E02A-4222-B73B-5EDB335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B432314-3DEB-4F62-A39D-3B9A8D1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95826-6BD5-4F0B-8E23-4D9A62A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chain-step">
            <a:extLst xmlns:a="http://schemas.openxmlformats.org/drawingml/2006/main">
              <a:ext uri="{FF2B5EF4-FFF2-40B4-BE49-F238E27FC236}">
                <a16:creationId xmlns:a16="http://schemas.microsoft.com/office/drawing/2014/main" id="{17EFA034-ACCA-4C05-B943-0F0F269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3" name="chain-label">
            <a:extLst xmlns:a="http://schemas.openxmlformats.org/drawingml/2006/main">
              <a:ext uri="{FF2B5EF4-FFF2-40B4-BE49-F238E27FC236}">
                <a16:creationId xmlns:a16="http://schemas.microsoft.com/office/drawing/2014/main" id="{009B175D-0EC4-4A54-865E-BD4D2E6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X3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E4506-B339-4AF3-B9F8-A025AC4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chain-step">
            <a:extLst xmlns:a="http://schemas.openxmlformats.org/drawingml/2006/main">
              <a:ext uri="{FF2B5EF4-FFF2-40B4-BE49-F238E27FC236}">
                <a16:creationId xmlns:a16="http://schemas.microsoft.com/office/drawing/2014/main" id="{D846A1A1-93E3-4577-975D-FF1E98A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6" name="chain-label">
            <a:extLst xmlns:a="http://schemas.openxmlformats.org/drawingml/2006/main">
              <a:ext uri="{FF2B5EF4-FFF2-40B4-BE49-F238E27FC236}">
                <a16:creationId xmlns:a16="http://schemas.microsoft.com/office/drawing/2014/main" id="{6BD91612-0D1E-4919-A627-088D537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A42C1-A7C5-4C4C-B7F1-3B80088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chain-step">
            <a:extLst xmlns:a="http://schemas.openxmlformats.org/drawingml/2006/main">
              <a:ext uri="{FF2B5EF4-FFF2-40B4-BE49-F238E27FC236}">
                <a16:creationId xmlns:a16="http://schemas.microsoft.com/office/drawing/2014/main" id="{D18C7198-9EC8-4D57-9F18-55C4266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9" name="chain-label">
            <a:extLst xmlns:a="http://schemas.openxmlformats.org/drawingml/2006/main">
              <a:ext uri="{FF2B5EF4-FFF2-40B4-BE49-F238E27FC236}">
                <a16:creationId xmlns:a16="http://schemas.microsoft.com/office/drawing/2014/main" id="{D8A2275A-370D-47DA-975E-8B7557F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C8D45-3BF2-41EF-81B5-91503D6C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chain-step">
            <a:extLst xmlns:a="http://schemas.openxmlformats.org/drawingml/2006/main">
              <a:ext uri="{FF2B5EF4-FFF2-40B4-BE49-F238E27FC236}">
                <a16:creationId xmlns:a16="http://schemas.microsoft.com/office/drawing/2014/main" id="{D0BC6644-5646-4A60-8BEF-756DC8A6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E7D5C87-FD5E-49D0-953E-26D97B3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END</a:t>
            </a:r>
          </a:p>
        </p:txBody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74CC0DA9-CE8C-43AA-B1B8-3D30896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The first layer of mastery is reading the timing window.</a:t>
            </a:r>
          </a:p>
        </p:txBody>
      </p:sp>
    </p:spTree>
    <p:extLst>
      <p:ext uri="{BB962C8B-B14F-4D97-AF65-F5344CB8AC3E}">
        <p14:creationId xmlns:p14="http://schemas.microsoft.com/office/powerpoint/2010/main" val="8995694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65949069-5D7B-4743-84C3-1C1108E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TURN HITS INTO SPELL MATERIAL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8DD0B5-1DE5-4439-A23B-9E39471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0BFE8-B84B-424E-9921-22C321E0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648817-335D-45C8-B3D6-E51DCD1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A successful hit creates the material for the next spell.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D876D0A-B703-4AAB-9659-286E611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3FBD95-16F4-4639-82EF-4593868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9E26C19-C878-470A-A958-11EC256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8" name="loop-node">
            <a:extLst xmlns:a="http://schemas.openxmlformats.org/drawingml/2006/main">
              <a:ext uri="{FF2B5EF4-FFF2-40B4-BE49-F238E27FC236}">
                <a16:creationId xmlns:a16="http://schemas.microsoft.com/office/drawing/2014/main" id="{35045797-EC6A-4EF9-92CF-031E4E7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accent">
            <a:extLst xmlns:a="http://schemas.openxmlformats.org/drawingml/2006/main">
              <a:ext uri="{FF2B5EF4-FFF2-40B4-BE49-F238E27FC236}">
                <a16:creationId xmlns:a16="http://schemas.microsoft.com/office/drawing/2014/main" id="{AC235EDE-55D4-4595-94E5-516408E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ead">
            <a:extLst xmlns:a="http://schemas.openxmlformats.org/drawingml/2006/main">
              <a:ext uri="{FF2B5EF4-FFF2-40B4-BE49-F238E27FC236}">
                <a16:creationId xmlns:a16="http://schemas.microsoft.com/office/drawing/2014/main" id="{498DD29E-22F7-48B4-952B-02EFFD3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X attack</a:t>
            </a:r>
          </a:p>
        </p:txBody>
      </p:sp>
      <p:sp>
        <p:nvSpPr>
          <p:cNvPr id="11" name="loop-body">
            <a:extLst xmlns:a="http://schemas.openxmlformats.org/drawingml/2006/main">
              <a:ext uri="{FF2B5EF4-FFF2-40B4-BE49-F238E27FC236}">
                <a16:creationId xmlns:a16="http://schemas.microsoft.com/office/drawing/2014/main" id="{6E165173-0536-4EFC-A605-46710CE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Connect with an Enemy</a:t>
            </a:r>
          </a:p>
        </p:txBody>
      </p:sp>
      <p:sp>
        <p:nvSpPr>
          <p:cNvPr id="12" name="loop-node">
            <a:extLst xmlns:a="http://schemas.openxmlformats.org/drawingml/2006/main">
              <a:ext uri="{FF2B5EF4-FFF2-40B4-BE49-F238E27FC236}">
                <a16:creationId xmlns:a16="http://schemas.microsoft.com/office/drawing/2014/main" id="{4B0F37BC-0B96-47A1-BC3E-E9F747C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accent">
            <a:extLst xmlns:a="http://schemas.openxmlformats.org/drawingml/2006/main">
              <a:ext uri="{FF2B5EF4-FFF2-40B4-BE49-F238E27FC236}">
                <a16:creationId xmlns:a16="http://schemas.microsoft.com/office/drawing/2014/main" id="{5BAA2E22-BBB4-4F65-AA1D-B8D1C89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head">
            <a:extLst xmlns:a="http://schemas.openxmlformats.org/drawingml/2006/main">
              <a:ext uri="{FF2B5EF4-FFF2-40B4-BE49-F238E27FC236}">
                <a16:creationId xmlns:a16="http://schemas.microsoft.com/office/drawing/2014/main" id="{06DE6434-C24C-4F19-9780-14B857D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Create orb</a:t>
            </a:r>
          </a:p>
        </p:txBody>
      </p:sp>
      <p:sp>
        <p:nvSpPr>
          <p:cNvPr id="15" name="loop-body">
            <a:extLst xmlns:a="http://schemas.openxmlformats.org/drawingml/2006/main">
              <a:ext uri="{FF2B5EF4-FFF2-40B4-BE49-F238E27FC236}">
                <a16:creationId xmlns:a16="http://schemas.microsoft.com/office/drawing/2014/main" id="{2387FF27-B7D9-427E-8776-FB0D3A4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Match the attack’s school</a:t>
            </a:r>
          </a:p>
        </p:txBody>
      </p:sp>
      <p:sp>
        <p:nvSpPr>
          <p:cNvPr id="16" name="loop-node">
            <a:extLst xmlns:a="http://schemas.openxmlformats.org/drawingml/2006/main">
              <a:ext uri="{FF2B5EF4-FFF2-40B4-BE49-F238E27FC236}">
                <a16:creationId xmlns:a16="http://schemas.microsoft.com/office/drawing/2014/main" id="{3E5A1399-0CC6-4500-AB8A-F72F22A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C361BA-9607-486D-AD7A-B17FA1C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head">
            <a:extLst xmlns:a="http://schemas.openxmlformats.org/drawingml/2006/main">
              <a:ext uri="{FF2B5EF4-FFF2-40B4-BE49-F238E27FC236}">
                <a16:creationId xmlns:a16="http://schemas.microsoft.com/office/drawing/2014/main" id="{AB5AA454-C903-42F3-9A91-CF98519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Queue it</a:t>
            </a:r>
          </a:p>
        </p:txBody>
      </p:sp>
      <p:sp>
        <p:nvSpPr>
          <p:cNvPr id="19" name="loop-body">
            <a:extLst xmlns:a="http://schemas.openxmlformats.org/drawingml/2006/main">
              <a:ext uri="{FF2B5EF4-FFF2-40B4-BE49-F238E27FC236}">
                <a16:creationId xmlns:a16="http://schemas.microsoft.com/office/drawing/2014/main" id="{FDB2F799-45F3-4D8F-BFAA-A3833DD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Preserve its FIFO order</a:t>
            </a:r>
          </a:p>
        </p:txBody>
      </p:sp>
      <p:sp>
        <p:nvSpPr>
          <p:cNvPr id="20" name="loop-node">
            <a:extLst xmlns:a="http://schemas.openxmlformats.org/drawingml/2006/main">
              <a:ext uri="{FF2B5EF4-FFF2-40B4-BE49-F238E27FC236}">
                <a16:creationId xmlns:a16="http://schemas.microsoft.com/office/drawing/2014/main" id="{832B0D67-532A-45E4-8EB4-1F0A7AE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B5516F-7EB8-4348-A771-21D4C39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head">
            <a:extLst xmlns:a="http://schemas.openxmlformats.org/drawingml/2006/main">
              <a:ext uri="{FF2B5EF4-FFF2-40B4-BE49-F238E27FC236}">
                <a16:creationId xmlns:a16="http://schemas.microsoft.com/office/drawing/2014/main" id="{1EFA45E9-A2AA-4CCE-A24D-196BA32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Choose</a:t>
            </a:r>
          </a:p>
        </p:txBody>
      </p:sp>
      <p:sp>
        <p:nvSpPr>
          <p:cNvPr id="23" name="loop-body">
            <a:extLst xmlns:a="http://schemas.openxmlformats.org/drawingml/2006/main">
              <a:ext uri="{FF2B5EF4-FFF2-40B4-BE49-F238E27FC236}">
                <a16:creationId xmlns:a16="http://schemas.microsoft.com/office/drawing/2014/main" id="{A9F6EC8E-8DF7-4746-ABC0-1B381A7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Charge or keep attacking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ADC0F811-F91D-4194-ADF5-5A9928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Melee does not fill a generic meter; it builds a visible elemental queue.</a:t>
            </a:r>
          </a:p>
        </p:txBody>
      </p:sp>
    </p:spTree>
    <p:extLst>
      <p:ext uri="{BB962C8B-B14F-4D97-AF65-F5344CB8AC3E}">
        <p14:creationId xmlns:p14="http://schemas.microsoft.com/office/powerpoint/2010/main" val="3378664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AC58345D-9510-488B-8204-C5D861C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MARK, THEN CAST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FE933A-F62C-4EB9-86A6-7478F96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4EAD-BA28-4E45-8BDE-890C9FF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BC76A5-9304-4F5B-A101-E2A44D0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R2 marks orbs, then commits a spell.</a:t>
            </a:r>
          </a:p>
        </p:txBody>
      </p:sp>
      <p:sp>
        <p:nvSpPr>
          <p:cNvPr id="5" name="pressure">
            <a:extLst xmlns:a="http://schemas.openxmlformats.org/drawingml/2006/main">
              <a:ext uri="{FF2B5EF4-FFF2-40B4-BE49-F238E27FC236}">
                <a16:creationId xmlns:a16="http://schemas.microsoft.com/office/drawing/2014/main" id="{15720C90-709B-469A-857C-0C7912E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nge">
            <a:extLst xmlns:a="http://schemas.openxmlformats.org/drawingml/2006/main">
              <a:ext uri="{FF2B5EF4-FFF2-40B4-BE49-F238E27FC236}">
                <a16:creationId xmlns:a16="http://schemas.microsoft.com/office/drawing/2014/main" id="{CC9D7435-E27B-40BF-ADEE-AD65F8CD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6646D"/>
                </a:solidFill>
              </a:defRPr>
            </a:pPr>
            <a:r>
              <a:rPr sz="2250" b="1">
                <a:solidFill>
                  <a:srgbClr val="56646D"/>
                </a:solidFill>
              </a:rPr>
              <a:t>1–5</a:t>
            </a:r>
          </a:p>
        </p:txBody>
      </p:sp>
      <p:sp>
        <p:nvSpPr>
          <p:cNvPr id="7" name="state">
            <a:extLst xmlns:a="http://schemas.openxmlformats.org/drawingml/2006/main">
              <a:ext uri="{FF2B5EF4-FFF2-40B4-BE49-F238E27FC236}">
                <a16:creationId xmlns:a16="http://schemas.microsoft.com/office/drawing/2014/main" id="{4E614B8E-F6F4-4402-BDA8-502E77F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CAST LEVEL</a:t>
            </a:r>
          </a:p>
        </p:txBody>
      </p:sp>
      <p:sp>
        <p:nvSpPr>
          <p:cNvPr id="8" name="desc">
            <a:extLst xmlns:a="http://schemas.openxmlformats.org/drawingml/2006/main">
              <a:ext uri="{FF2B5EF4-FFF2-40B4-BE49-F238E27FC236}">
                <a16:creationId xmlns:a16="http://schemas.microsoft.com/office/drawing/2014/main" id="{22299A26-808B-42A1-82E4-1971059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Each marked orb raises the level</a:t>
            </a:r>
          </a:p>
        </p:txBody>
      </p:sp>
      <p:sp>
        <p:nvSpPr>
          <p:cNvPr id="9" name="pressure">
            <a:extLst xmlns:a="http://schemas.openxmlformats.org/drawingml/2006/main">
              <a:ext uri="{FF2B5EF4-FFF2-40B4-BE49-F238E27FC236}">
                <a16:creationId xmlns:a16="http://schemas.microsoft.com/office/drawing/2014/main" id="{B93ABC96-11CE-4909-A5A7-7CCC494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ange">
            <a:extLst xmlns:a="http://schemas.openxmlformats.org/drawingml/2006/main">
              <a:ext uri="{FF2B5EF4-FFF2-40B4-BE49-F238E27FC236}">
                <a16:creationId xmlns:a16="http://schemas.microsoft.com/office/drawing/2014/main" id="{E9F75E32-5CD5-425E-945D-D83BE486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DCBF4"/>
                </a:solidFill>
              </a:defRPr>
            </a:pPr>
            <a:r>
              <a:rPr sz="2250" b="1">
                <a:solidFill>
                  <a:srgbClr val="6DCBF4"/>
                </a:solidFill>
              </a:rPr>
              <a:t>35–65%</a:t>
            </a:r>
          </a:p>
        </p:txBody>
      </p:sp>
      <p:sp>
        <p:nvSpPr>
          <p:cNvPr id="11" name="state">
            <a:extLst xmlns:a="http://schemas.openxmlformats.org/drawingml/2006/main">
              <a:ext uri="{FF2B5EF4-FFF2-40B4-BE49-F238E27FC236}">
                <a16:creationId xmlns:a16="http://schemas.microsoft.com/office/drawing/2014/main" id="{57F76792-B11C-4C04-B124-E6E0C5D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CHARGING</a:t>
            </a:r>
          </a:p>
        </p:txBody>
      </p:sp>
      <p:sp>
        <p:nvSpPr>
          <p:cNvPr id="12" name="desc">
            <a:extLst xmlns:a="http://schemas.openxmlformats.org/drawingml/2006/main">
              <a:ext uri="{FF2B5EF4-FFF2-40B4-BE49-F238E27FC236}">
                <a16:creationId xmlns:a16="http://schemas.microsoft.com/office/drawing/2014/main" id="{64289AD1-9AC5-4EFD-B207-3EC96F8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Mark available orbs in FIFO order</a:t>
            </a:r>
          </a:p>
        </p:txBody>
      </p:sp>
      <p:sp>
        <p:nvSpPr>
          <p:cNvPr id="13" name="pressure">
            <a:extLst xmlns:a="http://schemas.openxmlformats.org/drawingml/2006/main">
              <a:ext uri="{FF2B5EF4-FFF2-40B4-BE49-F238E27FC236}">
                <a16:creationId xmlns:a16="http://schemas.microsoft.com/office/drawing/2014/main" id="{786909F2-7317-4929-AAD2-E79EDB8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">
            <a:extLst xmlns:a="http://schemas.openxmlformats.org/drawingml/2006/main">
              <a:ext uri="{FF2B5EF4-FFF2-40B4-BE49-F238E27FC236}">
                <a16:creationId xmlns:a16="http://schemas.microsoft.com/office/drawing/2014/main" id="{3D27A7F3-FBE0-4416-B78F-6DA6117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90–100%</a:t>
            </a:r>
          </a:p>
        </p:txBody>
      </p:sp>
      <p:sp>
        <p:nvSpPr>
          <p:cNvPr id="15" name="state">
            <a:extLst xmlns:a="http://schemas.openxmlformats.org/drawingml/2006/main">
              <a:ext uri="{FF2B5EF4-FFF2-40B4-BE49-F238E27FC236}">
                <a16:creationId xmlns:a16="http://schemas.microsoft.com/office/drawing/2014/main" id="{2B264412-E9E4-4152-9453-5F763E24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CAST</a:t>
            </a:r>
          </a:p>
        </p:txBody>
      </p:sp>
      <p:sp>
        <p:nvSpPr>
          <p:cNvPr id="16" name="desc">
            <a:extLst xmlns:a="http://schemas.openxmlformats.org/drawingml/2006/main">
              <a:ext uri="{FF2B5EF4-FFF2-40B4-BE49-F238E27FC236}">
                <a16:creationId xmlns:a16="http://schemas.microsoft.com/office/drawing/2014/main" id="{626F35EA-9B06-4214-AF46-7B00105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Consume the marked composition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2D02B824-7403-4275-A7F8-E00ACD4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Level is created by the number of marked orbs spent.</a:t>
            </a:r>
          </a:p>
        </p:txBody>
      </p:sp>
    </p:spTree>
    <p:extLst>
      <p:ext uri="{BB962C8B-B14F-4D97-AF65-F5344CB8AC3E}">
        <p14:creationId xmlns:p14="http://schemas.microsoft.com/office/powerpoint/2010/main" val="1311159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A1F5103B-8643-4F9C-A9D0-75E07E0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FOUR SCHOOLS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5E286F-6C55-4CBB-AAB6-F2EAD50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A80A5-FD57-4C55-91BB-8E45343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EDA279-D89B-414C-87A1-46CFA92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Four schools make the same loop tactically distinct.</a:t>
            </a:r>
          </a:p>
        </p:txBody>
      </p:sp>
      <p:sp>
        <p:nvSpPr>
          <p:cNvPr id="5" name="school">
            <a:extLst xmlns:a="http://schemas.openxmlformats.org/drawingml/2006/main">
              <a:ext uri="{FF2B5EF4-FFF2-40B4-BE49-F238E27FC236}">
                <a16:creationId xmlns:a16="http://schemas.microsoft.com/office/drawing/2014/main" id="{C6003A77-86ED-4A35-B826-419E918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chool-orb">
            <a:extLst xmlns:a="http://schemas.openxmlformats.org/drawingml/2006/main">
              <a:ext uri="{FF2B5EF4-FFF2-40B4-BE49-F238E27FC236}">
                <a16:creationId xmlns:a16="http://schemas.microsoft.com/office/drawing/2014/main" id="{DE503F8D-473F-4C18-896D-D7D3D98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chool-name">
            <a:extLst xmlns:a="http://schemas.openxmlformats.org/drawingml/2006/main">
              <a:ext uri="{FF2B5EF4-FFF2-40B4-BE49-F238E27FC236}">
                <a16:creationId xmlns:a16="http://schemas.microsoft.com/office/drawing/2014/main" id="{C4E1A594-65F2-48ED-8188-352A593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812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Fire</a:t>
            </a:r>
          </a:p>
        </p:txBody>
      </p:sp>
      <p:sp>
        <p:nvSpPr>
          <p:cNvPr id="8" name="school-desc">
            <a:extLst xmlns:a="http://schemas.openxmlformats.org/drawingml/2006/main">
              <a:ext uri="{FF2B5EF4-FFF2-40B4-BE49-F238E27FC236}">
                <a16:creationId xmlns:a16="http://schemas.microsoft.com/office/drawing/2014/main" id="{ECDEE880-A996-4894-B657-4FCA6AB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Direct damage and damage-over-time stacks</a:t>
            </a:r>
          </a:p>
        </p:txBody>
      </p:sp>
      <p:sp>
        <p:nvSpPr>
          <p:cNvPr id="9" name="school">
            <a:extLst xmlns:a="http://schemas.openxmlformats.org/drawingml/2006/main">
              <a:ext uri="{FF2B5EF4-FFF2-40B4-BE49-F238E27FC236}">
                <a16:creationId xmlns:a16="http://schemas.microsoft.com/office/drawing/2014/main" id="{6025AAE6-F349-441A-AE51-2293556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chool-orb">
            <a:extLst xmlns:a="http://schemas.openxmlformats.org/drawingml/2006/main">
              <a:ext uri="{FF2B5EF4-FFF2-40B4-BE49-F238E27FC236}">
                <a16:creationId xmlns:a16="http://schemas.microsoft.com/office/drawing/2014/main" id="{2942AEC1-2FD4-4EEC-A0A2-B6D4323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school-name">
            <a:extLst xmlns:a="http://schemas.openxmlformats.org/drawingml/2006/main">
              <a:ext uri="{FF2B5EF4-FFF2-40B4-BE49-F238E27FC236}">
                <a16:creationId xmlns:a16="http://schemas.microsoft.com/office/drawing/2014/main" id="{8185015F-CD2A-4590-97FD-8F7C25A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812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Water</a:t>
            </a:r>
          </a:p>
        </p:txBody>
      </p:sp>
      <p:sp>
        <p:nvSpPr>
          <p:cNvPr id="12" name="school-desc">
            <a:extLst xmlns:a="http://schemas.openxmlformats.org/drawingml/2006/main">
              <a:ext uri="{FF2B5EF4-FFF2-40B4-BE49-F238E27FC236}">
                <a16:creationId xmlns:a16="http://schemas.microsoft.com/office/drawing/2014/main" id="{8C54A158-DE54-42A7-BC04-7DF89A7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Wet, Slow, and Frozen control</a:t>
            </a:r>
          </a:p>
        </p:txBody>
      </p:sp>
      <p:sp>
        <p:nvSpPr>
          <p:cNvPr id="13" name="school">
            <a:extLst xmlns:a="http://schemas.openxmlformats.org/drawingml/2006/main">
              <a:ext uri="{FF2B5EF4-FFF2-40B4-BE49-F238E27FC236}">
                <a16:creationId xmlns:a16="http://schemas.microsoft.com/office/drawing/2014/main" id="{B747C65A-C7B3-4336-90EC-B51C7BC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chool-orb">
            <a:extLst xmlns:a="http://schemas.openxmlformats.org/drawingml/2006/main">
              <a:ext uri="{FF2B5EF4-FFF2-40B4-BE49-F238E27FC236}">
                <a16:creationId xmlns:a16="http://schemas.microsoft.com/office/drawing/2014/main" id="{799C43B8-5B63-42F9-ABBD-4D0CF55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chool-name">
            <a:extLst xmlns:a="http://schemas.openxmlformats.org/drawingml/2006/main">
              <a:ext uri="{FF2B5EF4-FFF2-40B4-BE49-F238E27FC236}">
                <a16:creationId xmlns:a16="http://schemas.microsoft.com/office/drawing/2014/main" id="{D8C8E769-EB59-414A-9AA9-4967DF22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719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Air</a:t>
            </a:r>
          </a:p>
        </p:txBody>
      </p:sp>
      <p:sp>
        <p:nvSpPr>
          <p:cNvPr id="16" name="school-desc">
            <a:extLst xmlns:a="http://schemas.openxmlformats.org/drawingml/2006/main">
              <a:ext uri="{FF2B5EF4-FFF2-40B4-BE49-F238E27FC236}">
                <a16:creationId xmlns:a16="http://schemas.microsoft.com/office/drawing/2014/main" id="{1BCA70C2-78C6-40C9-AB95-A8E6F26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0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Attack-speed support and chain lightning</a:t>
            </a:r>
          </a:p>
        </p:txBody>
      </p:sp>
      <p:sp>
        <p:nvSpPr>
          <p:cNvPr id="17" name="school">
            <a:extLst xmlns:a="http://schemas.openxmlformats.org/drawingml/2006/main">
              <a:ext uri="{FF2B5EF4-FFF2-40B4-BE49-F238E27FC236}">
                <a16:creationId xmlns:a16="http://schemas.microsoft.com/office/drawing/2014/main" id="{42BA2871-21F2-474D-83AB-7BED6BA1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chool-orb">
            <a:extLst xmlns:a="http://schemas.openxmlformats.org/drawingml/2006/main">
              <a:ext uri="{FF2B5EF4-FFF2-40B4-BE49-F238E27FC236}">
                <a16:creationId xmlns:a16="http://schemas.microsoft.com/office/drawing/2014/main" id="{F68CD67A-693B-4FFD-B8EA-3612DF0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chool-name">
            <a:extLst xmlns:a="http://schemas.openxmlformats.org/drawingml/2006/main">
              <a:ext uri="{FF2B5EF4-FFF2-40B4-BE49-F238E27FC236}">
                <a16:creationId xmlns:a16="http://schemas.microsoft.com/office/drawing/2014/main" id="{4E0C450D-6CF1-4DEA-A4DB-7F78960F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719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Earth</a:t>
            </a:r>
          </a:p>
        </p:txBody>
      </p:sp>
      <p:sp>
        <p:nvSpPr>
          <p:cNvPr id="20" name="school-desc">
            <a:extLst xmlns:a="http://schemas.openxmlformats.org/drawingml/2006/main">
              <a:ext uri="{FF2B5EF4-FFF2-40B4-BE49-F238E27FC236}">
                <a16:creationId xmlns:a16="http://schemas.microsoft.com/office/drawing/2014/main" id="{0F9D3A2B-6A12-4E53-8FFB-8151CDB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Area damage with Slow</a:t>
            </a:r>
          </a:p>
        </p:txBody>
      </p:sp>
    </p:spTree>
    <p:extLst>
      <p:ext uri="{BB962C8B-B14F-4D97-AF65-F5344CB8AC3E}">
        <p14:creationId xmlns:p14="http://schemas.microsoft.com/office/powerpoint/2010/main" val="10230259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65949069-5D7B-4743-84C3-1C1108E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MIXED CASTS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8DD0B5-1DE5-4439-A23B-9E39471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0BFE8-B84B-424E-9921-22C321E0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648817-335D-45C8-B3D6-E51DCD1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Orb composition lets the player blend two schools.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D876D0A-B703-4AAB-9659-286E611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3FBD95-16F4-4639-82EF-4593868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9E26C19-C878-470A-A958-11EC256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8" name="loop-node">
            <a:extLst xmlns:a="http://schemas.openxmlformats.org/drawingml/2006/main">
              <a:ext uri="{FF2B5EF4-FFF2-40B4-BE49-F238E27FC236}">
                <a16:creationId xmlns:a16="http://schemas.microsoft.com/office/drawing/2014/main" id="{35045797-EC6A-4EF9-92CF-031E4E7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accent">
            <a:extLst xmlns:a="http://schemas.openxmlformats.org/drawingml/2006/main">
              <a:ext uri="{FF2B5EF4-FFF2-40B4-BE49-F238E27FC236}">
                <a16:creationId xmlns:a16="http://schemas.microsoft.com/office/drawing/2014/main" id="{AC235EDE-55D4-4595-94E5-516408E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ead">
            <a:extLst xmlns:a="http://schemas.openxmlformats.org/drawingml/2006/main">
              <a:ext uri="{FF2B5EF4-FFF2-40B4-BE49-F238E27FC236}">
                <a16:creationId xmlns:a16="http://schemas.microsoft.com/office/drawing/2014/main" id="{498DD29E-22F7-48B4-952B-02EFFD3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Build</a:t>
            </a:r>
          </a:p>
        </p:txBody>
      </p:sp>
      <p:sp>
        <p:nvSpPr>
          <p:cNvPr id="11" name="loop-body">
            <a:extLst xmlns:a="http://schemas.openxmlformats.org/drawingml/2006/main">
              <a:ext uri="{FF2B5EF4-FFF2-40B4-BE49-F238E27FC236}">
                <a16:creationId xmlns:a16="http://schemas.microsoft.com/office/drawing/2014/main" id="{6E165173-0536-4EFC-A605-46710CE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Attack with one school</a:t>
            </a:r>
          </a:p>
        </p:txBody>
      </p:sp>
      <p:sp>
        <p:nvSpPr>
          <p:cNvPr id="12" name="loop-node">
            <a:extLst xmlns:a="http://schemas.openxmlformats.org/drawingml/2006/main">
              <a:ext uri="{FF2B5EF4-FFF2-40B4-BE49-F238E27FC236}">
                <a16:creationId xmlns:a16="http://schemas.microsoft.com/office/drawing/2014/main" id="{4B0F37BC-0B96-47A1-BC3E-E9F747C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accent">
            <a:extLst xmlns:a="http://schemas.openxmlformats.org/drawingml/2006/main">
              <a:ext uri="{FF2B5EF4-FFF2-40B4-BE49-F238E27FC236}">
                <a16:creationId xmlns:a16="http://schemas.microsoft.com/office/drawing/2014/main" id="{5BAA2E22-BBB4-4F65-AA1D-B8D1C89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head">
            <a:extLst xmlns:a="http://schemas.openxmlformats.org/drawingml/2006/main">
              <a:ext uri="{FF2B5EF4-FFF2-40B4-BE49-F238E27FC236}">
                <a16:creationId xmlns:a16="http://schemas.microsoft.com/office/drawing/2014/main" id="{06DE6434-C24C-4F19-9780-14B857D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Switch once</a:t>
            </a:r>
          </a:p>
        </p:txBody>
      </p:sp>
      <p:sp>
        <p:nvSpPr>
          <p:cNvPr id="15" name="loop-body">
            <a:extLst xmlns:a="http://schemas.openxmlformats.org/drawingml/2006/main">
              <a:ext uri="{FF2B5EF4-FFF2-40B4-BE49-F238E27FC236}">
                <a16:creationId xmlns:a16="http://schemas.microsoft.com/office/drawing/2014/main" id="{2387FF27-B7D9-427E-8776-FB0D3A4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Add a second school</a:t>
            </a:r>
          </a:p>
        </p:txBody>
      </p:sp>
      <p:sp>
        <p:nvSpPr>
          <p:cNvPr id="16" name="loop-node">
            <a:extLst xmlns:a="http://schemas.openxmlformats.org/drawingml/2006/main">
              <a:ext uri="{FF2B5EF4-FFF2-40B4-BE49-F238E27FC236}">
                <a16:creationId xmlns:a16="http://schemas.microsoft.com/office/drawing/2014/main" id="{3E5A1399-0CC6-4500-AB8A-F72F22A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C361BA-9607-486D-AD7A-B17FA1C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head">
            <a:extLst xmlns:a="http://schemas.openxmlformats.org/drawingml/2006/main">
              <a:ext uri="{FF2B5EF4-FFF2-40B4-BE49-F238E27FC236}">
                <a16:creationId xmlns:a16="http://schemas.microsoft.com/office/drawing/2014/main" id="{AB5AA454-C903-42F3-9A91-CF98519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Resolve</a:t>
            </a:r>
          </a:p>
        </p:txBody>
      </p:sp>
      <p:sp>
        <p:nvSpPr>
          <p:cNvPr id="19" name="loop-body">
            <a:extLst xmlns:a="http://schemas.openxmlformats.org/drawingml/2006/main">
              <a:ext uri="{FF2B5EF4-FFF2-40B4-BE49-F238E27FC236}">
                <a16:creationId xmlns:a16="http://schemas.microsoft.com/office/drawing/2014/main" id="{FDB2F799-45F3-4D8F-BFAA-A3833DD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The dominant school is primary</a:t>
            </a:r>
          </a:p>
        </p:txBody>
      </p:sp>
      <p:sp>
        <p:nvSpPr>
          <p:cNvPr id="20" name="loop-node">
            <a:extLst xmlns:a="http://schemas.openxmlformats.org/drawingml/2006/main">
              <a:ext uri="{FF2B5EF4-FFF2-40B4-BE49-F238E27FC236}">
                <a16:creationId xmlns:a16="http://schemas.microsoft.com/office/drawing/2014/main" id="{832B0D67-532A-45E4-8EB4-1F0A7AE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B5516F-7EB8-4348-A771-21D4C39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head">
            <a:extLst xmlns:a="http://schemas.openxmlformats.org/drawingml/2006/main">
              <a:ext uri="{FF2B5EF4-FFF2-40B4-BE49-F238E27FC236}">
                <a16:creationId xmlns:a16="http://schemas.microsoft.com/office/drawing/2014/main" id="{1EFA45E9-A2AA-4CCE-A24D-196BA32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Add effect</a:t>
            </a:r>
          </a:p>
        </p:txBody>
      </p:sp>
      <p:sp>
        <p:nvSpPr>
          <p:cNvPr id="23" name="loop-body">
            <a:extLst xmlns:a="http://schemas.openxmlformats.org/drawingml/2006/main">
              <a:ext uri="{FF2B5EF4-FFF2-40B4-BE49-F238E27FC236}">
                <a16:creationId xmlns:a16="http://schemas.microsoft.com/office/drawing/2014/main" id="{A9F6EC8E-8DF7-4746-ABC0-1B381A7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 qualifying secondary result resolves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ADC0F811-F91D-4194-ADF5-5A9928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One switch keeps mixed casting expressive and legible.</a:t>
            </a:r>
          </a:p>
        </p:txBody>
      </p:sp>
    </p:spTree>
    <p:extLst>
      <p:ext uri="{BB962C8B-B14F-4D97-AF65-F5344CB8AC3E}">
        <p14:creationId xmlns:p14="http://schemas.microsoft.com/office/powerpoint/2010/main" val="3378664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42F2F5E-1691-4E77-8C64-409A790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CAST INSIDE THE COMBO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8CB01C-5105-4437-897B-3FAB1AD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D4F9D-CE61-4FC0-BC23-EB36A355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25C2AF-5A78-451E-9B8F-198BE6A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Casting can occupy a chain position—and keep the combo alive.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C073EC-3D99-4876-87D1-38A97BB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6646D"/>
                </a:solidFill>
              </a:defRPr>
            </a:pPr>
            <a:r>
              <a:rPr sz="1875" b="0">
                <a:solidFill>
                  <a:srgbClr val="56646D"/>
                </a:solidFill>
              </a:rPr>
              <a:t>A successful mid-chain Cast takes the next position. After X5, one endpoint Cast can close the chain.</a:t>
            </a:r>
          </a:p>
        </p:txBody>
      </p:sp>
      <p:sp>
        <p:nvSpPr>
          <p:cNvPr id="6" name="chain-step">
            <a:extLst xmlns:a="http://schemas.openxmlformats.org/drawingml/2006/main">
              <a:ext uri="{FF2B5EF4-FFF2-40B4-BE49-F238E27FC236}">
                <a16:creationId xmlns:a16="http://schemas.microsoft.com/office/drawing/2014/main" id="{68ACC74F-35E6-4D41-B157-EB604FD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chain-label">
            <a:extLst xmlns:a="http://schemas.openxmlformats.org/drawingml/2006/main">
              <a:ext uri="{FF2B5EF4-FFF2-40B4-BE49-F238E27FC236}">
                <a16:creationId xmlns:a16="http://schemas.microsoft.com/office/drawing/2014/main" id="{768B7849-4B76-4256-B09E-DAA71A8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1703F-ED0E-4E8B-8CFA-47CE8539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chain-step">
            <a:extLst xmlns:a="http://schemas.openxmlformats.org/drawingml/2006/main">
              <a:ext uri="{FF2B5EF4-FFF2-40B4-BE49-F238E27FC236}">
                <a16:creationId xmlns:a16="http://schemas.microsoft.com/office/drawing/2014/main" id="{F0743264-E02A-4222-B73B-5EDB335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B432314-3DEB-4F62-A39D-3B9A8D1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95826-6BD5-4F0B-8E23-4D9A62A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chain-step">
            <a:extLst xmlns:a="http://schemas.openxmlformats.org/drawingml/2006/main">
              <a:ext uri="{FF2B5EF4-FFF2-40B4-BE49-F238E27FC236}">
                <a16:creationId xmlns:a16="http://schemas.microsoft.com/office/drawing/2014/main" id="{17EFA034-ACCA-4C05-B943-0F0F269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3" name="chain-label">
            <a:extLst xmlns:a="http://schemas.openxmlformats.org/drawingml/2006/main">
              <a:ext uri="{FF2B5EF4-FFF2-40B4-BE49-F238E27FC236}">
                <a16:creationId xmlns:a16="http://schemas.microsoft.com/office/drawing/2014/main" id="{009B175D-0EC4-4A54-865E-BD4D2E6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E4506-B339-4AF3-B9F8-A025AC4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chain-step">
            <a:extLst xmlns:a="http://schemas.openxmlformats.org/drawingml/2006/main">
              <a:ext uri="{FF2B5EF4-FFF2-40B4-BE49-F238E27FC236}">
                <a16:creationId xmlns:a16="http://schemas.microsoft.com/office/drawing/2014/main" id="{D846A1A1-93E3-4577-975D-FF1E98A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6" name="chain-label">
            <a:extLst xmlns:a="http://schemas.openxmlformats.org/drawingml/2006/main">
              <a:ext uri="{FF2B5EF4-FFF2-40B4-BE49-F238E27FC236}">
                <a16:creationId xmlns:a16="http://schemas.microsoft.com/office/drawing/2014/main" id="{6BD91612-0D1E-4919-A627-088D537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A42C1-A7C5-4C4C-B7F1-3B80088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chain-step">
            <a:extLst xmlns:a="http://schemas.openxmlformats.org/drawingml/2006/main">
              <a:ext uri="{FF2B5EF4-FFF2-40B4-BE49-F238E27FC236}">
                <a16:creationId xmlns:a16="http://schemas.microsoft.com/office/drawing/2014/main" id="{D18C7198-9EC8-4D57-9F18-55C4266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9" name="chain-label">
            <a:extLst xmlns:a="http://schemas.openxmlformats.org/drawingml/2006/main">
              <a:ext uri="{FF2B5EF4-FFF2-40B4-BE49-F238E27FC236}">
                <a16:creationId xmlns:a16="http://schemas.microsoft.com/office/drawing/2014/main" id="{D8A2275A-370D-47DA-975E-8B7557F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C8D45-3BF2-41EF-81B5-91503D6C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chain-step">
            <a:extLst xmlns:a="http://schemas.openxmlformats.org/drawingml/2006/main">
              <a:ext uri="{FF2B5EF4-FFF2-40B4-BE49-F238E27FC236}">
                <a16:creationId xmlns:a16="http://schemas.microsoft.com/office/drawing/2014/main" id="{D0BC6644-5646-4A60-8BEF-756DC8A6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E7D5C87-FD5E-49D0-953E-26D97B3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END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74CC0DA9-CE8C-43AA-B1B8-3D30896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X1 → X2 → Cast → X4 → X5 → Cast.</a:t>
            </a:r>
          </a:p>
        </p:txBody>
      </p:sp>
    </p:spTree>
    <p:extLst>
      <p:ext uri="{BB962C8B-B14F-4D97-AF65-F5344CB8AC3E}">
        <p14:creationId xmlns:p14="http://schemas.microsoft.com/office/powerpoint/2010/main" val="8995694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F1EFE596-853C-4895-BCF2-BF85E53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THREE LINKED PRESSURES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A3B408-9279-40A8-A8CC-31218BA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2421-ADB8-4292-AF51-32AC23FA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9667CB-5E74-4F1A-AD4C-8C00692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The player is managing three linked pressures.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A5D108-71F1-4152-8289-BF8B33A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6646D"/>
                </a:solidFill>
              </a:defRPr>
            </a:pPr>
            <a:r>
              <a:rPr sz="2025" b="0">
                <a:solidFill>
                  <a:srgbClr val="56646D"/>
                </a:solidFill>
              </a:rPr>
              <a:t>The spell is decided across the whole exchange, not at one button press.</a:t>
            </a:r>
          </a:p>
        </p:txBody>
      </p:sp>
      <p:sp>
        <p:nvSpPr>
          <p:cNvPr id="6" name="claim">
            <a:extLst xmlns:a="http://schemas.openxmlformats.org/drawingml/2006/main">
              <a:ext uri="{FF2B5EF4-FFF2-40B4-BE49-F238E27FC236}">
                <a16:creationId xmlns:a16="http://schemas.microsoft.com/office/drawing/2014/main" id="{BF25812F-1940-4066-9D4B-E32BF193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034FD491-F322-4629-9731-658B084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33D0D83-BA88-4DA0-8EE8-B5ACBE9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Combo timing</a:t>
            </a:r>
          </a:p>
        </p:txBody>
      </p:sp>
      <p:sp>
        <p:nvSpPr>
          <p:cNvPr id="9" name="claim-body">
            <a:extLst xmlns:a="http://schemas.openxmlformats.org/drawingml/2006/main">
              <a:ext uri="{FF2B5EF4-FFF2-40B4-BE49-F238E27FC236}">
                <a16:creationId xmlns:a16="http://schemas.microsoft.com/office/drawing/2014/main" id="{B3975383-9A5F-4F4C-8770-5521ED5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Can I keep the chain alive?</a:t>
            </a:r>
          </a:p>
        </p:txBody>
      </p:sp>
      <p:sp>
        <p:nvSpPr>
          <p:cNvPr id="10" name="claim">
            <a:extLst xmlns:a="http://schemas.openxmlformats.org/drawingml/2006/main">
              <a:ext uri="{FF2B5EF4-FFF2-40B4-BE49-F238E27FC236}">
                <a16:creationId xmlns:a16="http://schemas.microsoft.com/office/drawing/2014/main" id="{ECBDD2FC-359B-402D-A0CE-339FCE0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D884E8D9-6F0C-4E38-9570-DD8A4509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44FCC6E-03D0-4BB4-922C-8F74B82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Orb queue</a:t>
            </a:r>
          </a:p>
        </p:txBody>
      </p:sp>
      <p:sp>
        <p:nvSpPr>
          <p:cNvPr id="13" name="claim-body">
            <a:extLst xmlns:a="http://schemas.openxmlformats.org/drawingml/2006/main">
              <a:ext uri="{FF2B5EF4-FFF2-40B4-BE49-F238E27FC236}">
                <a16:creationId xmlns:a16="http://schemas.microsoft.com/office/drawing/2014/main" id="{E9B658C6-EDE0-4085-8E11-85DAF45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Which elements have I built?</a:t>
            </a:r>
          </a:p>
        </p:txBody>
      </p:sp>
      <p:sp>
        <p:nvSpPr>
          <p:cNvPr id="14" name="claim">
            <a:extLst xmlns:a="http://schemas.openxmlformats.org/drawingml/2006/main">
              <a:ext uri="{FF2B5EF4-FFF2-40B4-BE49-F238E27FC236}">
                <a16:creationId xmlns:a16="http://schemas.microsoft.com/office/drawing/2014/main" id="{7F5112E9-494D-4980-B29F-CAE8BFA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F4A78AEF-0E64-4115-BC3C-71901B8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5F91E12-9309-4214-B497-1E075C09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R2 progress</a:t>
            </a:r>
          </a:p>
        </p:txBody>
      </p:sp>
      <p:sp>
        <p:nvSpPr>
          <p:cNvPr id="17" name="claim-body">
            <a:extLst xmlns:a="http://schemas.openxmlformats.org/drawingml/2006/main">
              <a:ext uri="{FF2B5EF4-FFF2-40B4-BE49-F238E27FC236}">
                <a16:creationId xmlns:a16="http://schemas.microsoft.com/office/drawing/2014/main" id="{64710DC6-3E6F-4E3B-9EE1-5D6433E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How much am I ready to spend?</a:t>
            </a:r>
          </a:p>
        </p:txBody>
      </p:sp>
    </p:spTree>
    <p:extLst>
      <p:ext uri="{BB962C8B-B14F-4D97-AF65-F5344CB8AC3E}">
        <p14:creationId xmlns:p14="http://schemas.microsoft.com/office/powerpoint/2010/main" val="8213490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34CB91B-C3CB-4554-9ADC-CF89A0A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FAILURE HAS A COST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8F0560-ACFB-4F36-B8ED-3AE15E8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D345C-AC89-42B3-909A-1EE2512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844F91-BEDE-4688-A228-972E814B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Rushed Casting makes the decision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9D6C-3039-446E-B3CB-EC261F3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dash">
            <a:extLst xmlns:a="http://schemas.openxmlformats.org/drawingml/2006/main">
              <a:ext uri="{FF2B5EF4-FFF2-40B4-BE49-F238E27FC236}">
                <a16:creationId xmlns:a16="http://schemas.microsoft.com/office/drawing/2014/main" id="{FDF2D2F5-4875-4674-ABAD-EE042176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7" name="deferred">
            <a:extLst xmlns:a="http://schemas.openxmlformats.org/drawingml/2006/main">
              <a:ext uri="{FF2B5EF4-FFF2-40B4-BE49-F238E27FC236}">
                <a16:creationId xmlns:a16="http://schemas.microsoft.com/office/drawing/2014/main" id="{866431B8-0A95-4E3D-B776-69BB4C94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Cast before the valid timing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E16EB-A45E-413B-8189-DAD37D3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dash">
            <a:extLst xmlns:a="http://schemas.openxmlformats.org/drawingml/2006/main">
              <a:ext uri="{FF2B5EF4-FFF2-40B4-BE49-F238E27FC236}">
                <a16:creationId xmlns:a16="http://schemas.microsoft.com/office/drawing/2014/main" id="{ECBF0F50-9026-49C5-8FD7-CEA4CB1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0" name="deferred">
            <a:extLst xmlns:a="http://schemas.openxmlformats.org/drawingml/2006/main">
              <a:ext uri="{FF2B5EF4-FFF2-40B4-BE49-F238E27FC236}">
                <a16:creationId xmlns:a16="http://schemas.microsoft.com/office/drawing/2014/main" id="{92931C4F-6A9D-42BD-886B-9E481F7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No spell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7C3B-3164-4F1D-ADE1-A637F10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dash">
            <a:extLst xmlns:a="http://schemas.openxmlformats.org/drawingml/2006/main">
              <a:ext uri="{FF2B5EF4-FFF2-40B4-BE49-F238E27FC236}">
                <a16:creationId xmlns:a16="http://schemas.microsoft.com/office/drawing/2014/main" id="{CEE8C250-3462-4583-A049-21A15C0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3" name="deferred">
            <a:extLst xmlns:a="http://schemas.openxmlformats.org/drawingml/2006/main">
              <a:ext uri="{FF2B5EF4-FFF2-40B4-BE49-F238E27FC236}">
                <a16:creationId xmlns:a16="http://schemas.microsoft.com/office/drawing/2014/main" id="{6DE0007E-076E-4360-9730-4001787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The active chain ends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D3305-C1D4-4257-B9D2-ECB5C93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dash">
            <a:extLst xmlns:a="http://schemas.openxmlformats.org/drawingml/2006/main">
              <a:ext uri="{FF2B5EF4-FFF2-40B4-BE49-F238E27FC236}">
                <a16:creationId xmlns:a16="http://schemas.microsoft.com/office/drawing/2014/main" id="{462ABEDB-464A-467E-8D36-C5F12B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6" name="deferred">
            <a:extLst xmlns:a="http://schemas.openxmlformats.org/drawingml/2006/main">
              <a:ext uri="{FF2B5EF4-FFF2-40B4-BE49-F238E27FC236}">
                <a16:creationId xmlns:a16="http://schemas.microsoft.com/office/drawing/2014/main" id="{1E9E76A9-1F4D-4F98-8D86-05DE9A0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Remaining orbs clear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3343F-8AA2-45E6-BE51-754756A8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dash">
            <a:extLst xmlns:a="http://schemas.openxmlformats.org/drawingml/2006/main">
              <a:ext uri="{FF2B5EF4-FFF2-40B4-BE49-F238E27FC236}">
                <a16:creationId xmlns:a16="http://schemas.microsoft.com/office/drawing/2014/main" id="{FF49FBD7-F22B-4041-B044-91286021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9" name="deferred">
            <a:extLst xmlns:a="http://schemas.openxmlformats.org/drawingml/2006/main">
              <a:ext uri="{FF2B5EF4-FFF2-40B4-BE49-F238E27FC236}">
                <a16:creationId xmlns:a16="http://schemas.microsoft.com/office/drawing/2014/main" id="{A771B63B-0209-4A8E-ACAB-58824D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A light flinch applies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09F9D-2988-447D-A79D-2BDEACDA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dash">
            <a:extLst xmlns:a="http://schemas.openxmlformats.org/drawingml/2006/main">
              <a:ext uri="{FF2B5EF4-FFF2-40B4-BE49-F238E27FC236}">
                <a16:creationId xmlns:a16="http://schemas.microsoft.com/office/drawing/2014/main" id="{17C612DE-3D17-4F42-B5B0-A8A792A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2" name="deferred">
            <a:extLst xmlns:a="http://schemas.openxmlformats.org/drawingml/2006/main">
              <a:ext uri="{FF2B5EF4-FFF2-40B4-BE49-F238E27FC236}">
                <a16:creationId xmlns:a16="http://schemas.microsoft.com/office/drawing/2014/main" id="{EAEAE160-35BF-45BF-9F4F-92F4974A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Momentum is lost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CC487-781F-4CA5-8856-A416CEF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4" name="dash">
            <a:extLst xmlns:a="http://schemas.openxmlformats.org/drawingml/2006/main">
              <a:ext uri="{FF2B5EF4-FFF2-40B4-BE49-F238E27FC236}">
                <a16:creationId xmlns:a16="http://schemas.microsoft.com/office/drawing/2014/main" id="{CD4493C9-1007-4450-AF45-D945FB6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5" name="deferred">
            <a:extLst xmlns:a="http://schemas.openxmlformats.org/drawingml/2006/main">
              <a:ext uri="{FF2B5EF4-FFF2-40B4-BE49-F238E27FC236}">
                <a16:creationId xmlns:a16="http://schemas.microsoft.com/office/drawing/2014/main" id="{95F7610C-40D3-43C3-A48F-117A9202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The player must rebuild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CCEC7-8CB1-479C-B450-C3785604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7" name="dash">
            <a:extLst xmlns:a="http://schemas.openxmlformats.org/drawingml/2006/main">
              <a:ext uri="{FF2B5EF4-FFF2-40B4-BE49-F238E27FC236}">
                <a16:creationId xmlns:a16="http://schemas.microsoft.com/office/drawing/2014/main" id="{7B8BFD7F-368C-4EFA-9824-AFB8EBCA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8" name="deferred">
            <a:extLst xmlns:a="http://schemas.openxmlformats.org/drawingml/2006/main">
              <a:ext uri="{FF2B5EF4-FFF2-40B4-BE49-F238E27FC236}">
                <a16:creationId xmlns:a16="http://schemas.microsoft.com/office/drawing/2014/main" id="{53F001A7-85DD-4D54-A349-A7297F6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Timing has stakes</a:t>
            </a:r>
          </a:p>
        </p:txBody>
      </p:sp>
    </p:spTree>
    <p:extLst>
      <p:ext uri="{BB962C8B-B14F-4D97-AF65-F5344CB8AC3E}">
        <p14:creationId xmlns:p14="http://schemas.microsoft.com/office/powerpoint/2010/main" val="1185580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AC58345D-9510-488B-8204-C5D861C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HEAT RAISES THE TEMPO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FE933A-F62C-4EB9-86A6-7478F96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4EAD-BA28-4E45-8BDE-890C9FF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BC76A5-9304-4F5B-A101-E2A44D0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Heat turns success into a faster execution test.</a:t>
            </a:r>
          </a:p>
        </p:txBody>
      </p:sp>
      <p:sp>
        <p:nvSpPr>
          <p:cNvPr id="5" name="pressure">
            <a:extLst xmlns:a="http://schemas.openxmlformats.org/drawingml/2006/main">
              <a:ext uri="{FF2B5EF4-FFF2-40B4-BE49-F238E27FC236}">
                <a16:creationId xmlns:a16="http://schemas.microsoft.com/office/drawing/2014/main" id="{15720C90-709B-469A-857C-0C7912E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nge">
            <a:extLst xmlns:a="http://schemas.openxmlformats.org/drawingml/2006/main">
              <a:ext uri="{FF2B5EF4-FFF2-40B4-BE49-F238E27FC236}">
                <a16:creationId xmlns:a16="http://schemas.microsoft.com/office/drawing/2014/main" id="{CC9D7435-E27B-40BF-ADEE-AD65F8CD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6646D"/>
                </a:solidFill>
              </a:defRPr>
            </a:pPr>
            <a:r>
              <a:rPr sz="2250" b="1">
                <a:solidFill>
                  <a:srgbClr val="56646D"/>
                </a:solidFill>
              </a:rPr>
              <a:t>DIRECT HITS</a:t>
            </a:r>
          </a:p>
        </p:txBody>
      </p:sp>
      <p:sp>
        <p:nvSpPr>
          <p:cNvPr id="7" name="state">
            <a:extLst xmlns:a="http://schemas.openxmlformats.org/drawingml/2006/main">
              <a:ext uri="{FF2B5EF4-FFF2-40B4-BE49-F238E27FC236}">
                <a16:creationId xmlns:a16="http://schemas.microsoft.com/office/drawing/2014/main" id="{4E614B8E-F6F4-4402-BDA8-502E77F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RAISE HEAT</a:t>
            </a:r>
          </a:p>
        </p:txBody>
      </p:sp>
      <p:sp>
        <p:nvSpPr>
          <p:cNvPr id="8" name="desc">
            <a:extLst xmlns:a="http://schemas.openxmlformats.org/drawingml/2006/main">
              <a:ext uri="{FF2B5EF4-FFF2-40B4-BE49-F238E27FC236}">
                <a16:creationId xmlns:a16="http://schemas.microsoft.com/office/drawing/2014/main" id="{22299A26-808B-42A1-82E4-1971059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X and Cast damage add Heat</a:t>
            </a:r>
          </a:p>
        </p:txBody>
      </p:sp>
      <p:sp>
        <p:nvSpPr>
          <p:cNvPr id="9" name="pressure">
            <a:extLst xmlns:a="http://schemas.openxmlformats.org/drawingml/2006/main">
              <a:ext uri="{FF2B5EF4-FFF2-40B4-BE49-F238E27FC236}">
                <a16:creationId xmlns:a16="http://schemas.microsoft.com/office/drawing/2014/main" id="{B93ABC96-11CE-4909-A5A7-7CCC494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ange">
            <a:extLst xmlns:a="http://schemas.openxmlformats.org/drawingml/2006/main">
              <a:ext uri="{FF2B5EF4-FFF2-40B4-BE49-F238E27FC236}">
                <a16:creationId xmlns:a16="http://schemas.microsoft.com/office/drawing/2014/main" id="{E9F75E32-5CD5-425E-945D-D83BE486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DCBF4"/>
                </a:solidFill>
              </a:defRPr>
            </a:pPr>
            <a:r>
              <a:rPr sz="2250" b="1">
                <a:solidFill>
                  <a:srgbClr val="6DCBF4"/>
                </a:solidFill>
              </a:rPr>
              <a:t>HEAT</a:t>
            </a:r>
          </a:p>
        </p:txBody>
      </p:sp>
      <p:sp>
        <p:nvSpPr>
          <p:cNvPr id="11" name="state">
            <a:extLst xmlns:a="http://schemas.openxmlformats.org/drawingml/2006/main">
              <a:ext uri="{FF2B5EF4-FFF2-40B4-BE49-F238E27FC236}">
                <a16:creationId xmlns:a16="http://schemas.microsoft.com/office/drawing/2014/main" id="{57F76792-B11C-4C04-B124-E6E0C5D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SPEEDS ACTIONS</a:t>
            </a:r>
          </a:p>
        </p:txBody>
      </p:sp>
      <p:sp>
        <p:nvSpPr>
          <p:cNvPr id="12" name="desc">
            <a:extLst xmlns:a="http://schemas.openxmlformats.org/drawingml/2006/main">
              <a:ext uri="{FF2B5EF4-FFF2-40B4-BE49-F238E27FC236}">
                <a16:creationId xmlns:a16="http://schemas.microsoft.com/office/drawing/2014/main" id="{64289AD1-9AC5-4EFD-B207-3EC96F8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Attack and Cast timing accelerate</a:t>
            </a:r>
          </a:p>
        </p:txBody>
      </p:sp>
      <p:sp>
        <p:nvSpPr>
          <p:cNvPr id="13" name="pressure">
            <a:extLst xmlns:a="http://schemas.openxmlformats.org/drawingml/2006/main">
              <a:ext uri="{FF2B5EF4-FFF2-40B4-BE49-F238E27FC236}">
                <a16:creationId xmlns:a16="http://schemas.microsoft.com/office/drawing/2014/main" id="{786909F2-7317-4929-AAD2-E79EDB8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">
            <a:extLst xmlns:a="http://schemas.openxmlformats.org/drawingml/2006/main">
              <a:ext uri="{FF2B5EF4-FFF2-40B4-BE49-F238E27FC236}">
                <a16:creationId xmlns:a16="http://schemas.microsoft.com/office/drawing/2014/main" id="{3D27A7F3-FBE0-4416-B78F-6DA6117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ALSO</a:t>
            </a:r>
          </a:p>
        </p:txBody>
      </p:sp>
      <p:sp>
        <p:nvSpPr>
          <p:cNvPr id="15" name="state">
            <a:extLst xmlns:a="http://schemas.openxmlformats.org/drawingml/2006/main">
              <a:ext uri="{FF2B5EF4-FFF2-40B4-BE49-F238E27FC236}">
                <a16:creationId xmlns:a16="http://schemas.microsoft.com/office/drawing/2014/main" id="{2B264412-E9E4-4152-9453-5F763E24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SPEEDS MARKING</a:t>
            </a:r>
          </a:p>
        </p:txBody>
      </p:sp>
      <p:sp>
        <p:nvSpPr>
          <p:cNvPr id="16" name="desc">
            <a:extLst xmlns:a="http://schemas.openxmlformats.org/drawingml/2006/main">
              <a:ext uri="{FF2B5EF4-FFF2-40B4-BE49-F238E27FC236}">
                <a16:creationId xmlns:a16="http://schemas.microsoft.com/office/drawing/2014/main" id="{626F35EA-9B06-4214-AF46-7B00105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R2 charging accelerates too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2D02B824-7403-4275-A7F8-E00ACD4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The system stays the same; its pace becomes more demanding.</a:t>
            </a:r>
          </a:p>
        </p:txBody>
      </p:sp>
    </p:spTree>
    <p:extLst>
      <p:ext uri="{BB962C8B-B14F-4D97-AF65-F5344CB8AC3E}">
        <p14:creationId xmlns:p14="http://schemas.microsoft.com/office/powerpoint/2010/main" val="13111599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175AFEFD-E432-42E5-90BA-50F1F84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AFC08A52-28F5-4A39-A3FB-2B00290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6EFDF3-55A5-4DBC-8167-FA804B32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9525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Expression emerges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from execution.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BA58DD7-0418-454C-AD3B-15AF427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6646D"/>
                </a:solidFill>
              </a:defRPr>
            </a:pPr>
            <a:r>
              <a:rPr sz="2175" b="0">
                <a:solidFill>
                  <a:srgbClr val="56646D"/>
                </a:solidFill>
              </a:rPr>
              <a:t>Sequence. Composition. Timing. Pressure. Heat.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7EEEF87-4EA9-4954-B422-2ECFEE1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INTERNAL COMBAT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48B2594D-3282-45AC-BE44-E01DB6F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5BF76FDC-3720-492D-85CF-2F969B0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DCCEFAB5-B050-4DF8-8E2B-9AA062D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1B16DC93-70C4-4C31-8B66-B4F2169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F2663CC1-B8DD-4148-8B24-B3F2BD0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discussion">
            <a:extLst xmlns:a="http://schemas.openxmlformats.org/drawingml/2006/main">
              <a:ext uri="{FF2B5EF4-FFF2-40B4-BE49-F238E27FC236}">
                <a16:creationId xmlns:a16="http://schemas.microsoft.com/office/drawing/2014/main" id="{40B4BBE1-CF84-4145-9345-EB8A0AF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00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82877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2026-08-26T07:03:24.9690000Z</dcterms:created>
  <dcterms:modified xsi:type="dcterms:W3CDTF">2026-08-26T07:03:24.9690000Z</dcterms:modified>
</coreProperties>
</file>