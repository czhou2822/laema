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 asked for a toy. I began there. At the foundation, this starts with a familiar melee chain: X1 through X5.</a:t>
            </a:r>
          </a:p>
          <a:p>
            <a:endParaRPr/>
          </a:p>
          <a:p>
            <a:r>
              <a:t>[Sources] Enemy hit-reaction frames: assets/prototype/enemy/medieval_fighter/Hurt.png, four cells, mirrored to match Idle. Fire bolt: assets/prototype/vfx/fire/fire1.png through fire10.png in numeric order, Craftpix Fantasy Platformer bundle per assets/README.md. Art confirmed dimensions/facing. Presentation timing is illustrative.</a:t>
            </a:r>
          </a:p>
          <a:p>
            <a:r>
              <a:t>Current docs/GAME_DESIGN.md: Six-Slot Chain; Orb Queue. Current player.gd Fire mapping: fire_x1.png, fire_x2.png, fire_x3.png, fire_x4_opposite_limb_trial.png, fire_x4.png; target medieval_fighter/Idle.png; provenance in assets/README.md. Animation uses the existing frames, retimed for explanation.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watch the same chain again. Each landed attack also generates an orb. These are Fire attacks, so each one generates a Fire orb. The melee sequence is building a resource that I can use for Magic.</a:t>
            </a:r>
          </a:p>
          <a:p>
            <a:endParaRPr/>
          </a:p>
          <a:p>
            <a:r>
              <a:t>[Sources] Enemy hit-reaction frames: assets/prototype/enemy/medieval_fighter/Hurt.png, four cells, mirrored to match Idle. Fire bolt: assets/prototype/vfx/fire/fire1.png through fire10.png in numeric order, Craftpix Fantasy Platformer bundle per assets/README.md. Art confirmed dimensions/facing. Presentation timing is illustrative.</a:t>
            </a:r>
          </a:p>
          <a:p>
            <a:r>
              <a:t>Current docs/GAME_DESIGN.md: Six-Slot Chain; Orb Queue. Current player.gd Fire mapping: fire_x1.png, fire_x2.png, fire_x3.png, fire_x4_opposite_limb_trial.png, fire_x4.png; target medieval_fighter/Idle.png; provenance in assets/README.md. Animation uses the existing frames, retimed for explanation.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five Fire orbs came from the hits we just saw. Holding R2 charges them for the next Cast. The gold outlines show which are charged. Once all five are ready, I release R2. The Cast consumes those five orbs and resolves at Fire level five.</a:t>
            </a:r>
          </a:p>
          <a:p>
            <a:endParaRPr/>
          </a:p>
          <a:p>
            <a:r>
              <a:t>[Sources] Enemy hit-reaction frames: assets/prototype/enemy/medieval_fighter/Hurt.png, four cells, mirrored to match Idle. Fire bolt: assets/prototype/vfx/fire/fire1.png through fire10.png in numeric order, Craftpix Fantasy Platformer bundle per assets/README.md. Art confirmed dimensions/facing. Presentation timing is illustrative.</a:t>
            </a:r>
          </a:p>
          <a:p>
            <a:r>
              <a:t>Current docs/GAME_DESIGN.md: Orb Queue; R2 Pressure and Charging; Casting Outcomes. Five is the worked example, not the current maximum of eight. Sprite sources: assets/prototype/player/animation/shared_cast.png and fire_x1.png, plus assets/prototype/enemy/medieval_fighter/Idle.png. Craftpix provenance in assets/README.md. Retimed illustration, not captured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schools are intended as four distinct fighting styles. I can switch on the fly, and each school generates its corresponding orb. Fire, Water, Air and Earth fighting-style identities remain design direction, not completed design.
Sources: Cleanup Pass A slide 5; approved v0.3 Section 2; current GAME_DESIGN.md Schools and Character Presentation and Orb Queue. Existing Craftpix prototype animations remain illustrative, not final school identity or runtime validation.</a:t>
            </a: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Air hits generate A A. Switching to Water gives W W from the next two hits. I charge the four orbs, then release. The final consumed orb is Water, so Water is primary at level four. The two Air orbs contribute Air level two. One Cast carries both layers.</a:t>
            </a:r>
          </a:p>
          <a:p>
            <a:endParaRPr/>
          </a:p>
          <a:p>
            <a:r>
              <a:t>[Sources]</a:t>
            </a:r>
          </a:p>
          <a:p>
            <a:r>
              <a:t>docs/GAME_DESIGN.md: Mixed-School Resolution. Current Air X1/X2 and Water X3/X4 PNG sheets; shared_cast.png; enemy Idle/Hurt; water1.png through water11.png. Craftpix provenance in assets/README.md. Presentation-retimed sprite illustration, not runtime capture; Water VFX illustrates the projectile, not approved school-specific spell effects.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this point, you could reasonably imagine the system like this: each hit generates a Fire orb, then I finish the melee chain, charge those five orbs, and Cast.</a:t>
            </a:r>
          </a:p>
          <a:p>
            <a:endParaRPr dirty="0"/>
          </a:p>
          <a:p>
            <a:r>
              <a:rPr dirty="0"/>
              <a:t>[Sources]</a:t>
            </a:r>
          </a:p>
          <a:p>
            <a:r>
              <a:rPr dirty="0"/>
              <a:t>User-approved V0.3 presentation arc, Section 3, with the user-approved update to X1-X5 followed by the optional endpoint Cast. docs/GAME_DESIGN.md: Six-Slot Chain; R2 Pressure and Charging; Casting Outcomes. The animation combines existing presentation-retimed Fire X1-X5, shared Cast, enemy reaction, and Fire VFX assets. It is an explanatory mockup,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But Charging does not wait for combat to stop. It happens underneath the fight.</a:t>
            </a:r>
          </a:p>
          <a:p>
            <a:endParaRPr/>
          </a:p>
          <a:p>
            <a:r>
              <a:t>So while I am fighting normally, I am also paying attention to how my Magic is Charging.</a:t>
            </a:r>
          </a:p>
          <a:p>
            <a:endParaRPr/>
          </a:p>
          <a:p>
            <a:r>
              <a:t>The enemy is still asking for my attention while that second process is running.</a:t>
            </a:r>
          </a:p>
          <a:p>
            <a:endParaRPr/>
          </a:p>
          <a:p>
            <a:r>
              <a:t>[Sources]</a:t>
            </a:r>
          </a:p>
          <a:p>
            <a:r>
              <a:t>User-approved V0.3 presentation arc, Section 4. docs/GAME_DESIGN.md: R2 Pressure and Charging; Six-Slot Chain. Charging can begin at any time and continues while Laema attacks. The animation uses presentation-retimed prototype assets and is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when I release, Cast can take the place of an X inside the chain.</a:t>
            </a:r>
          </a:p>
          <a:p>
            <a:endParaRPr/>
          </a:p>
          <a:p>
            <a:r>
              <a:t>Casting is not a separate magic action sitting beside melee. It is part of the combo.</a:t>
            </a:r>
          </a:p>
          <a:p>
            <a:endParaRPr/>
          </a:p>
          <a:p>
            <a:r>
              <a:t>I prepare Magic underneath the fight, then weave it directly back into the chain.</a:t>
            </a:r>
          </a:p>
          <a:p>
            <a:endParaRPr/>
          </a:p>
          <a:p>
            <a:r>
              <a:t>[Sources]</a:t>
            </a:r>
          </a:p>
          <a:p>
            <a:r>
              <a:t>User-approved V0.3 presentation arc, Section 5. docs/GAME_DESIGN.md: Six-Slot Chain; R2 Pressure and Charging. In X1-X2-Cast-X-X, the Cast takes position 3 and the following attacks use the X4 and X5 presentations. The animation is presentation-retimed prototype art,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1 — BEGINNER: Fight, then prepare Magic. CLICK 2 — INTERMEDIATE: Charge while fighting and weave Cast into the combo. CLICK 3 — SKILLED: Build charge toward the desired state, ease off R2, briefly hold it, and wait for the combat opening. This is a qualitative pressure-control illustration, not a timing specification or an indefinite pause. CLICK 4: Fighter and mage at the same time. Sources: approved v0.3 script and GAME_DESIGN.md R2 Pressure and Charging.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Heat is momentum. CLICK 1: Spending charged orbs builds Heat. CLICK 2: More Heat means faster attacks, faster Casting, and faster Charging. CLICK 3: Magic fuels the momentum of the whole combat loop. CLICK 4: Heat encourages the player to stay in the zone.</a:t>
            </a:r>
          </a:p>
          <a:p>
            <a:r>
              <a:t>Sources: Cleanup Pass A, slide 13; approved v0.3 Section 9; current GAME_DESIGN.md Health, Impact, and Heat. This slide intentionally omits numeric tunables and detailed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Might creates Magic. Prepare while fighting. Weave Magic into the combo. Magic builds Heat. One continuous skill. It is a Might &amp; Magic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kind of game deserves this toy?</a:t>
            </a:r>
          </a:p>
          <a:p>
            <a:r>
              <a:t>Pause, then advance into the ground-level Heroes town fantasy.</a:t>
            </a:r>
          </a:p>
          <a:p>
            <a:r>
              <a:t>Source: approved V0.3 presentation script, Section 11, Bridge.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I have always wanted to walk into an actual Heroes of Might &amp; Magic town and live there.</a:t>
            </a:r>
          </a:p>
          <a:p>
            <a:r>
              <a:t>CLICK: Instead of only looking down at that world, I want to experience it from inside.</a:t>
            </a:r>
          </a:p>
          <a:p>
            <a:endParaRPr/>
          </a:p>
          <a:p>
            <a:r>
              <a:t>Sources: approved V0.3 Section 12, Ground-zero Fantasy; docs/presentation/assets/marketing-town/HANDOFF.md, latest Castle pairing. Authentic reference: https://heroes.thelazy.net/images/5/57/Castle-in.png and https://heroes.thelazy.net/index.php/Castle ; Heroes of Might and Magic III / Ubisoft game art, community-hosted reproduction. Right image: existing AI-generated illustrative concept concept-castle-03-established.png. Castle is a pitch visual reference, not an assertion of specific Laema geography, implemented environments, or final 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And I want the town-building fantasy to come with me.</a:t>
            </a:r>
          </a:p>
          <a:p>
            <a:r>
              <a:t>CLICK 1: Like classic Heroes, the town develops building by building.</a:t>
            </a:r>
          </a:p>
          <a:p>
            <a:r>
              <a:t>CLICK 2: Construction takes time, and every return lets you see that progress physically in the settlement.</a:t>
            </a:r>
          </a:p>
          <a:p>
            <a:endParaRPr/>
          </a:p>
          <a:p>
            <a:r>
              <a:t>Sources: approved V0.3 Section 13 and approved slide blueprint. Existing Castle concept sequence from docs/presentation/assets/marketing-town/HANDOFF.md. Three AI illustrative concepts, same camera and foreground district progression. Specific construction authority, resources, timers, ownership, player agency and economy remain open. These are not implemented Laema environments or final 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The story begins close to home, with suspicious activity the protagonist starts investigating.</a:t>
            </a:r>
          </a:p>
          <a:p>
            <a:r>
              <a:t>CLICK 1: As that investigation grows, it naturally takes the player beyond the town.</a:t>
            </a:r>
          </a:p>
          <a:p>
            <a:r>
              <a:t>CLICK 2: Eventually, that trail connects to the poison that will kill King Nicolas Gryphonheart.</a:t>
            </a:r>
          </a:p>
          <a:p>
            <a:endParaRPr/>
          </a:p>
          <a:p>
            <a:r>
              <a:t>Sources: user-approved V0.3 Section 14 and the approved slide blueprint. The exact suspicious activity, investigation structure, antagonist and middle narrative remain unresolved. Existing illustrative Castle town concept from docs/presentation/assets/marketing-town/HANDOFF.md; AI concept, not implemented Laema geography or final 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That investigation gives the player a reason to move through the wider Heroes world.</a:t>
            </a:r>
          </a:p>
          <a:p>
            <a:r>
              <a:t>CLICK 1: The familiar points of interest become actual places the player travels to and explores.</a:t>
            </a:r>
          </a:p>
          <a:p>
            <a:r>
              <a:t>CLICK 2: Places we once interacted with from the strategy map are now experienced from ground level.</a:t>
            </a:r>
          </a:p>
          <a:p>
            <a:r>
              <a:t>CLICK 3: The story gives the player a reason to visit them rather than using them only as nostalgia.</a:t>
            </a:r>
          </a:p>
          <a:p>
            <a:endParaRPr/>
          </a:p>
          <a:p>
            <a:r>
              <a:t>Sources: approved V0.3 Section 15 and approved slide blueprint. Existing Art handoff docs/presentation/assets/marketing-town/HANDOFF.md. Authentic windmill object: https://heroes.thelazy.net/images/7/77/Windmill.webp ; source page https://heroes.thelazy.net/index.php/Windmill ; Heroes III / Ubisoft game art, community-hosted reference. This is an isolated map object, not a full map screenshot. Ground-level image is existing AI illustrative concept concept-windmill-ground-level.png, not implemented Laema 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Eventually, this local story collides with the larger catastrophe that begins Heroes III.</a:t>
            </a:r>
          </a:p>
          <a:p>
            <a:r>
              <a:t>CLICK 1: The invasion reaches the nearby city, which becomes our second-to-last major battle.</a:t>
            </a:r>
          </a:p>
          <a:p>
            <a:r>
              <a:t>CLICK 2: The survivors fall back toward the town we have lived in and watched grow.</a:t>
            </a:r>
          </a:p>
          <a:p>
            <a:r>
              <a:t>CLICK 3: That town becomes the final battlefield.</a:t>
            </a:r>
          </a:p>
          <a:p>
            <a:r>
              <a:t>CLICK 4: Only afterward does the original Heroes III opening take place at the ruined city.</a:t>
            </a:r>
          </a:p>
          <a:p>
            <a:r>
              <a:t>CLICK 5: That is where our story hands the timeline back to The Restoration of Erathia.</a:t>
            </a:r>
          </a:p>
          <a:p>
            <a:endParaRPr/>
          </a:p>
          <a:p>
            <a:r>
              <a:t>Sources: approved V0.3 Section 16, Historical Framing, and user-approved slide blueprint. This is proposed narrative framing. Existing AI illustrative Castle town concept from docs/presentation/assets/marketing-town/HANDOFF.md, not a depiction of implemented Laema battles or approved final geography. No new narrative events or battle artwork added.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Laema brings together two things I want from a Might &amp; Magic game.</a:t>
            </a:r>
          </a:p>
          <a:p>
            <a:r>
              <a:t>CLICK 1: First, a toy where physical combat and Magic are designed to be mastered together.</a:t>
            </a:r>
          </a:p>
          <a:p>
            <a:r>
              <a:t>CLICK 2: Second, a world where I can live inside a Heroes town, watch it grow, and explore the places I used to see on the adventure map.</a:t>
            </a:r>
          </a:p>
          <a:p>
            <a:r>
              <a:t>FINAL LINE, NO CLICK: That is Laema.</a:t>
            </a:r>
          </a:p>
          <a:p>
            <a:endParaRPr/>
          </a:p>
          <a:p>
            <a:r>
              <a:t>Sources: user-approved V0.3 Section 17 and approved closing-slide plan. The user explicitly deferred 20-hour framing. Existing presentation combat animation uses prototype art and is not runtime capture. Existing AI Castle town concept: docs/presentation/assets/marketing-town/concept-castle-03-established.png, provenance in HANDOFF.md.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Questions and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gif"/><Relationship Id="rId5" Type="http://schemas.openxmlformats.org/officeDocument/2006/relationships/image" Target="../media/image5.gif"/><Relationship Id="rId4" Type="http://schemas.openxmlformats.org/officeDocument/2006/relationships/image" Target="../media/image4.gif"/></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10.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9" Type="http://schemas.openxmlformats.org/officeDocument/2006/relationships/image" Target="../media/image71.png"/><Relationship Id="rId21" Type="http://schemas.openxmlformats.org/officeDocument/2006/relationships/image" Target="../media/image53.png"/><Relationship Id="rId34" Type="http://schemas.openxmlformats.org/officeDocument/2006/relationships/image" Target="../media/image66.png"/><Relationship Id="rId42" Type="http://schemas.openxmlformats.org/officeDocument/2006/relationships/image" Target="../media/image74.png"/><Relationship Id="rId7" Type="http://schemas.openxmlformats.org/officeDocument/2006/relationships/image" Target="../media/image39.png"/><Relationship Id="rId2" Type="http://schemas.openxmlformats.org/officeDocument/2006/relationships/notesSlide" Target="../notesSlides/notesSlide19.xml"/><Relationship Id="rId16" Type="http://schemas.openxmlformats.org/officeDocument/2006/relationships/image" Target="../media/image48.png"/><Relationship Id="rId29"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32" Type="http://schemas.openxmlformats.org/officeDocument/2006/relationships/image" Target="../media/image64.png"/><Relationship Id="rId37" Type="http://schemas.openxmlformats.org/officeDocument/2006/relationships/image" Target="../media/image69.png"/><Relationship Id="rId40" Type="http://schemas.openxmlformats.org/officeDocument/2006/relationships/image" Target="../media/image72.png"/><Relationship Id="rId45" Type="http://schemas.openxmlformats.org/officeDocument/2006/relationships/image" Target="../media/image77.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36" Type="http://schemas.openxmlformats.org/officeDocument/2006/relationships/image" Target="../media/image68.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4" Type="http://schemas.openxmlformats.org/officeDocument/2006/relationships/image" Target="../media/image76.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 Id="rId35" Type="http://schemas.openxmlformats.org/officeDocument/2006/relationships/image" Target="../media/image67.png"/><Relationship Id="rId43" Type="http://schemas.openxmlformats.org/officeDocument/2006/relationships/image" Target="../media/image75.png"/><Relationship Id="rId8" Type="http://schemas.openxmlformats.org/officeDocument/2006/relationships/image" Target="../media/image40.png"/><Relationship Id="rId3" Type="http://schemas.openxmlformats.org/officeDocument/2006/relationships/image" Target="../media/image31.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33" Type="http://schemas.openxmlformats.org/officeDocument/2006/relationships/image" Target="../media/image65.png"/><Relationship Id="rId38" Type="http://schemas.openxmlformats.org/officeDocument/2006/relationships/image" Target="../media/image70.png"/><Relationship Id="rId20" Type="http://schemas.openxmlformats.org/officeDocument/2006/relationships/image" Target="../media/image52.png"/><Relationship Id="rId41" Type="http://schemas.openxmlformats.org/officeDocument/2006/relationships/image" Target="../media/image7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 name="cover-title">
            <a:extLst>
              <a:ext uri="{FF2B5EF4-FFF2-40B4-BE49-F238E27FC236}">
                <a16:creationId xmlns:a16="http://schemas.microsoft.com/office/drawing/2014/main" id="{B4CA5FB2-F246-4B3D-A253-C533F162CFCE}"/>
              </a:ext>
            </a:extLst>
          </p:cNvPr>
          <p:cNvSpPr>
            <a:spLocks noGrp="1"/>
          </p:cNvSpPr>
          <p:nvPr/>
        </p:nvSpPr>
        <p:spPr>
          <a:xfrm>
            <a:off x="762000" y="2152650"/>
            <a:ext cx="10477500" cy="1143000"/>
          </a:xfrm>
          <a:prstGeom prst="rect">
            <a:avLst/>
          </a:prstGeom>
          <a:noFill/>
          <a:ln w="0">
            <a:noFill/>
          </a:ln>
        </p:spPr>
        <p:txBody>
          <a:bodyPr lIns="0" tIns="0" rIns="0" bIns="0" anchor="ctr">
            <a:noAutofit/>
          </a:bodyPr>
          <a:lstStyle/>
          <a:p>
            <a:pPr>
              <a:defRPr sz="7950" b="1">
                <a:solidFill>
                  <a:srgbClr val="F4F0E8"/>
                </a:solidFill>
                <a:latin typeface="Aptos"/>
                <a:ea typeface="Aptos"/>
                <a:cs typeface="Aptos"/>
              </a:defRPr>
            </a:pPr>
            <a:r>
              <a:rPr sz="7950" b="1">
                <a:solidFill>
                  <a:srgbClr val="F4F0E8"/>
                </a:solidFill>
                <a:latin typeface="Aptos"/>
                <a:ea typeface="Aptos"/>
                <a:cs typeface="Aptos"/>
              </a:rPr>
              <a:t>LAEMA</a:t>
            </a:r>
          </a:p>
        </p:txBody>
      </p:sp>
      <p:sp>
        <p:nvSpPr>
          <p:cNvPr id="2" name="cover-subtitle">
            <a:extLst>
              <a:ext uri="{FF2B5EF4-FFF2-40B4-BE49-F238E27FC236}">
                <a16:creationId xmlns:a16="http://schemas.microsoft.com/office/drawing/2014/main" id="{7BA1DF95-E521-4CCB-8B9B-9BDDEF4301B9}"/>
              </a:ext>
            </a:extLst>
          </p:cNvPr>
          <p:cNvSpPr>
            <a:spLocks noGrp="1"/>
          </p:cNvSpPr>
          <p:nvPr/>
        </p:nvSpPr>
        <p:spPr>
          <a:xfrm>
            <a:off x="809625" y="3533775"/>
            <a:ext cx="10001250" cy="495300"/>
          </a:xfrm>
          <a:prstGeom prst="rect">
            <a:avLst/>
          </a:prstGeom>
          <a:noFill/>
          <a:ln w="0">
            <a:noFill/>
          </a:ln>
        </p:spPr>
        <p:txBody>
          <a:bodyPr lIns="0" tIns="0" rIns="0" bIns="0" anchor="ctr">
            <a:noAutofit/>
          </a:bodyPr>
          <a:lstStyle/>
          <a:p>
            <a:pPr>
              <a:defRPr sz="2250" b="0">
                <a:solidFill>
                  <a:srgbClr val="AABAC4"/>
                </a:solidFill>
                <a:latin typeface="Aptos"/>
                <a:ea typeface="Aptos"/>
                <a:cs typeface="Aptos"/>
              </a:defRPr>
            </a:pPr>
            <a:r>
              <a:rPr sz="2250" b="0">
                <a:solidFill>
                  <a:srgbClr val="AABAC4"/>
                </a:solidFill>
                <a:latin typeface="Aptos"/>
                <a:ea typeface="Aptos"/>
                <a:cs typeface="Aptos"/>
              </a:rPr>
              <a:t>Dev Tournament 2026 Pitch</a:t>
            </a:r>
          </a:p>
        </p:txBody>
      </p:sp>
    </p:spTree>
    <p:extLst>
      <p:ext uri="{BB962C8B-B14F-4D97-AF65-F5344CB8AC3E}">
        <p14:creationId xmlns:p14="http://schemas.microsoft.com/office/powerpoint/2010/main" val="13834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1666BA57-197F-4DF3-91CF-5BC20236EADF}"/>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Melee combo</a:t>
            </a:r>
          </a:p>
        </p:txBody>
      </p:sp>
      <p:sp>
        <p:nvSpPr>
          <p:cNvPr id="2" name="description">
            <a:extLst>
              <a:ext uri="{FF2B5EF4-FFF2-40B4-BE49-F238E27FC236}">
                <a16:creationId xmlns:a16="http://schemas.microsoft.com/office/drawing/2014/main" id="{D5E3CD71-8464-4390-BD9B-7D73F9BE0C8B}"/>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A familiar five-hit chain</a:t>
            </a:r>
          </a:p>
        </p:txBody>
      </p:sp>
      <p:pic>
        <p:nvPicPr>
          <p:cNvPr id="18" name="Picture 17"/>
          <p:cNvPicPr>
            <a:picLocks noChangeAspect="1"/>
          </p:cNvPicPr>
          <p:nvPr/>
        </p:nvPicPr>
        <p:blipFill>
          <a:blip r:embed="rId3"/>
          <a:stretch/>
        </p:blipFill>
        <p:spPr>
          <a:xfrm>
            <a:off x="3200400" y="1524000"/>
            <a:ext cx="5791200" cy="3619500"/>
          </a:xfrm>
          <a:prstGeom prst="rect">
            <a:avLst/>
          </a:prstGeom>
        </p:spPr>
      </p:pic>
      <p:sp>
        <p:nvSpPr>
          <p:cNvPr id="4" name="command-0">
            <a:extLst>
              <a:ext uri="{FF2B5EF4-FFF2-40B4-BE49-F238E27FC236}">
                <a16:creationId xmlns:a16="http://schemas.microsoft.com/office/drawing/2014/main" id="{5CD24B8F-43B8-4AC1-9318-DBAE30AC3FD2}"/>
              </a:ext>
            </a:extLst>
          </p:cNvPr>
          <p:cNvSpPr>
            <a:spLocks noGrp="1"/>
          </p:cNvSpPr>
          <p:nvPr/>
        </p:nvSpPr>
        <p:spPr>
          <a:xfrm>
            <a:off x="35052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X1</a:t>
            </a:r>
          </a:p>
        </p:txBody>
      </p:sp>
      <p:sp>
        <p:nvSpPr>
          <p:cNvPr id="5" name="active-0">
            <a:extLst>
              <a:ext uri="{FF2B5EF4-FFF2-40B4-BE49-F238E27FC236}">
                <a16:creationId xmlns:a16="http://schemas.microsoft.com/office/drawing/2014/main" id="{D8D72895-1C60-4233-80D0-D6BAA5FC72D9}"/>
              </a:ext>
            </a:extLst>
          </p:cNvPr>
          <p:cNvSpPr>
            <a:spLocks noGrp="1"/>
          </p:cNvSpPr>
          <p:nvPr/>
        </p:nvSpPr>
        <p:spPr>
          <a:xfrm>
            <a:off x="35052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X1</a:t>
            </a:r>
          </a:p>
        </p:txBody>
      </p:sp>
      <p:sp>
        <p:nvSpPr>
          <p:cNvPr id="6" name="command-1">
            <a:extLst>
              <a:ext uri="{FF2B5EF4-FFF2-40B4-BE49-F238E27FC236}">
                <a16:creationId xmlns:a16="http://schemas.microsoft.com/office/drawing/2014/main" id="{21ED26F7-FA2B-4EEA-9CF4-38A61F4A49FE}"/>
              </a:ext>
            </a:extLst>
          </p:cNvPr>
          <p:cNvSpPr>
            <a:spLocks noGrp="1"/>
          </p:cNvSpPr>
          <p:nvPr/>
        </p:nvSpPr>
        <p:spPr>
          <a:xfrm>
            <a:off x="455295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X2</a:t>
            </a:r>
          </a:p>
        </p:txBody>
      </p:sp>
      <p:sp>
        <p:nvSpPr>
          <p:cNvPr id="7" name="active-1">
            <a:extLst>
              <a:ext uri="{FF2B5EF4-FFF2-40B4-BE49-F238E27FC236}">
                <a16:creationId xmlns:a16="http://schemas.microsoft.com/office/drawing/2014/main" id="{ACA4E728-671C-4F3C-BC67-36BD9B61E07C}"/>
              </a:ext>
            </a:extLst>
          </p:cNvPr>
          <p:cNvSpPr>
            <a:spLocks noGrp="1"/>
          </p:cNvSpPr>
          <p:nvPr/>
        </p:nvSpPr>
        <p:spPr>
          <a:xfrm>
            <a:off x="455295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X2</a:t>
            </a:r>
          </a:p>
        </p:txBody>
      </p:sp>
      <p:sp>
        <p:nvSpPr>
          <p:cNvPr id="8" name="command-2">
            <a:extLst>
              <a:ext uri="{FF2B5EF4-FFF2-40B4-BE49-F238E27FC236}">
                <a16:creationId xmlns:a16="http://schemas.microsoft.com/office/drawing/2014/main" id="{644FCB23-0D97-49AE-8341-B80AC90A4B49}"/>
              </a:ext>
            </a:extLst>
          </p:cNvPr>
          <p:cNvSpPr>
            <a:spLocks noGrp="1"/>
          </p:cNvSpPr>
          <p:nvPr/>
        </p:nvSpPr>
        <p:spPr>
          <a:xfrm>
            <a:off x="56007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X3</a:t>
            </a:r>
          </a:p>
        </p:txBody>
      </p:sp>
      <p:sp>
        <p:nvSpPr>
          <p:cNvPr id="9" name="active-2">
            <a:extLst>
              <a:ext uri="{FF2B5EF4-FFF2-40B4-BE49-F238E27FC236}">
                <a16:creationId xmlns:a16="http://schemas.microsoft.com/office/drawing/2014/main" id="{81CB9B7E-0BC4-4DC7-9686-30388CCAA75C}"/>
              </a:ext>
            </a:extLst>
          </p:cNvPr>
          <p:cNvSpPr>
            <a:spLocks noGrp="1"/>
          </p:cNvSpPr>
          <p:nvPr/>
        </p:nvSpPr>
        <p:spPr>
          <a:xfrm>
            <a:off x="56007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X3</a:t>
            </a:r>
          </a:p>
        </p:txBody>
      </p:sp>
      <p:sp>
        <p:nvSpPr>
          <p:cNvPr id="10" name="command-3">
            <a:extLst>
              <a:ext uri="{FF2B5EF4-FFF2-40B4-BE49-F238E27FC236}">
                <a16:creationId xmlns:a16="http://schemas.microsoft.com/office/drawing/2014/main" id="{D638588D-133D-4793-8951-064665A04773}"/>
              </a:ext>
            </a:extLst>
          </p:cNvPr>
          <p:cNvSpPr>
            <a:spLocks noGrp="1"/>
          </p:cNvSpPr>
          <p:nvPr/>
        </p:nvSpPr>
        <p:spPr>
          <a:xfrm>
            <a:off x="664845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X4</a:t>
            </a:r>
          </a:p>
        </p:txBody>
      </p:sp>
      <p:sp>
        <p:nvSpPr>
          <p:cNvPr id="11" name="active-3">
            <a:extLst>
              <a:ext uri="{FF2B5EF4-FFF2-40B4-BE49-F238E27FC236}">
                <a16:creationId xmlns:a16="http://schemas.microsoft.com/office/drawing/2014/main" id="{375195F1-860E-4637-B94E-0CE7928795FA}"/>
              </a:ext>
            </a:extLst>
          </p:cNvPr>
          <p:cNvSpPr>
            <a:spLocks noGrp="1"/>
          </p:cNvSpPr>
          <p:nvPr/>
        </p:nvSpPr>
        <p:spPr>
          <a:xfrm>
            <a:off x="664845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X4</a:t>
            </a:r>
          </a:p>
        </p:txBody>
      </p:sp>
      <p:sp>
        <p:nvSpPr>
          <p:cNvPr id="12" name="command-4">
            <a:extLst>
              <a:ext uri="{FF2B5EF4-FFF2-40B4-BE49-F238E27FC236}">
                <a16:creationId xmlns:a16="http://schemas.microsoft.com/office/drawing/2014/main" id="{36A17FD3-ED06-456F-8EEC-94427D91F8A4}"/>
              </a:ext>
            </a:extLst>
          </p:cNvPr>
          <p:cNvSpPr>
            <a:spLocks noGrp="1"/>
          </p:cNvSpPr>
          <p:nvPr/>
        </p:nvSpPr>
        <p:spPr>
          <a:xfrm>
            <a:off x="76962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X5</a:t>
            </a:r>
          </a:p>
        </p:txBody>
      </p:sp>
      <p:sp>
        <p:nvSpPr>
          <p:cNvPr id="13" name="active-4">
            <a:extLst>
              <a:ext uri="{FF2B5EF4-FFF2-40B4-BE49-F238E27FC236}">
                <a16:creationId xmlns:a16="http://schemas.microsoft.com/office/drawing/2014/main" id="{3975DE3C-7018-4249-AFE2-77E491BF82F5}"/>
              </a:ext>
            </a:extLst>
          </p:cNvPr>
          <p:cNvSpPr>
            <a:spLocks noGrp="1"/>
          </p:cNvSpPr>
          <p:nvPr/>
        </p:nvSpPr>
        <p:spPr>
          <a:xfrm>
            <a:off x="76962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X5</a:t>
            </a:r>
          </a:p>
        </p:txBody>
      </p:sp>
      <p:sp>
        <p:nvSpPr>
          <p:cNvPr id="15" name="page">
            <a:extLst>
              <a:ext uri="{FF2B5EF4-FFF2-40B4-BE49-F238E27FC236}">
                <a16:creationId xmlns:a16="http://schemas.microsoft.com/office/drawing/2014/main" id="{B749887B-508F-4AAC-808E-24F40ACDAA3E}"/>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01</a:t>
            </a:r>
          </a:p>
        </p:txBody>
      </p:sp>
    </p:spTree>
    <p:extLst>
      <p:ext uri="{BB962C8B-B14F-4D97-AF65-F5344CB8AC3E}">
        <p14:creationId xmlns:p14="http://schemas.microsoft.com/office/powerpoint/2010/main" val="98096856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xit" presetSubtype="0" fill="hold" nodeType="withEffect">
                            <p:stCondLst>
                              <p:cond delay="2000"/>
                            </p:stCondLst>
                            <p:childTnLst>
                              <p:set>
                                <p:cBhvr>
                                  <p:cTn id="7" dur="1" fill="hold">
                                    <p:stCondLst>
                                      <p:cond delay="0"/>
                                    </p:stCondLst>
                                  </p:cTn>
                                  <p:tgtEl>
                                    <p:spTgt spid="5"/>
                                  </p:tgtEl>
                                  <p:attrNameLst>
                                    <p:attrName>style.visibility</p:attrName>
                                  </p:attrNameLst>
                                </p:cBhvr>
                                <p:to>
                                  <p:strVal val="hidden"/>
                                </p:to>
                              </p:set>
                            </p:childTnLst>
                          </p:cTn>
                        </p:par>
                        <p:par>
                          <p:cTn id="8" presetID="1" presetClass="entr" presetSubtype="0" fill="hold" nodeType="withEffect">
                            <p:stCondLst>
                              <p:cond delay="2000"/>
                            </p:stCondLst>
                            <p:childTnLst>
                              <p:set>
                                <p:cBhvr>
                                  <p:cTn id="9" dur="1" fill="hold">
                                    <p:stCondLst>
                                      <p:cond delay="0"/>
                                    </p:stCondLst>
                                  </p:cTn>
                                  <p:tgtEl>
                                    <p:spTgt spid="7"/>
                                  </p:tgtEl>
                                  <p:attrNameLst>
                                    <p:attrName>style.visibility</p:attrName>
                                  </p:attrNameLst>
                                </p:cBhvr>
                                <p:to>
                                  <p:strVal val="visible"/>
                                </p:to>
                              </p:set>
                            </p:childTnLst>
                          </p:cTn>
                        </p:par>
                        <p:par>
                          <p:cTn id="10" presetID="1" presetClass="exit" presetSubtype="0" fill="hold" nodeType="withEffect">
                            <p:stCondLst>
                              <p:cond delay="3000"/>
                            </p:stCondLst>
                            <p:childTnLst>
                              <p:set>
                                <p:cBhvr>
                                  <p:cTn id="11" dur="1" fill="hold">
                                    <p:stCondLst>
                                      <p:cond delay="0"/>
                                    </p:stCondLst>
                                  </p:cTn>
                                  <p:tgtEl>
                                    <p:spTgt spid="7"/>
                                  </p:tgtEl>
                                  <p:attrNameLst>
                                    <p:attrName>style.visibility</p:attrName>
                                  </p:attrNameLst>
                                </p:cBhvr>
                                <p:to>
                                  <p:strVal val="hidden"/>
                                </p:to>
                              </p:set>
                            </p:childTnLst>
                          </p:cTn>
                        </p:par>
                        <p:par>
                          <p:cTn id="12" presetID="1" presetClass="entr" presetSubtype="0" fill="hold" nodeType="withEffect">
                            <p:stCondLst>
                              <p:cond delay="300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xit" presetSubtype="0" fill="hold" nodeType="withEffect">
                            <p:stCondLst>
                              <p:cond delay="4000"/>
                            </p:stCondLst>
                            <p:childTnLst>
                              <p:set>
                                <p:cBhvr>
                                  <p:cTn id="15" dur="1" fill="hold">
                                    <p:stCondLst>
                                      <p:cond delay="0"/>
                                    </p:stCondLst>
                                  </p:cTn>
                                  <p:tgtEl>
                                    <p:spTgt spid="9"/>
                                  </p:tgtEl>
                                  <p:attrNameLst>
                                    <p:attrName>style.visibility</p:attrName>
                                  </p:attrNameLst>
                                </p:cBhvr>
                                <p:to>
                                  <p:strVal val="hidden"/>
                                </p:to>
                              </p:set>
                            </p:childTnLst>
                          </p:cTn>
                        </p:par>
                        <p:par>
                          <p:cTn id="16" presetID="1" presetClass="entr" presetSubtype="0" fill="hold" nodeType="withEffect">
                            <p:stCondLst>
                              <p:cond delay="4000"/>
                            </p:stCondLst>
                            <p:childTnLst>
                              <p:set>
                                <p:cBhvr>
                                  <p:cTn id="17" dur="1" fill="hold">
                                    <p:stCondLst>
                                      <p:cond delay="0"/>
                                    </p:stCondLst>
                                  </p:cTn>
                                  <p:tgtEl>
                                    <p:spTgt spid="11"/>
                                  </p:tgtEl>
                                  <p:attrNameLst>
                                    <p:attrName>style.visibility</p:attrName>
                                  </p:attrNameLst>
                                </p:cBhvr>
                                <p:to>
                                  <p:strVal val="visible"/>
                                </p:to>
                              </p:set>
                            </p:childTnLst>
                          </p:cTn>
                        </p:par>
                        <p:par>
                          <p:cTn id="18" presetID="1" presetClass="exit" presetSubtype="0" fill="hold" nodeType="withEffect">
                            <p:stCondLst>
                              <p:cond delay="5000"/>
                            </p:stCondLst>
                            <p:childTnLst>
                              <p:set>
                                <p:cBhvr>
                                  <p:cTn id="19" dur="1" fill="hold">
                                    <p:stCondLst>
                                      <p:cond delay="0"/>
                                    </p:stCondLst>
                                  </p:cTn>
                                  <p:tgtEl>
                                    <p:spTgt spid="11"/>
                                  </p:tgtEl>
                                  <p:attrNameLst>
                                    <p:attrName>style.visibility</p:attrName>
                                  </p:attrNameLst>
                                </p:cBhvr>
                                <p:to>
                                  <p:strVal val="hidden"/>
                                </p:to>
                              </p:set>
                            </p:childTnLst>
                          </p:cTn>
                        </p:par>
                        <p:par>
                          <p:cTn id="20" presetID="1" presetClass="entr" presetSubtype="0" fill="hold" nodeType="withEffect">
                            <p:stCondLst>
                              <p:cond delay="5000"/>
                            </p:stCondLst>
                            <p:childTnLst>
                              <p:set>
                                <p:cBhvr>
                                  <p:cTn id="21" dur="1" fill="hold">
                                    <p:stCondLst>
                                      <p:cond delay="0"/>
                                    </p:stCondLst>
                                  </p:cTn>
                                  <p:tgtEl>
                                    <p:spTgt spid="13"/>
                                  </p:tgtEl>
                                  <p:attrNameLst>
                                    <p:attrName>style.visibility</p:attrName>
                                  </p:attrNameLst>
                                </p:cBhvr>
                                <p:to>
                                  <p:strVal val="visible"/>
                                </p:to>
                              </p:set>
                            </p:childTnLst>
                          </p:cTn>
                        </p:par>
                        <p:par>
                          <p:cTn id="22" presetID="1" presetClass="exit" presetSubtype="0" fill="hold" nodeType="withEffect">
                            <p:stCondLst>
                              <p:cond delay="6000"/>
                            </p:stCondLst>
                            <p:childTnLst>
                              <p:set>
                                <p:cBhvr>
                                  <p:cTn id="23" dur="1" fill="hold">
                                    <p:stCondLst>
                                      <p:cond delay="0"/>
                                    </p:stCondLst>
                                  </p:cTn>
                                  <p:tgtEl>
                                    <p:spTgt spid="13"/>
                                  </p:tgtEl>
                                  <p:attrNameLst>
                                    <p:attrName>style.visibility</p:attrName>
                                  </p:attrNameLst>
                                </p:cBhvr>
                                <p:to>
                                  <p:strVal val="hidden"/>
                                </p:to>
                              </p:set>
                            </p:childTnLst>
                          </p:cTn>
                        </p:par>
                      </p:childTnLst>
                    </p:cTn>
                  </p:par>
                </p:childTnLst>
              </p:cTn>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2" name="title">
            <a:extLst>
              <a:ext uri="{FF2B5EF4-FFF2-40B4-BE49-F238E27FC236}">
                <a16:creationId xmlns:a16="http://schemas.microsoft.com/office/drawing/2014/main" id="{BB1D66B7-F068-4034-84AA-98F8717DAA15}"/>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Generating orbs</a:t>
            </a:r>
          </a:p>
        </p:txBody>
      </p:sp>
      <p:sp>
        <p:nvSpPr>
          <p:cNvPr id="2" name="description">
            <a:extLst>
              <a:ext uri="{FF2B5EF4-FFF2-40B4-BE49-F238E27FC236}">
                <a16:creationId xmlns:a16="http://schemas.microsoft.com/office/drawing/2014/main" id="{80A9EBE6-B6AC-41D4-A820-AFC4C58ED230}"/>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Every landed hit generates one Fire orb</a:t>
            </a:r>
          </a:p>
        </p:txBody>
      </p:sp>
      <p:pic>
        <p:nvPicPr>
          <p:cNvPr id="34" name="Picture 33"/>
          <p:cNvPicPr>
            <a:picLocks noChangeAspect="1"/>
          </p:cNvPicPr>
          <p:nvPr/>
        </p:nvPicPr>
        <p:blipFill>
          <a:blip r:embed="rId3"/>
          <a:stretch/>
        </p:blipFill>
        <p:spPr>
          <a:xfrm>
            <a:off x="3200400" y="1524000"/>
            <a:ext cx="5791200" cy="3619500"/>
          </a:xfrm>
          <a:prstGeom prst="rect">
            <a:avLst/>
          </a:prstGeom>
        </p:spPr>
      </p:pic>
      <p:sp>
        <p:nvSpPr>
          <p:cNvPr id="4" name="command-0">
            <a:extLst>
              <a:ext uri="{FF2B5EF4-FFF2-40B4-BE49-F238E27FC236}">
                <a16:creationId xmlns:a16="http://schemas.microsoft.com/office/drawing/2014/main" id="{12B0C6D5-B6B6-4611-BA09-CAB56ABC3484}"/>
              </a:ext>
            </a:extLst>
          </p:cNvPr>
          <p:cNvSpPr>
            <a:spLocks noGrp="1"/>
          </p:cNvSpPr>
          <p:nvPr/>
        </p:nvSpPr>
        <p:spPr>
          <a:xfrm>
            <a:off x="35052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X1</a:t>
            </a:r>
          </a:p>
        </p:txBody>
      </p:sp>
      <p:sp>
        <p:nvSpPr>
          <p:cNvPr id="5" name="active-0">
            <a:extLst>
              <a:ext uri="{FF2B5EF4-FFF2-40B4-BE49-F238E27FC236}">
                <a16:creationId xmlns:a16="http://schemas.microsoft.com/office/drawing/2014/main" id="{F77CF070-0040-4491-9A1A-63993A14FFEB}"/>
              </a:ext>
            </a:extLst>
          </p:cNvPr>
          <p:cNvSpPr>
            <a:spLocks noGrp="1"/>
          </p:cNvSpPr>
          <p:nvPr/>
        </p:nvSpPr>
        <p:spPr>
          <a:xfrm>
            <a:off x="35052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X1</a:t>
            </a:r>
          </a:p>
        </p:txBody>
      </p:sp>
      <p:sp>
        <p:nvSpPr>
          <p:cNvPr id="6" name="command-1">
            <a:extLst>
              <a:ext uri="{FF2B5EF4-FFF2-40B4-BE49-F238E27FC236}">
                <a16:creationId xmlns:a16="http://schemas.microsoft.com/office/drawing/2014/main" id="{CFF36522-F3E2-404D-AC43-AC0C93C11E4E}"/>
              </a:ext>
            </a:extLst>
          </p:cNvPr>
          <p:cNvSpPr>
            <a:spLocks noGrp="1"/>
          </p:cNvSpPr>
          <p:nvPr/>
        </p:nvSpPr>
        <p:spPr>
          <a:xfrm>
            <a:off x="455295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X2</a:t>
            </a:r>
          </a:p>
        </p:txBody>
      </p:sp>
      <p:sp>
        <p:nvSpPr>
          <p:cNvPr id="7" name="active-1">
            <a:extLst>
              <a:ext uri="{FF2B5EF4-FFF2-40B4-BE49-F238E27FC236}">
                <a16:creationId xmlns:a16="http://schemas.microsoft.com/office/drawing/2014/main" id="{2617A261-9EE3-47AF-A8D7-EEEC9BA46755}"/>
              </a:ext>
            </a:extLst>
          </p:cNvPr>
          <p:cNvSpPr>
            <a:spLocks noGrp="1"/>
          </p:cNvSpPr>
          <p:nvPr/>
        </p:nvSpPr>
        <p:spPr>
          <a:xfrm>
            <a:off x="455295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X2</a:t>
            </a:r>
          </a:p>
        </p:txBody>
      </p:sp>
      <p:sp>
        <p:nvSpPr>
          <p:cNvPr id="8" name="command-2">
            <a:extLst>
              <a:ext uri="{FF2B5EF4-FFF2-40B4-BE49-F238E27FC236}">
                <a16:creationId xmlns:a16="http://schemas.microsoft.com/office/drawing/2014/main" id="{F1F85850-6A60-47C2-B38E-E13D6C35DCE5}"/>
              </a:ext>
            </a:extLst>
          </p:cNvPr>
          <p:cNvSpPr>
            <a:spLocks noGrp="1"/>
          </p:cNvSpPr>
          <p:nvPr/>
        </p:nvSpPr>
        <p:spPr>
          <a:xfrm>
            <a:off x="56007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X3</a:t>
            </a:r>
          </a:p>
        </p:txBody>
      </p:sp>
      <p:sp>
        <p:nvSpPr>
          <p:cNvPr id="9" name="active-2">
            <a:extLst>
              <a:ext uri="{FF2B5EF4-FFF2-40B4-BE49-F238E27FC236}">
                <a16:creationId xmlns:a16="http://schemas.microsoft.com/office/drawing/2014/main" id="{1328F743-C3BE-4742-B250-8B9326515B61}"/>
              </a:ext>
            </a:extLst>
          </p:cNvPr>
          <p:cNvSpPr>
            <a:spLocks noGrp="1"/>
          </p:cNvSpPr>
          <p:nvPr/>
        </p:nvSpPr>
        <p:spPr>
          <a:xfrm>
            <a:off x="56007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X3</a:t>
            </a:r>
          </a:p>
        </p:txBody>
      </p:sp>
      <p:sp>
        <p:nvSpPr>
          <p:cNvPr id="10" name="command-3">
            <a:extLst>
              <a:ext uri="{FF2B5EF4-FFF2-40B4-BE49-F238E27FC236}">
                <a16:creationId xmlns:a16="http://schemas.microsoft.com/office/drawing/2014/main" id="{C8E158F4-4C32-44FC-842D-FFDE7C23FE98}"/>
              </a:ext>
            </a:extLst>
          </p:cNvPr>
          <p:cNvSpPr>
            <a:spLocks noGrp="1"/>
          </p:cNvSpPr>
          <p:nvPr/>
        </p:nvSpPr>
        <p:spPr>
          <a:xfrm>
            <a:off x="664845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X4</a:t>
            </a:r>
          </a:p>
        </p:txBody>
      </p:sp>
      <p:sp>
        <p:nvSpPr>
          <p:cNvPr id="11" name="active-3">
            <a:extLst>
              <a:ext uri="{FF2B5EF4-FFF2-40B4-BE49-F238E27FC236}">
                <a16:creationId xmlns:a16="http://schemas.microsoft.com/office/drawing/2014/main" id="{ACECFA41-32E2-4C25-8346-D652AA305854}"/>
              </a:ext>
            </a:extLst>
          </p:cNvPr>
          <p:cNvSpPr>
            <a:spLocks noGrp="1"/>
          </p:cNvSpPr>
          <p:nvPr/>
        </p:nvSpPr>
        <p:spPr>
          <a:xfrm>
            <a:off x="664845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X4</a:t>
            </a:r>
          </a:p>
        </p:txBody>
      </p:sp>
      <p:sp>
        <p:nvSpPr>
          <p:cNvPr id="12" name="command-4">
            <a:extLst>
              <a:ext uri="{FF2B5EF4-FFF2-40B4-BE49-F238E27FC236}">
                <a16:creationId xmlns:a16="http://schemas.microsoft.com/office/drawing/2014/main" id="{AEC4528F-F3E4-4B16-A71F-F69AC6D29E98}"/>
              </a:ext>
            </a:extLst>
          </p:cNvPr>
          <p:cNvSpPr>
            <a:spLocks noGrp="1"/>
          </p:cNvSpPr>
          <p:nvPr/>
        </p:nvSpPr>
        <p:spPr>
          <a:xfrm>
            <a:off x="76962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X5</a:t>
            </a:r>
          </a:p>
        </p:txBody>
      </p:sp>
      <p:sp>
        <p:nvSpPr>
          <p:cNvPr id="13" name="active-4">
            <a:extLst>
              <a:ext uri="{FF2B5EF4-FFF2-40B4-BE49-F238E27FC236}">
                <a16:creationId xmlns:a16="http://schemas.microsoft.com/office/drawing/2014/main" id="{721858EB-F327-47DF-81A3-8DF9D3A21412}"/>
              </a:ext>
            </a:extLst>
          </p:cNvPr>
          <p:cNvSpPr>
            <a:spLocks noGrp="1"/>
          </p:cNvSpPr>
          <p:nvPr/>
        </p:nvSpPr>
        <p:spPr>
          <a:xfrm>
            <a:off x="76962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X5</a:t>
            </a:r>
          </a:p>
        </p:txBody>
      </p:sp>
      <p:sp>
        <p:nvSpPr>
          <p:cNvPr id="14" name="queue-label">
            <a:extLst>
              <a:ext uri="{FF2B5EF4-FFF2-40B4-BE49-F238E27FC236}">
                <a16:creationId xmlns:a16="http://schemas.microsoft.com/office/drawing/2014/main" id="{8F620E60-8213-4C38-BA43-8EC6B88B3067}"/>
              </a:ext>
            </a:extLst>
          </p:cNvPr>
          <p:cNvSpPr>
            <a:spLocks noGrp="1"/>
          </p:cNvSpPr>
          <p:nvPr/>
        </p:nvSpPr>
        <p:spPr>
          <a:xfrm>
            <a:off x="628650" y="5857875"/>
            <a:ext cx="2428875" cy="400050"/>
          </a:xfrm>
          <a:prstGeom prst="rect">
            <a:avLst/>
          </a:prstGeom>
          <a:noFill/>
          <a:ln w="0">
            <a:noFill/>
          </a:ln>
        </p:spPr>
        <p:txBody>
          <a:bodyPr lIns="0" tIns="0" rIns="0" bIns="0" anchor="ctr">
            <a:noAutofit/>
          </a:bodyPr>
          <a:lstStyle/>
          <a:p>
            <a:pPr>
              <a:defRPr sz="1725" b="0">
                <a:solidFill>
                  <a:srgbClr val="AABAC4"/>
                </a:solidFill>
                <a:latin typeface="Aptos"/>
                <a:ea typeface="Aptos"/>
                <a:cs typeface="Aptos"/>
              </a:defRPr>
            </a:pPr>
            <a:r>
              <a:rPr sz="1725" b="0">
                <a:solidFill>
                  <a:srgbClr val="AABAC4"/>
                </a:solidFill>
                <a:latin typeface="Aptos"/>
                <a:ea typeface="Aptos"/>
                <a:cs typeface="Aptos"/>
              </a:rPr>
              <a:t>Generated orbs</a:t>
            </a:r>
          </a:p>
        </p:txBody>
      </p:sp>
      <p:sp>
        <p:nvSpPr>
          <p:cNvPr id="15" name="slot-0">
            <a:extLst>
              <a:ext uri="{FF2B5EF4-FFF2-40B4-BE49-F238E27FC236}">
                <a16:creationId xmlns:a16="http://schemas.microsoft.com/office/drawing/2014/main" id="{E5F42665-AD17-450C-A625-7A86BAF40D6C}"/>
              </a:ext>
            </a:extLst>
          </p:cNvPr>
          <p:cNvSpPr>
            <a:spLocks noGrp="1"/>
          </p:cNvSpPr>
          <p:nvPr/>
        </p:nvSpPr>
        <p:spPr>
          <a:xfrm>
            <a:off x="3514725" y="5867400"/>
            <a:ext cx="400050" cy="400050"/>
          </a:xfrm>
          <a:prstGeom prst="ellipse">
            <a:avLst/>
          </a:prstGeom>
          <a:noFill/>
          <a:ln w="19050">
            <a:solidFill>
              <a:srgbClr val="3F5564"/>
            </a:solidFill>
          </a:ln>
        </p:spPr>
        <p:txBody>
          <a:bodyPr/>
          <a:lstStyle/>
          <a:p>
            <a:endParaRPr lang="en-US"/>
          </a:p>
        </p:txBody>
      </p:sp>
      <p:sp>
        <p:nvSpPr>
          <p:cNvPr id="16" name="orb-0">
            <a:extLst>
              <a:ext uri="{FF2B5EF4-FFF2-40B4-BE49-F238E27FC236}">
                <a16:creationId xmlns:a16="http://schemas.microsoft.com/office/drawing/2014/main" id="{53687D2F-9B5A-4FB9-869D-E2044A080F9D}"/>
              </a:ext>
            </a:extLst>
          </p:cNvPr>
          <p:cNvSpPr>
            <a:spLocks noGrp="1"/>
          </p:cNvSpPr>
          <p:nvPr/>
        </p:nvSpPr>
        <p:spPr>
          <a:xfrm>
            <a:off x="3514725" y="5867400"/>
            <a:ext cx="400050" cy="400050"/>
          </a:xfrm>
          <a:prstGeom prst="ellipse">
            <a:avLst/>
          </a:prstGeom>
          <a:solidFill>
            <a:srgbClr val="F45B43"/>
          </a:solidFill>
          <a:ln w="19050">
            <a:solidFill>
              <a:srgbClr val="F45B43"/>
            </a:solidFill>
          </a:ln>
        </p:spPr>
        <p:txBody>
          <a:bodyPr/>
          <a:lstStyle/>
          <a:p>
            <a:endParaRPr lang="en-US"/>
          </a:p>
        </p:txBody>
      </p:sp>
      <p:sp>
        <p:nvSpPr>
          <p:cNvPr id="17" name="orb-letter-0">
            <a:extLst>
              <a:ext uri="{FF2B5EF4-FFF2-40B4-BE49-F238E27FC236}">
                <a16:creationId xmlns:a16="http://schemas.microsoft.com/office/drawing/2014/main" id="{2F4B435B-47F7-477F-A14E-A5B68889F588}"/>
              </a:ext>
            </a:extLst>
          </p:cNvPr>
          <p:cNvSpPr>
            <a:spLocks noGrp="1"/>
          </p:cNvSpPr>
          <p:nvPr/>
        </p:nvSpPr>
        <p:spPr>
          <a:xfrm>
            <a:off x="36385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18" name="slot-1">
            <a:extLst>
              <a:ext uri="{FF2B5EF4-FFF2-40B4-BE49-F238E27FC236}">
                <a16:creationId xmlns:a16="http://schemas.microsoft.com/office/drawing/2014/main" id="{C5E69209-39EF-4905-B0D3-BE85422B68D9}"/>
              </a:ext>
            </a:extLst>
          </p:cNvPr>
          <p:cNvSpPr>
            <a:spLocks noGrp="1"/>
          </p:cNvSpPr>
          <p:nvPr/>
        </p:nvSpPr>
        <p:spPr>
          <a:xfrm>
            <a:off x="4562475" y="5867400"/>
            <a:ext cx="400050" cy="400050"/>
          </a:xfrm>
          <a:prstGeom prst="ellipse">
            <a:avLst/>
          </a:prstGeom>
          <a:noFill/>
          <a:ln w="19050">
            <a:solidFill>
              <a:srgbClr val="3F5564"/>
            </a:solidFill>
          </a:ln>
        </p:spPr>
        <p:txBody>
          <a:bodyPr/>
          <a:lstStyle/>
          <a:p>
            <a:endParaRPr lang="en-US"/>
          </a:p>
        </p:txBody>
      </p:sp>
      <p:sp>
        <p:nvSpPr>
          <p:cNvPr id="19" name="orb-1">
            <a:extLst>
              <a:ext uri="{FF2B5EF4-FFF2-40B4-BE49-F238E27FC236}">
                <a16:creationId xmlns:a16="http://schemas.microsoft.com/office/drawing/2014/main" id="{552C1FE0-8451-45E4-B6F9-C94C3FBE4716}"/>
              </a:ext>
            </a:extLst>
          </p:cNvPr>
          <p:cNvSpPr>
            <a:spLocks noGrp="1"/>
          </p:cNvSpPr>
          <p:nvPr/>
        </p:nvSpPr>
        <p:spPr>
          <a:xfrm>
            <a:off x="4562475" y="5867400"/>
            <a:ext cx="400050" cy="400050"/>
          </a:xfrm>
          <a:prstGeom prst="ellipse">
            <a:avLst/>
          </a:prstGeom>
          <a:solidFill>
            <a:srgbClr val="F45B43"/>
          </a:solidFill>
          <a:ln w="19050">
            <a:solidFill>
              <a:srgbClr val="F45B43"/>
            </a:solidFill>
          </a:ln>
        </p:spPr>
        <p:txBody>
          <a:bodyPr/>
          <a:lstStyle/>
          <a:p>
            <a:endParaRPr lang="en-US"/>
          </a:p>
        </p:txBody>
      </p:sp>
      <p:sp>
        <p:nvSpPr>
          <p:cNvPr id="20" name="orb-letter-1">
            <a:extLst>
              <a:ext uri="{FF2B5EF4-FFF2-40B4-BE49-F238E27FC236}">
                <a16:creationId xmlns:a16="http://schemas.microsoft.com/office/drawing/2014/main" id="{3C40F0CA-2DD6-4BFD-8AD0-76F60343CBFD}"/>
              </a:ext>
            </a:extLst>
          </p:cNvPr>
          <p:cNvSpPr>
            <a:spLocks noGrp="1"/>
          </p:cNvSpPr>
          <p:nvPr/>
        </p:nvSpPr>
        <p:spPr>
          <a:xfrm>
            <a:off x="468630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1" name="slot-2">
            <a:extLst>
              <a:ext uri="{FF2B5EF4-FFF2-40B4-BE49-F238E27FC236}">
                <a16:creationId xmlns:a16="http://schemas.microsoft.com/office/drawing/2014/main" id="{E1B0E0E2-07CE-492E-AD71-DCDB3CE1F4B2}"/>
              </a:ext>
            </a:extLst>
          </p:cNvPr>
          <p:cNvSpPr>
            <a:spLocks noGrp="1"/>
          </p:cNvSpPr>
          <p:nvPr/>
        </p:nvSpPr>
        <p:spPr>
          <a:xfrm>
            <a:off x="5610225" y="5867400"/>
            <a:ext cx="400050" cy="400050"/>
          </a:xfrm>
          <a:prstGeom prst="ellipse">
            <a:avLst/>
          </a:prstGeom>
          <a:noFill/>
          <a:ln w="19050">
            <a:solidFill>
              <a:srgbClr val="3F5564"/>
            </a:solidFill>
          </a:ln>
        </p:spPr>
        <p:txBody>
          <a:bodyPr/>
          <a:lstStyle/>
          <a:p>
            <a:endParaRPr lang="en-US"/>
          </a:p>
        </p:txBody>
      </p:sp>
      <p:sp>
        <p:nvSpPr>
          <p:cNvPr id="22" name="orb-2">
            <a:extLst>
              <a:ext uri="{FF2B5EF4-FFF2-40B4-BE49-F238E27FC236}">
                <a16:creationId xmlns:a16="http://schemas.microsoft.com/office/drawing/2014/main" id="{91262ACB-F3CB-4E1D-B082-94AABE9796AB}"/>
              </a:ext>
            </a:extLst>
          </p:cNvPr>
          <p:cNvSpPr>
            <a:spLocks noGrp="1"/>
          </p:cNvSpPr>
          <p:nvPr/>
        </p:nvSpPr>
        <p:spPr>
          <a:xfrm>
            <a:off x="5610225" y="5867400"/>
            <a:ext cx="400050" cy="400050"/>
          </a:xfrm>
          <a:prstGeom prst="ellipse">
            <a:avLst/>
          </a:prstGeom>
          <a:solidFill>
            <a:srgbClr val="F45B43"/>
          </a:solidFill>
          <a:ln w="19050">
            <a:solidFill>
              <a:srgbClr val="F45B43"/>
            </a:solidFill>
          </a:ln>
        </p:spPr>
        <p:txBody>
          <a:bodyPr/>
          <a:lstStyle/>
          <a:p>
            <a:endParaRPr lang="en-US"/>
          </a:p>
        </p:txBody>
      </p:sp>
      <p:sp>
        <p:nvSpPr>
          <p:cNvPr id="23" name="orb-letter-2">
            <a:extLst>
              <a:ext uri="{FF2B5EF4-FFF2-40B4-BE49-F238E27FC236}">
                <a16:creationId xmlns:a16="http://schemas.microsoft.com/office/drawing/2014/main" id="{8DB225A0-7660-45C3-906F-37917ACEA464}"/>
              </a:ext>
            </a:extLst>
          </p:cNvPr>
          <p:cNvSpPr>
            <a:spLocks noGrp="1"/>
          </p:cNvSpPr>
          <p:nvPr/>
        </p:nvSpPr>
        <p:spPr>
          <a:xfrm>
            <a:off x="57340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4" name="slot-3">
            <a:extLst>
              <a:ext uri="{FF2B5EF4-FFF2-40B4-BE49-F238E27FC236}">
                <a16:creationId xmlns:a16="http://schemas.microsoft.com/office/drawing/2014/main" id="{F2B11744-A2BC-46AC-986A-0E0EDF9BA1D8}"/>
              </a:ext>
            </a:extLst>
          </p:cNvPr>
          <p:cNvSpPr>
            <a:spLocks noGrp="1"/>
          </p:cNvSpPr>
          <p:nvPr/>
        </p:nvSpPr>
        <p:spPr>
          <a:xfrm>
            <a:off x="6657975" y="5867400"/>
            <a:ext cx="400050" cy="400050"/>
          </a:xfrm>
          <a:prstGeom prst="ellipse">
            <a:avLst/>
          </a:prstGeom>
          <a:noFill/>
          <a:ln w="19050">
            <a:solidFill>
              <a:srgbClr val="3F5564"/>
            </a:solidFill>
          </a:ln>
        </p:spPr>
        <p:txBody>
          <a:bodyPr/>
          <a:lstStyle/>
          <a:p>
            <a:endParaRPr lang="en-US"/>
          </a:p>
        </p:txBody>
      </p:sp>
      <p:sp>
        <p:nvSpPr>
          <p:cNvPr id="25" name="orb-3">
            <a:extLst>
              <a:ext uri="{FF2B5EF4-FFF2-40B4-BE49-F238E27FC236}">
                <a16:creationId xmlns:a16="http://schemas.microsoft.com/office/drawing/2014/main" id="{2093FA2F-D0C0-4A94-A200-0E117C673A35}"/>
              </a:ext>
            </a:extLst>
          </p:cNvPr>
          <p:cNvSpPr>
            <a:spLocks noGrp="1"/>
          </p:cNvSpPr>
          <p:nvPr/>
        </p:nvSpPr>
        <p:spPr>
          <a:xfrm>
            <a:off x="6657975" y="5867400"/>
            <a:ext cx="400050" cy="400050"/>
          </a:xfrm>
          <a:prstGeom prst="ellipse">
            <a:avLst/>
          </a:prstGeom>
          <a:solidFill>
            <a:srgbClr val="F45B43"/>
          </a:solidFill>
          <a:ln w="19050">
            <a:solidFill>
              <a:srgbClr val="F45B43"/>
            </a:solidFill>
          </a:ln>
        </p:spPr>
        <p:txBody>
          <a:bodyPr/>
          <a:lstStyle/>
          <a:p>
            <a:endParaRPr lang="en-US"/>
          </a:p>
        </p:txBody>
      </p:sp>
      <p:sp>
        <p:nvSpPr>
          <p:cNvPr id="26" name="orb-letter-3">
            <a:extLst>
              <a:ext uri="{FF2B5EF4-FFF2-40B4-BE49-F238E27FC236}">
                <a16:creationId xmlns:a16="http://schemas.microsoft.com/office/drawing/2014/main" id="{1C95D8F2-4809-4379-A7A6-14A00BAB682D}"/>
              </a:ext>
            </a:extLst>
          </p:cNvPr>
          <p:cNvSpPr>
            <a:spLocks noGrp="1"/>
          </p:cNvSpPr>
          <p:nvPr/>
        </p:nvSpPr>
        <p:spPr>
          <a:xfrm>
            <a:off x="678180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7" name="slot-4">
            <a:extLst>
              <a:ext uri="{FF2B5EF4-FFF2-40B4-BE49-F238E27FC236}">
                <a16:creationId xmlns:a16="http://schemas.microsoft.com/office/drawing/2014/main" id="{C95D5758-D687-49F7-B7E6-3F1F488CBA57}"/>
              </a:ext>
            </a:extLst>
          </p:cNvPr>
          <p:cNvSpPr>
            <a:spLocks noGrp="1"/>
          </p:cNvSpPr>
          <p:nvPr/>
        </p:nvSpPr>
        <p:spPr>
          <a:xfrm>
            <a:off x="7705725" y="5867400"/>
            <a:ext cx="400050" cy="400050"/>
          </a:xfrm>
          <a:prstGeom prst="ellipse">
            <a:avLst/>
          </a:prstGeom>
          <a:noFill/>
          <a:ln w="19050">
            <a:solidFill>
              <a:srgbClr val="3F5564"/>
            </a:solidFill>
          </a:ln>
        </p:spPr>
        <p:txBody>
          <a:bodyPr/>
          <a:lstStyle/>
          <a:p>
            <a:endParaRPr lang="en-US"/>
          </a:p>
        </p:txBody>
      </p:sp>
      <p:sp>
        <p:nvSpPr>
          <p:cNvPr id="28" name="orb-4">
            <a:extLst>
              <a:ext uri="{FF2B5EF4-FFF2-40B4-BE49-F238E27FC236}">
                <a16:creationId xmlns:a16="http://schemas.microsoft.com/office/drawing/2014/main" id="{0868467F-A9C9-4EB7-A5C7-7454DBF7C416}"/>
              </a:ext>
            </a:extLst>
          </p:cNvPr>
          <p:cNvSpPr>
            <a:spLocks noGrp="1"/>
          </p:cNvSpPr>
          <p:nvPr/>
        </p:nvSpPr>
        <p:spPr>
          <a:xfrm>
            <a:off x="7705725" y="5867400"/>
            <a:ext cx="400050" cy="400050"/>
          </a:xfrm>
          <a:prstGeom prst="ellipse">
            <a:avLst/>
          </a:prstGeom>
          <a:solidFill>
            <a:srgbClr val="F45B43"/>
          </a:solidFill>
          <a:ln w="19050">
            <a:solidFill>
              <a:srgbClr val="F45B43"/>
            </a:solidFill>
          </a:ln>
        </p:spPr>
        <p:txBody>
          <a:bodyPr/>
          <a:lstStyle/>
          <a:p>
            <a:endParaRPr lang="en-US"/>
          </a:p>
        </p:txBody>
      </p:sp>
      <p:sp>
        <p:nvSpPr>
          <p:cNvPr id="29" name="orb-letter-4">
            <a:extLst>
              <a:ext uri="{FF2B5EF4-FFF2-40B4-BE49-F238E27FC236}">
                <a16:creationId xmlns:a16="http://schemas.microsoft.com/office/drawing/2014/main" id="{DE1844D7-B991-4871-B843-F2F093E70458}"/>
              </a:ext>
            </a:extLst>
          </p:cNvPr>
          <p:cNvSpPr>
            <a:spLocks noGrp="1"/>
          </p:cNvSpPr>
          <p:nvPr/>
        </p:nvSpPr>
        <p:spPr>
          <a:xfrm>
            <a:off x="78295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31" name="page">
            <a:extLst>
              <a:ext uri="{FF2B5EF4-FFF2-40B4-BE49-F238E27FC236}">
                <a16:creationId xmlns:a16="http://schemas.microsoft.com/office/drawing/2014/main" id="{29409667-1E90-4D37-8E0B-8D2B7574EC73}"/>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02</a:t>
            </a:r>
          </a:p>
        </p:txBody>
      </p:sp>
    </p:spTree>
    <p:extLst>
      <p:ext uri="{BB962C8B-B14F-4D97-AF65-F5344CB8AC3E}">
        <p14:creationId xmlns:p14="http://schemas.microsoft.com/office/powerpoint/2010/main" val="2050545040"/>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ntr" presetSubtype="0" fill="hold" nodeType="withEffect">
                            <p:stCondLst>
                              <p:cond delay="1360"/>
                            </p:stCondLst>
                            <p:childTnLst>
                              <p:set>
                                <p:cBhvr>
                                  <p:cTn id="7" dur="1" fill="hold">
                                    <p:stCondLst>
                                      <p:cond delay="0"/>
                                    </p:stCondLst>
                                  </p:cTn>
                                  <p:tgtEl>
                                    <p:spTgt spid="16"/>
                                  </p:tgtEl>
                                  <p:attrNameLst>
                                    <p:attrName>style.visibility</p:attrName>
                                  </p:attrNameLst>
                                </p:cBhvr>
                                <p:to>
                                  <p:strVal val="visible"/>
                                </p:to>
                              </p:set>
                            </p:childTnLst>
                          </p:cTn>
                        </p:par>
                        <p:par>
                          <p:cTn id="8" presetID="1" presetClass="entr" presetSubtype="0" fill="hold" nodeType="withEffect">
                            <p:stCondLst>
                              <p:cond delay="1360"/>
                            </p:stCondLst>
                            <p:childTnLst>
                              <p:set>
                                <p:cBhvr>
                                  <p:cTn id="9" dur="1" fill="hold">
                                    <p:stCondLst>
                                      <p:cond delay="0"/>
                                    </p:stCondLst>
                                  </p:cTn>
                                  <p:tgtEl>
                                    <p:spTgt spid="17"/>
                                  </p:tgtEl>
                                  <p:attrNameLst>
                                    <p:attrName>style.visibility</p:attrName>
                                  </p:attrNameLst>
                                </p:cBhvr>
                                <p:to>
                                  <p:strVal val="visible"/>
                                </p:to>
                              </p:set>
                            </p:childTnLst>
                          </p:cTn>
                        </p:par>
                        <p:par>
                          <p:cTn id="10" presetID="1" presetClass="exit" presetSubtype="0" fill="hold" nodeType="withEffect">
                            <p:stCondLst>
                              <p:cond delay="2000"/>
                            </p:stCondLst>
                            <p:childTnLst>
                              <p:set>
                                <p:cBhvr>
                                  <p:cTn id="11" dur="1" fill="hold">
                                    <p:stCondLst>
                                      <p:cond delay="0"/>
                                    </p:stCondLst>
                                  </p:cTn>
                                  <p:tgtEl>
                                    <p:spTgt spid="5"/>
                                  </p:tgtEl>
                                  <p:attrNameLst>
                                    <p:attrName>style.visibility</p:attrName>
                                  </p:attrNameLst>
                                </p:cBhvr>
                                <p:to>
                                  <p:strVal val="hidden"/>
                                </p:to>
                              </p:set>
                            </p:childTnLst>
                          </p:cTn>
                        </p:par>
                        <p:par>
                          <p:cTn id="12" presetID="1" presetClass="entr" presetSubtype="0" fill="hold" nodeType="withEffect">
                            <p:stCondLst>
                              <p:cond delay="200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nodeType="withEffect">
                            <p:stCondLst>
                              <p:cond delay="2360"/>
                            </p:stCondLst>
                            <p:childTnLst>
                              <p:set>
                                <p:cBhvr>
                                  <p:cTn id="15" dur="1" fill="hold">
                                    <p:stCondLst>
                                      <p:cond delay="0"/>
                                    </p:stCondLst>
                                  </p:cTn>
                                  <p:tgtEl>
                                    <p:spTgt spid="19"/>
                                  </p:tgtEl>
                                  <p:attrNameLst>
                                    <p:attrName>style.visibility</p:attrName>
                                  </p:attrNameLst>
                                </p:cBhvr>
                                <p:to>
                                  <p:strVal val="visible"/>
                                </p:to>
                              </p:set>
                            </p:childTnLst>
                          </p:cTn>
                        </p:par>
                        <p:par>
                          <p:cTn id="16" presetID="1" presetClass="entr" presetSubtype="0" fill="hold" nodeType="withEffect">
                            <p:stCondLst>
                              <p:cond delay="2360"/>
                            </p:stCondLst>
                            <p:childTnLst>
                              <p:set>
                                <p:cBhvr>
                                  <p:cTn id="17" dur="1" fill="hold">
                                    <p:stCondLst>
                                      <p:cond delay="0"/>
                                    </p:stCondLst>
                                  </p:cTn>
                                  <p:tgtEl>
                                    <p:spTgt spid="20"/>
                                  </p:tgtEl>
                                  <p:attrNameLst>
                                    <p:attrName>style.visibility</p:attrName>
                                  </p:attrNameLst>
                                </p:cBhvr>
                                <p:to>
                                  <p:strVal val="visible"/>
                                </p:to>
                              </p:set>
                            </p:childTnLst>
                          </p:cTn>
                        </p:par>
                        <p:par>
                          <p:cTn id="18" presetID="1" presetClass="exit" presetSubtype="0" fill="hold" nodeType="withEffect">
                            <p:stCondLst>
                              <p:cond delay="3000"/>
                            </p:stCondLst>
                            <p:childTnLst>
                              <p:set>
                                <p:cBhvr>
                                  <p:cTn id="19" dur="1" fill="hold">
                                    <p:stCondLst>
                                      <p:cond delay="0"/>
                                    </p:stCondLst>
                                  </p:cTn>
                                  <p:tgtEl>
                                    <p:spTgt spid="7"/>
                                  </p:tgtEl>
                                  <p:attrNameLst>
                                    <p:attrName>style.visibility</p:attrName>
                                  </p:attrNameLst>
                                </p:cBhvr>
                                <p:to>
                                  <p:strVal val="hidden"/>
                                </p:to>
                              </p:set>
                            </p:childTnLst>
                          </p:cTn>
                        </p:par>
                        <p:par>
                          <p:cTn id="20" presetID="1" presetClass="entr" presetSubtype="0" fill="hold" nodeType="withEffect">
                            <p:stCondLst>
                              <p:cond delay="300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3360"/>
                            </p:stCondLst>
                            <p:childTnLst>
                              <p:set>
                                <p:cBhvr>
                                  <p:cTn id="23" dur="1" fill="hold">
                                    <p:stCondLst>
                                      <p:cond delay="0"/>
                                    </p:stCondLst>
                                  </p:cTn>
                                  <p:tgtEl>
                                    <p:spTgt spid="22"/>
                                  </p:tgtEl>
                                  <p:attrNameLst>
                                    <p:attrName>style.visibility</p:attrName>
                                  </p:attrNameLst>
                                </p:cBhvr>
                                <p:to>
                                  <p:strVal val="visible"/>
                                </p:to>
                              </p:set>
                            </p:childTnLst>
                          </p:cTn>
                        </p:par>
                        <p:par>
                          <p:cTn id="24" presetID="1" presetClass="entr" presetSubtype="0" fill="hold" nodeType="withEffect">
                            <p:stCondLst>
                              <p:cond delay="3360"/>
                            </p:stCondLst>
                            <p:childTnLst>
                              <p:set>
                                <p:cBhvr>
                                  <p:cTn id="25" dur="1" fill="hold">
                                    <p:stCondLst>
                                      <p:cond delay="0"/>
                                    </p:stCondLst>
                                  </p:cTn>
                                  <p:tgtEl>
                                    <p:spTgt spid="23"/>
                                  </p:tgtEl>
                                  <p:attrNameLst>
                                    <p:attrName>style.visibility</p:attrName>
                                  </p:attrNameLst>
                                </p:cBhvr>
                                <p:to>
                                  <p:strVal val="visible"/>
                                </p:to>
                              </p:set>
                            </p:childTnLst>
                          </p:cTn>
                        </p:par>
                        <p:par>
                          <p:cTn id="26" presetID="1" presetClass="exit" presetSubtype="0" fill="hold" nodeType="withEffect">
                            <p:stCondLst>
                              <p:cond delay="4000"/>
                            </p:stCondLst>
                            <p:childTnLst>
                              <p:set>
                                <p:cBhvr>
                                  <p:cTn id="27" dur="1" fill="hold">
                                    <p:stCondLst>
                                      <p:cond delay="0"/>
                                    </p:stCondLst>
                                  </p:cTn>
                                  <p:tgtEl>
                                    <p:spTgt spid="9"/>
                                  </p:tgtEl>
                                  <p:attrNameLst>
                                    <p:attrName>style.visibility</p:attrName>
                                  </p:attrNameLst>
                                </p:cBhvr>
                                <p:to>
                                  <p:strVal val="hidden"/>
                                </p:to>
                              </p:set>
                            </p:childTnLst>
                          </p:cTn>
                        </p:par>
                        <p:par>
                          <p:cTn id="28" presetID="1" presetClass="entr" presetSubtype="0" fill="hold" nodeType="withEffect">
                            <p:stCondLst>
                              <p:cond delay="4000"/>
                            </p:stCondLst>
                            <p:childTnLst>
                              <p:set>
                                <p:cBhvr>
                                  <p:cTn id="29" dur="1" fill="hold">
                                    <p:stCondLst>
                                      <p:cond delay="0"/>
                                    </p:stCondLst>
                                  </p:cTn>
                                  <p:tgtEl>
                                    <p:spTgt spid="11"/>
                                  </p:tgtEl>
                                  <p:attrNameLst>
                                    <p:attrName>style.visibility</p:attrName>
                                  </p:attrNameLst>
                                </p:cBhvr>
                                <p:to>
                                  <p:strVal val="visible"/>
                                </p:to>
                              </p:set>
                            </p:childTnLst>
                          </p:cTn>
                        </p:par>
                        <p:par>
                          <p:cTn id="30" presetID="1" presetClass="entr" presetSubtype="0" fill="hold" nodeType="withEffect">
                            <p:stCondLst>
                              <p:cond delay="436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nodeType="withEffect">
                            <p:stCondLst>
                              <p:cond delay="4360"/>
                            </p:stCondLst>
                            <p:childTnLst>
                              <p:set>
                                <p:cBhvr>
                                  <p:cTn id="33" dur="1" fill="hold">
                                    <p:stCondLst>
                                      <p:cond delay="0"/>
                                    </p:stCondLst>
                                  </p:cTn>
                                  <p:tgtEl>
                                    <p:spTgt spid="26"/>
                                  </p:tgtEl>
                                  <p:attrNameLst>
                                    <p:attrName>style.visibility</p:attrName>
                                  </p:attrNameLst>
                                </p:cBhvr>
                                <p:to>
                                  <p:strVal val="visible"/>
                                </p:to>
                              </p:set>
                            </p:childTnLst>
                          </p:cTn>
                        </p:par>
                        <p:par>
                          <p:cTn id="34" presetID="1" presetClass="exit" presetSubtype="0" fill="hold" nodeType="withEffect">
                            <p:stCondLst>
                              <p:cond delay="5000"/>
                            </p:stCondLst>
                            <p:childTnLst>
                              <p:set>
                                <p:cBhvr>
                                  <p:cTn id="35" dur="1" fill="hold">
                                    <p:stCondLst>
                                      <p:cond delay="0"/>
                                    </p:stCondLst>
                                  </p:cTn>
                                  <p:tgtEl>
                                    <p:spTgt spid="11"/>
                                  </p:tgtEl>
                                  <p:attrNameLst>
                                    <p:attrName>style.visibility</p:attrName>
                                  </p:attrNameLst>
                                </p:cBhvr>
                                <p:to>
                                  <p:strVal val="hidden"/>
                                </p:to>
                              </p:set>
                            </p:childTnLst>
                          </p:cTn>
                        </p:par>
                        <p:par>
                          <p:cTn id="36" presetID="1" presetClass="entr" presetSubtype="0" fill="hold" nodeType="withEffect">
                            <p:stCondLst>
                              <p:cond delay="5000"/>
                            </p:stCondLst>
                            <p:childTnLst>
                              <p:set>
                                <p:cBhvr>
                                  <p:cTn id="37" dur="1" fill="hold">
                                    <p:stCondLst>
                                      <p:cond delay="0"/>
                                    </p:stCondLst>
                                  </p:cTn>
                                  <p:tgtEl>
                                    <p:spTgt spid="13"/>
                                  </p:tgtEl>
                                  <p:attrNameLst>
                                    <p:attrName>style.visibility</p:attrName>
                                  </p:attrNameLst>
                                </p:cBhvr>
                                <p:to>
                                  <p:strVal val="visible"/>
                                </p:to>
                              </p:set>
                            </p:childTnLst>
                          </p:cTn>
                        </p:par>
                        <p:par>
                          <p:cTn id="38" presetID="1" presetClass="entr" presetSubtype="0" fill="hold" nodeType="withEffect">
                            <p:stCondLst>
                              <p:cond delay="536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p:stCondLst>
                              <p:cond delay="5360"/>
                            </p:stCondLst>
                            <p:childTnLst>
                              <p:set>
                                <p:cBhvr>
                                  <p:cTn id="41" dur="1" fill="hold">
                                    <p:stCondLst>
                                      <p:cond delay="0"/>
                                    </p:stCondLst>
                                  </p:cTn>
                                  <p:tgtEl>
                                    <p:spTgt spid="29"/>
                                  </p:tgtEl>
                                  <p:attrNameLst>
                                    <p:attrName>style.visibility</p:attrName>
                                  </p:attrNameLst>
                                </p:cBhvr>
                                <p:to>
                                  <p:strVal val="visible"/>
                                </p:to>
                              </p:set>
                            </p:childTnLst>
                          </p:cTn>
                        </p:par>
                        <p:par>
                          <p:cTn id="42" presetID="1" presetClass="exit" presetSubtype="0" fill="hold" nodeType="withEffect">
                            <p:stCondLst>
                              <p:cond delay="6000"/>
                            </p:stCondLst>
                            <p:childTnLst>
                              <p:set>
                                <p:cBhvr>
                                  <p:cTn id="43" dur="1" fill="hold">
                                    <p:stCondLst>
                                      <p:cond delay="0"/>
                                    </p:stCondLst>
                                  </p:cTn>
                                  <p:tgtEl>
                                    <p:spTgt spid="13"/>
                                  </p:tgtEl>
                                  <p:attrNameLst>
                                    <p:attrName>style.visibility</p:attrName>
                                  </p:attrNameLst>
                                </p:cBhvr>
                                <p:to>
                                  <p:strVal val="hidden"/>
                                </p:to>
                              </p:set>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0" name="title">
            <a:extLst>
              <a:ext uri="{FF2B5EF4-FFF2-40B4-BE49-F238E27FC236}">
                <a16:creationId xmlns:a16="http://schemas.microsoft.com/office/drawing/2014/main" id="{756ED1BE-0545-477E-B4C6-5C1E337D90AE}"/>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Charging and Casting</a:t>
            </a:r>
          </a:p>
        </p:txBody>
      </p:sp>
      <p:sp>
        <p:nvSpPr>
          <p:cNvPr id="2" name="description">
            <a:extLst>
              <a:ext uri="{FF2B5EF4-FFF2-40B4-BE49-F238E27FC236}">
                <a16:creationId xmlns:a16="http://schemas.microsoft.com/office/drawing/2014/main" id="{3FEC3A61-E5EA-4B4F-B5B9-267380F9624D}"/>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Hold R2 to charge. Release R2 to Cast.</a:t>
            </a:r>
          </a:p>
        </p:txBody>
      </p:sp>
      <p:pic>
        <p:nvPicPr>
          <p:cNvPr id="32" name="Picture 31"/>
          <p:cNvPicPr>
            <a:picLocks noChangeAspect="1"/>
          </p:cNvPicPr>
          <p:nvPr/>
        </p:nvPicPr>
        <p:blipFill>
          <a:blip r:embed="rId3"/>
          <a:stretch/>
        </p:blipFill>
        <p:spPr>
          <a:xfrm>
            <a:off x="3200400" y="1524000"/>
            <a:ext cx="5791200" cy="3619500"/>
          </a:xfrm>
          <a:prstGeom prst="rect">
            <a:avLst/>
          </a:prstGeom>
        </p:spPr>
      </p:pic>
      <p:sp>
        <p:nvSpPr>
          <p:cNvPr id="4" name="hold">
            <a:extLst>
              <a:ext uri="{FF2B5EF4-FFF2-40B4-BE49-F238E27FC236}">
                <a16:creationId xmlns:a16="http://schemas.microsoft.com/office/drawing/2014/main" id="{D03E3A59-8535-426F-84D0-6538D17B763C}"/>
              </a:ext>
            </a:extLst>
          </p:cNvPr>
          <p:cNvSpPr>
            <a:spLocks noGrp="1"/>
          </p:cNvSpPr>
          <p:nvPr/>
        </p:nvSpPr>
        <p:spPr>
          <a:xfrm>
            <a:off x="628650" y="6334125"/>
            <a:ext cx="2190750" cy="333375"/>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HOLD R2</a:t>
            </a:r>
          </a:p>
        </p:txBody>
      </p:sp>
      <p:sp>
        <p:nvSpPr>
          <p:cNvPr id="5" name="release">
            <a:extLst>
              <a:ext uri="{FF2B5EF4-FFF2-40B4-BE49-F238E27FC236}">
                <a16:creationId xmlns:a16="http://schemas.microsoft.com/office/drawing/2014/main" id="{4E5F9354-44DC-4008-938D-999B1ADB11D2}"/>
              </a:ext>
            </a:extLst>
          </p:cNvPr>
          <p:cNvSpPr>
            <a:spLocks noGrp="1"/>
          </p:cNvSpPr>
          <p:nvPr/>
        </p:nvSpPr>
        <p:spPr>
          <a:xfrm>
            <a:off x="8572500" y="6334125"/>
            <a:ext cx="2381250" cy="333375"/>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RELEASE R2</a:t>
            </a:r>
          </a:p>
        </p:txBody>
      </p:sp>
      <p:sp>
        <p:nvSpPr>
          <p:cNvPr id="6" name="queue-label">
            <a:extLst>
              <a:ext uri="{FF2B5EF4-FFF2-40B4-BE49-F238E27FC236}">
                <a16:creationId xmlns:a16="http://schemas.microsoft.com/office/drawing/2014/main" id="{72F7914B-8AAD-4917-85D0-D1C85CAE3908}"/>
              </a:ext>
            </a:extLst>
          </p:cNvPr>
          <p:cNvSpPr>
            <a:spLocks noGrp="1"/>
          </p:cNvSpPr>
          <p:nvPr/>
        </p:nvSpPr>
        <p:spPr>
          <a:xfrm>
            <a:off x="628650" y="5857875"/>
            <a:ext cx="2428875" cy="400050"/>
          </a:xfrm>
          <a:prstGeom prst="rect">
            <a:avLst/>
          </a:prstGeom>
          <a:noFill/>
          <a:ln w="0">
            <a:noFill/>
          </a:ln>
        </p:spPr>
        <p:txBody>
          <a:bodyPr lIns="0" tIns="0" rIns="0" bIns="0" anchor="ctr">
            <a:noAutofit/>
          </a:bodyPr>
          <a:lstStyle/>
          <a:p>
            <a:pPr>
              <a:defRPr sz="1725" b="0">
                <a:solidFill>
                  <a:srgbClr val="AABAC4"/>
                </a:solidFill>
                <a:latin typeface="Aptos"/>
                <a:ea typeface="Aptos"/>
                <a:cs typeface="Aptos"/>
              </a:defRPr>
            </a:pPr>
            <a:r>
              <a:rPr sz="1725" b="0">
                <a:solidFill>
                  <a:srgbClr val="AABAC4"/>
                </a:solidFill>
                <a:latin typeface="Aptos"/>
                <a:ea typeface="Aptos"/>
                <a:cs typeface="Aptos"/>
              </a:rPr>
              <a:t>Charged orbs</a:t>
            </a:r>
          </a:p>
        </p:txBody>
      </p:sp>
      <p:sp>
        <p:nvSpPr>
          <p:cNvPr id="7" name="slot-0">
            <a:extLst>
              <a:ext uri="{FF2B5EF4-FFF2-40B4-BE49-F238E27FC236}">
                <a16:creationId xmlns:a16="http://schemas.microsoft.com/office/drawing/2014/main" id="{9D62242C-5F1D-40AD-B9B9-7CFE6521616C}"/>
              </a:ext>
            </a:extLst>
          </p:cNvPr>
          <p:cNvSpPr>
            <a:spLocks noGrp="1"/>
          </p:cNvSpPr>
          <p:nvPr/>
        </p:nvSpPr>
        <p:spPr>
          <a:xfrm>
            <a:off x="3514725" y="5867400"/>
            <a:ext cx="400050" cy="400050"/>
          </a:xfrm>
          <a:prstGeom prst="ellipse">
            <a:avLst/>
          </a:prstGeom>
          <a:noFill/>
          <a:ln w="19050">
            <a:solidFill>
              <a:srgbClr val="3F5564"/>
            </a:solidFill>
          </a:ln>
        </p:spPr>
        <p:txBody>
          <a:bodyPr/>
          <a:lstStyle/>
          <a:p>
            <a:endParaRPr lang="en-US"/>
          </a:p>
        </p:txBody>
      </p:sp>
      <p:sp>
        <p:nvSpPr>
          <p:cNvPr id="8" name="orb-0">
            <a:extLst>
              <a:ext uri="{FF2B5EF4-FFF2-40B4-BE49-F238E27FC236}">
                <a16:creationId xmlns:a16="http://schemas.microsoft.com/office/drawing/2014/main" id="{47225716-3272-4C13-99D7-76856D9C3CE1}"/>
              </a:ext>
            </a:extLst>
          </p:cNvPr>
          <p:cNvSpPr>
            <a:spLocks noGrp="1"/>
          </p:cNvSpPr>
          <p:nvPr/>
        </p:nvSpPr>
        <p:spPr>
          <a:xfrm>
            <a:off x="3514725" y="5867400"/>
            <a:ext cx="400050" cy="400050"/>
          </a:xfrm>
          <a:prstGeom prst="ellipse">
            <a:avLst/>
          </a:prstGeom>
          <a:solidFill>
            <a:srgbClr val="F45B43"/>
          </a:solidFill>
          <a:ln w="19050">
            <a:solidFill>
              <a:srgbClr val="F45B43"/>
            </a:solidFill>
          </a:ln>
        </p:spPr>
        <p:txBody>
          <a:bodyPr/>
          <a:lstStyle/>
          <a:p>
            <a:endParaRPr lang="en-US"/>
          </a:p>
        </p:txBody>
      </p:sp>
      <p:sp>
        <p:nvSpPr>
          <p:cNvPr id="9" name="letter-0">
            <a:extLst>
              <a:ext uri="{FF2B5EF4-FFF2-40B4-BE49-F238E27FC236}">
                <a16:creationId xmlns:a16="http://schemas.microsoft.com/office/drawing/2014/main" id="{507B8594-CCB7-426C-A4CA-48F05AABC9F3}"/>
              </a:ext>
            </a:extLst>
          </p:cNvPr>
          <p:cNvSpPr>
            <a:spLocks noGrp="1"/>
          </p:cNvSpPr>
          <p:nvPr/>
        </p:nvSpPr>
        <p:spPr>
          <a:xfrm>
            <a:off x="36385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10" name="charged-0">
            <a:extLst>
              <a:ext uri="{FF2B5EF4-FFF2-40B4-BE49-F238E27FC236}">
                <a16:creationId xmlns:a16="http://schemas.microsoft.com/office/drawing/2014/main" id="{2C5929F9-6DCA-4A67-AB0C-009832A35C17}"/>
              </a:ext>
            </a:extLst>
          </p:cNvPr>
          <p:cNvSpPr>
            <a:spLocks noGrp="1"/>
          </p:cNvSpPr>
          <p:nvPr/>
        </p:nvSpPr>
        <p:spPr>
          <a:xfrm>
            <a:off x="3514725" y="5867400"/>
            <a:ext cx="400050" cy="400050"/>
          </a:xfrm>
          <a:prstGeom prst="ellipse">
            <a:avLst/>
          </a:prstGeom>
          <a:noFill/>
          <a:ln w="38100">
            <a:solidFill>
              <a:srgbClr val="DDB968"/>
            </a:solidFill>
          </a:ln>
        </p:spPr>
        <p:txBody>
          <a:bodyPr/>
          <a:lstStyle/>
          <a:p>
            <a:endParaRPr lang="en-US"/>
          </a:p>
        </p:txBody>
      </p:sp>
      <p:sp>
        <p:nvSpPr>
          <p:cNvPr id="11" name="slot-1">
            <a:extLst>
              <a:ext uri="{FF2B5EF4-FFF2-40B4-BE49-F238E27FC236}">
                <a16:creationId xmlns:a16="http://schemas.microsoft.com/office/drawing/2014/main" id="{309F46E8-7BDF-4850-8F08-06B35E1571C8}"/>
              </a:ext>
            </a:extLst>
          </p:cNvPr>
          <p:cNvSpPr>
            <a:spLocks noGrp="1"/>
          </p:cNvSpPr>
          <p:nvPr/>
        </p:nvSpPr>
        <p:spPr>
          <a:xfrm>
            <a:off x="4562475" y="5867400"/>
            <a:ext cx="400050" cy="400050"/>
          </a:xfrm>
          <a:prstGeom prst="ellipse">
            <a:avLst/>
          </a:prstGeom>
          <a:noFill/>
          <a:ln w="19050">
            <a:solidFill>
              <a:srgbClr val="3F5564"/>
            </a:solidFill>
          </a:ln>
        </p:spPr>
        <p:txBody>
          <a:bodyPr/>
          <a:lstStyle/>
          <a:p>
            <a:endParaRPr lang="en-US"/>
          </a:p>
        </p:txBody>
      </p:sp>
      <p:sp>
        <p:nvSpPr>
          <p:cNvPr id="12" name="orb-1">
            <a:extLst>
              <a:ext uri="{FF2B5EF4-FFF2-40B4-BE49-F238E27FC236}">
                <a16:creationId xmlns:a16="http://schemas.microsoft.com/office/drawing/2014/main" id="{08BF94DE-CC52-47AB-A75B-5CF2754801BA}"/>
              </a:ext>
            </a:extLst>
          </p:cNvPr>
          <p:cNvSpPr>
            <a:spLocks noGrp="1"/>
          </p:cNvSpPr>
          <p:nvPr/>
        </p:nvSpPr>
        <p:spPr>
          <a:xfrm>
            <a:off x="4562475" y="5867400"/>
            <a:ext cx="400050" cy="400050"/>
          </a:xfrm>
          <a:prstGeom prst="ellipse">
            <a:avLst/>
          </a:prstGeom>
          <a:solidFill>
            <a:srgbClr val="F45B43"/>
          </a:solidFill>
          <a:ln w="19050">
            <a:solidFill>
              <a:srgbClr val="F45B43"/>
            </a:solidFill>
          </a:ln>
        </p:spPr>
        <p:txBody>
          <a:bodyPr/>
          <a:lstStyle/>
          <a:p>
            <a:endParaRPr lang="en-US"/>
          </a:p>
        </p:txBody>
      </p:sp>
      <p:sp>
        <p:nvSpPr>
          <p:cNvPr id="13" name="letter-1">
            <a:extLst>
              <a:ext uri="{FF2B5EF4-FFF2-40B4-BE49-F238E27FC236}">
                <a16:creationId xmlns:a16="http://schemas.microsoft.com/office/drawing/2014/main" id="{B6F27B78-ECB7-4882-A990-95CFBD91066D}"/>
              </a:ext>
            </a:extLst>
          </p:cNvPr>
          <p:cNvSpPr>
            <a:spLocks noGrp="1"/>
          </p:cNvSpPr>
          <p:nvPr/>
        </p:nvSpPr>
        <p:spPr>
          <a:xfrm>
            <a:off x="468630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14" name="charged-1">
            <a:extLst>
              <a:ext uri="{FF2B5EF4-FFF2-40B4-BE49-F238E27FC236}">
                <a16:creationId xmlns:a16="http://schemas.microsoft.com/office/drawing/2014/main" id="{E2A5913A-9B7A-40AE-9681-AB662FFC433C}"/>
              </a:ext>
            </a:extLst>
          </p:cNvPr>
          <p:cNvSpPr>
            <a:spLocks noGrp="1"/>
          </p:cNvSpPr>
          <p:nvPr/>
        </p:nvSpPr>
        <p:spPr>
          <a:xfrm>
            <a:off x="4562475" y="5867400"/>
            <a:ext cx="400050" cy="400050"/>
          </a:xfrm>
          <a:prstGeom prst="ellipse">
            <a:avLst/>
          </a:prstGeom>
          <a:noFill/>
          <a:ln w="38100">
            <a:solidFill>
              <a:srgbClr val="DDB968"/>
            </a:solidFill>
          </a:ln>
        </p:spPr>
        <p:txBody>
          <a:bodyPr/>
          <a:lstStyle/>
          <a:p>
            <a:endParaRPr lang="en-US"/>
          </a:p>
        </p:txBody>
      </p:sp>
      <p:sp>
        <p:nvSpPr>
          <p:cNvPr id="15" name="slot-2">
            <a:extLst>
              <a:ext uri="{FF2B5EF4-FFF2-40B4-BE49-F238E27FC236}">
                <a16:creationId xmlns:a16="http://schemas.microsoft.com/office/drawing/2014/main" id="{F34B344F-22C0-4D62-B80E-247A8D231C4A}"/>
              </a:ext>
            </a:extLst>
          </p:cNvPr>
          <p:cNvSpPr>
            <a:spLocks noGrp="1"/>
          </p:cNvSpPr>
          <p:nvPr/>
        </p:nvSpPr>
        <p:spPr>
          <a:xfrm>
            <a:off x="5610225" y="5867400"/>
            <a:ext cx="400050" cy="400050"/>
          </a:xfrm>
          <a:prstGeom prst="ellipse">
            <a:avLst/>
          </a:prstGeom>
          <a:noFill/>
          <a:ln w="19050">
            <a:solidFill>
              <a:srgbClr val="3F5564"/>
            </a:solidFill>
          </a:ln>
        </p:spPr>
        <p:txBody>
          <a:bodyPr/>
          <a:lstStyle/>
          <a:p>
            <a:endParaRPr lang="en-US"/>
          </a:p>
        </p:txBody>
      </p:sp>
      <p:sp>
        <p:nvSpPr>
          <p:cNvPr id="16" name="orb-2">
            <a:extLst>
              <a:ext uri="{FF2B5EF4-FFF2-40B4-BE49-F238E27FC236}">
                <a16:creationId xmlns:a16="http://schemas.microsoft.com/office/drawing/2014/main" id="{437B96CB-FF28-4160-95AC-083E18590C16}"/>
              </a:ext>
            </a:extLst>
          </p:cNvPr>
          <p:cNvSpPr>
            <a:spLocks noGrp="1"/>
          </p:cNvSpPr>
          <p:nvPr/>
        </p:nvSpPr>
        <p:spPr>
          <a:xfrm>
            <a:off x="5610225" y="5867400"/>
            <a:ext cx="400050" cy="400050"/>
          </a:xfrm>
          <a:prstGeom prst="ellipse">
            <a:avLst/>
          </a:prstGeom>
          <a:solidFill>
            <a:srgbClr val="F45B43"/>
          </a:solidFill>
          <a:ln w="19050">
            <a:solidFill>
              <a:srgbClr val="F45B43"/>
            </a:solidFill>
          </a:ln>
        </p:spPr>
        <p:txBody>
          <a:bodyPr/>
          <a:lstStyle/>
          <a:p>
            <a:endParaRPr lang="en-US"/>
          </a:p>
        </p:txBody>
      </p:sp>
      <p:sp>
        <p:nvSpPr>
          <p:cNvPr id="17" name="letter-2">
            <a:extLst>
              <a:ext uri="{FF2B5EF4-FFF2-40B4-BE49-F238E27FC236}">
                <a16:creationId xmlns:a16="http://schemas.microsoft.com/office/drawing/2014/main" id="{C3218CCA-C1A6-45D7-8E12-EEF089EF42EC}"/>
              </a:ext>
            </a:extLst>
          </p:cNvPr>
          <p:cNvSpPr>
            <a:spLocks noGrp="1"/>
          </p:cNvSpPr>
          <p:nvPr/>
        </p:nvSpPr>
        <p:spPr>
          <a:xfrm>
            <a:off x="57340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18" name="charged-2">
            <a:extLst>
              <a:ext uri="{FF2B5EF4-FFF2-40B4-BE49-F238E27FC236}">
                <a16:creationId xmlns:a16="http://schemas.microsoft.com/office/drawing/2014/main" id="{7CFA08F6-D49F-47D6-A968-E3EEE7112DF4}"/>
              </a:ext>
            </a:extLst>
          </p:cNvPr>
          <p:cNvSpPr>
            <a:spLocks noGrp="1"/>
          </p:cNvSpPr>
          <p:nvPr/>
        </p:nvSpPr>
        <p:spPr>
          <a:xfrm>
            <a:off x="5610225" y="5867400"/>
            <a:ext cx="400050" cy="400050"/>
          </a:xfrm>
          <a:prstGeom prst="ellipse">
            <a:avLst/>
          </a:prstGeom>
          <a:noFill/>
          <a:ln w="38100">
            <a:solidFill>
              <a:srgbClr val="DDB968"/>
            </a:solidFill>
          </a:ln>
        </p:spPr>
        <p:txBody>
          <a:bodyPr/>
          <a:lstStyle/>
          <a:p>
            <a:endParaRPr lang="en-US"/>
          </a:p>
        </p:txBody>
      </p:sp>
      <p:sp>
        <p:nvSpPr>
          <p:cNvPr id="19" name="slot-3">
            <a:extLst>
              <a:ext uri="{FF2B5EF4-FFF2-40B4-BE49-F238E27FC236}">
                <a16:creationId xmlns:a16="http://schemas.microsoft.com/office/drawing/2014/main" id="{03180683-0ACC-4F11-B0FA-A11B40C64F37}"/>
              </a:ext>
            </a:extLst>
          </p:cNvPr>
          <p:cNvSpPr>
            <a:spLocks noGrp="1"/>
          </p:cNvSpPr>
          <p:nvPr/>
        </p:nvSpPr>
        <p:spPr>
          <a:xfrm>
            <a:off x="6657975" y="5867400"/>
            <a:ext cx="400050" cy="400050"/>
          </a:xfrm>
          <a:prstGeom prst="ellipse">
            <a:avLst/>
          </a:prstGeom>
          <a:noFill/>
          <a:ln w="19050">
            <a:solidFill>
              <a:srgbClr val="3F5564"/>
            </a:solidFill>
          </a:ln>
        </p:spPr>
        <p:txBody>
          <a:bodyPr/>
          <a:lstStyle/>
          <a:p>
            <a:endParaRPr lang="en-US"/>
          </a:p>
        </p:txBody>
      </p:sp>
      <p:sp>
        <p:nvSpPr>
          <p:cNvPr id="20" name="orb-3">
            <a:extLst>
              <a:ext uri="{FF2B5EF4-FFF2-40B4-BE49-F238E27FC236}">
                <a16:creationId xmlns:a16="http://schemas.microsoft.com/office/drawing/2014/main" id="{F6A7DC4F-080F-41E8-BDAF-BA1C9D2F5D30}"/>
              </a:ext>
            </a:extLst>
          </p:cNvPr>
          <p:cNvSpPr>
            <a:spLocks noGrp="1"/>
          </p:cNvSpPr>
          <p:nvPr/>
        </p:nvSpPr>
        <p:spPr>
          <a:xfrm>
            <a:off x="6657975" y="5867400"/>
            <a:ext cx="400050" cy="400050"/>
          </a:xfrm>
          <a:prstGeom prst="ellipse">
            <a:avLst/>
          </a:prstGeom>
          <a:solidFill>
            <a:srgbClr val="F45B43"/>
          </a:solidFill>
          <a:ln w="19050">
            <a:solidFill>
              <a:srgbClr val="F45B43"/>
            </a:solidFill>
          </a:ln>
        </p:spPr>
        <p:txBody>
          <a:bodyPr/>
          <a:lstStyle/>
          <a:p>
            <a:endParaRPr lang="en-US"/>
          </a:p>
        </p:txBody>
      </p:sp>
      <p:sp>
        <p:nvSpPr>
          <p:cNvPr id="21" name="letter-3">
            <a:extLst>
              <a:ext uri="{FF2B5EF4-FFF2-40B4-BE49-F238E27FC236}">
                <a16:creationId xmlns:a16="http://schemas.microsoft.com/office/drawing/2014/main" id="{0E6D7892-5D2A-45DE-A94C-DF9E9B6D201A}"/>
              </a:ext>
            </a:extLst>
          </p:cNvPr>
          <p:cNvSpPr>
            <a:spLocks noGrp="1"/>
          </p:cNvSpPr>
          <p:nvPr/>
        </p:nvSpPr>
        <p:spPr>
          <a:xfrm>
            <a:off x="678180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2" name="charged-3">
            <a:extLst>
              <a:ext uri="{FF2B5EF4-FFF2-40B4-BE49-F238E27FC236}">
                <a16:creationId xmlns:a16="http://schemas.microsoft.com/office/drawing/2014/main" id="{63DFF156-D6A9-4915-BD2C-93EE660FA686}"/>
              </a:ext>
            </a:extLst>
          </p:cNvPr>
          <p:cNvSpPr>
            <a:spLocks noGrp="1"/>
          </p:cNvSpPr>
          <p:nvPr/>
        </p:nvSpPr>
        <p:spPr>
          <a:xfrm>
            <a:off x="6657975" y="5867400"/>
            <a:ext cx="400050" cy="400050"/>
          </a:xfrm>
          <a:prstGeom prst="ellipse">
            <a:avLst/>
          </a:prstGeom>
          <a:noFill/>
          <a:ln w="38100">
            <a:solidFill>
              <a:srgbClr val="DDB968"/>
            </a:solidFill>
          </a:ln>
        </p:spPr>
        <p:txBody>
          <a:bodyPr/>
          <a:lstStyle/>
          <a:p>
            <a:endParaRPr lang="en-US"/>
          </a:p>
        </p:txBody>
      </p:sp>
      <p:sp>
        <p:nvSpPr>
          <p:cNvPr id="23" name="slot-4">
            <a:extLst>
              <a:ext uri="{FF2B5EF4-FFF2-40B4-BE49-F238E27FC236}">
                <a16:creationId xmlns:a16="http://schemas.microsoft.com/office/drawing/2014/main" id="{BB3AB6A4-5FF8-48DE-8E39-E3CEF211FD6E}"/>
              </a:ext>
            </a:extLst>
          </p:cNvPr>
          <p:cNvSpPr>
            <a:spLocks noGrp="1"/>
          </p:cNvSpPr>
          <p:nvPr/>
        </p:nvSpPr>
        <p:spPr>
          <a:xfrm>
            <a:off x="7705725" y="5867400"/>
            <a:ext cx="400050" cy="400050"/>
          </a:xfrm>
          <a:prstGeom prst="ellipse">
            <a:avLst/>
          </a:prstGeom>
          <a:noFill/>
          <a:ln w="19050">
            <a:solidFill>
              <a:srgbClr val="3F5564"/>
            </a:solidFill>
          </a:ln>
        </p:spPr>
        <p:txBody>
          <a:bodyPr/>
          <a:lstStyle/>
          <a:p>
            <a:endParaRPr lang="en-US"/>
          </a:p>
        </p:txBody>
      </p:sp>
      <p:sp>
        <p:nvSpPr>
          <p:cNvPr id="24" name="orb-4">
            <a:extLst>
              <a:ext uri="{FF2B5EF4-FFF2-40B4-BE49-F238E27FC236}">
                <a16:creationId xmlns:a16="http://schemas.microsoft.com/office/drawing/2014/main" id="{69A4AB92-C405-4CAA-A85B-D66FEF48ED20}"/>
              </a:ext>
            </a:extLst>
          </p:cNvPr>
          <p:cNvSpPr>
            <a:spLocks noGrp="1"/>
          </p:cNvSpPr>
          <p:nvPr/>
        </p:nvSpPr>
        <p:spPr>
          <a:xfrm>
            <a:off x="7705725" y="5867400"/>
            <a:ext cx="400050" cy="400050"/>
          </a:xfrm>
          <a:prstGeom prst="ellipse">
            <a:avLst/>
          </a:prstGeom>
          <a:solidFill>
            <a:srgbClr val="F45B43"/>
          </a:solidFill>
          <a:ln w="19050">
            <a:solidFill>
              <a:srgbClr val="F45B43"/>
            </a:solidFill>
          </a:ln>
        </p:spPr>
        <p:txBody>
          <a:bodyPr/>
          <a:lstStyle/>
          <a:p>
            <a:endParaRPr lang="en-US"/>
          </a:p>
        </p:txBody>
      </p:sp>
      <p:sp>
        <p:nvSpPr>
          <p:cNvPr id="25" name="letter-4">
            <a:extLst>
              <a:ext uri="{FF2B5EF4-FFF2-40B4-BE49-F238E27FC236}">
                <a16:creationId xmlns:a16="http://schemas.microsoft.com/office/drawing/2014/main" id="{5EA3B0DC-EE4F-4233-9AB3-32CC599FDB58}"/>
              </a:ext>
            </a:extLst>
          </p:cNvPr>
          <p:cNvSpPr>
            <a:spLocks noGrp="1"/>
          </p:cNvSpPr>
          <p:nvPr/>
        </p:nvSpPr>
        <p:spPr>
          <a:xfrm>
            <a:off x="78295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6" name="charged-4">
            <a:extLst>
              <a:ext uri="{FF2B5EF4-FFF2-40B4-BE49-F238E27FC236}">
                <a16:creationId xmlns:a16="http://schemas.microsoft.com/office/drawing/2014/main" id="{7AB00F4B-5A17-4CD5-B53E-946ADDB488AB}"/>
              </a:ext>
            </a:extLst>
          </p:cNvPr>
          <p:cNvSpPr>
            <a:spLocks noGrp="1"/>
          </p:cNvSpPr>
          <p:nvPr/>
        </p:nvSpPr>
        <p:spPr>
          <a:xfrm>
            <a:off x="7705725" y="5867400"/>
            <a:ext cx="400050" cy="400050"/>
          </a:xfrm>
          <a:prstGeom prst="ellipse">
            <a:avLst/>
          </a:prstGeom>
          <a:noFill/>
          <a:ln w="38100">
            <a:solidFill>
              <a:srgbClr val="DDB968"/>
            </a:solidFill>
          </a:ln>
        </p:spPr>
        <p:txBody>
          <a:bodyPr/>
          <a:lstStyle/>
          <a:p>
            <a:endParaRPr lang="en-US"/>
          </a:p>
        </p:txBody>
      </p:sp>
      <p:sp>
        <p:nvSpPr>
          <p:cNvPr id="27" name="cast-result">
            <a:extLst>
              <a:ext uri="{FF2B5EF4-FFF2-40B4-BE49-F238E27FC236}">
                <a16:creationId xmlns:a16="http://schemas.microsoft.com/office/drawing/2014/main" id="{C66A18FE-00A2-4DB7-8881-E5929744784A}"/>
              </a:ext>
            </a:extLst>
          </p:cNvPr>
          <p:cNvSpPr>
            <a:spLocks noGrp="1"/>
          </p:cNvSpPr>
          <p:nvPr/>
        </p:nvSpPr>
        <p:spPr>
          <a:xfrm>
            <a:off x="8077200" y="3638550"/>
            <a:ext cx="2952750" cy="590550"/>
          </a:xfrm>
          <a:prstGeom prst="rect">
            <a:avLst/>
          </a:prstGeom>
          <a:noFill/>
          <a:ln w="0">
            <a:noFill/>
          </a:ln>
        </p:spPr>
        <p:txBody>
          <a:bodyPr lIns="0" tIns="0" rIns="0" bIns="0" anchor="ctr">
            <a:noAutofit/>
          </a:bodyPr>
          <a:lstStyle/>
          <a:p>
            <a:pPr>
              <a:defRPr sz="2925" b="1">
                <a:solidFill>
                  <a:srgbClr val="F45B43"/>
                </a:solidFill>
                <a:latin typeface="Aptos"/>
                <a:ea typeface="Aptos"/>
                <a:cs typeface="Aptos"/>
              </a:defRPr>
            </a:pPr>
            <a:r>
              <a:rPr sz="2925" b="1">
                <a:solidFill>
                  <a:srgbClr val="F45B43"/>
                </a:solidFill>
                <a:latin typeface="Aptos"/>
                <a:ea typeface="Aptos"/>
                <a:cs typeface="Aptos"/>
              </a:rPr>
              <a:t>Fire Lv.5</a:t>
            </a:r>
          </a:p>
        </p:txBody>
      </p:sp>
      <p:sp>
        <p:nvSpPr>
          <p:cNvPr id="29" name="page">
            <a:extLst>
              <a:ext uri="{FF2B5EF4-FFF2-40B4-BE49-F238E27FC236}">
                <a16:creationId xmlns:a16="http://schemas.microsoft.com/office/drawing/2014/main" id="{3F7D439D-35CE-4CCE-A816-0C93E35320B3}"/>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03</a:t>
            </a:r>
          </a:p>
        </p:txBody>
      </p:sp>
      <p:sp>
        <p:nvSpPr>
          <p:cNvPr id="33" name="r2-timing-line">
            <a:extLst>
              <a:ext uri="{FF2B5EF4-FFF2-40B4-BE49-F238E27FC236}">
                <a16:creationId xmlns:a16="http://schemas.microsoft.com/office/drawing/2014/main" id="{495E36CD-5B79-48A1-AF09-84AB550BB981}"/>
              </a:ext>
            </a:extLst>
          </p:cNvPr>
          <p:cNvSpPr>
            <a:spLocks noGrp="1"/>
          </p:cNvSpPr>
          <p:nvPr/>
        </p:nvSpPr>
        <p:spPr>
          <a:xfrm>
            <a:off x="3238500" y="6667500"/>
            <a:ext cx="5191125" cy="38100"/>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165228291"/>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500"/>
                            </p:stCondLst>
                            <p:childTnLst>
                              <p:set>
                                <p:cBhvr>
                                  <p:cTn id="5" dur="1" fill="hold">
                                    <p:stCondLst>
                                      <p:cond delay="0"/>
                                    </p:stCondLst>
                                  </p:cTn>
                                  <p:tgtEl>
                                    <p:spTgt spid="10"/>
                                  </p:tgtEl>
                                  <p:attrNameLst>
                                    <p:attrName>style.visibility</p:attrName>
                                  </p:attrNameLst>
                                </p:cBhvr>
                                <p:to>
                                  <p:strVal val="visible"/>
                                </p:to>
                              </p:set>
                            </p:childTnLst>
                          </p:cTn>
                        </p:par>
                        <p:par>
                          <p:cTn id="6" presetID="1" presetClass="entr" presetSubtype="0" fill="hold" nodeType="withEffect">
                            <p:stCondLst>
                              <p:cond delay="2000"/>
                            </p:stCondLst>
                            <p:childTnLst>
                              <p:set>
                                <p:cBhvr>
                                  <p:cTn id="7" dur="1" fill="hold">
                                    <p:stCondLst>
                                      <p:cond delay="0"/>
                                    </p:stCondLst>
                                  </p:cTn>
                                  <p:tgtEl>
                                    <p:spTgt spid="14"/>
                                  </p:tgtEl>
                                  <p:attrNameLst>
                                    <p:attrName>style.visibility</p:attrName>
                                  </p:attrNameLst>
                                </p:cBhvr>
                                <p:to>
                                  <p:strVal val="visible"/>
                                </p:to>
                              </p:set>
                            </p:childTnLst>
                          </p:cTn>
                        </p:par>
                        <p:par>
                          <p:cTn id="8" presetID="1" presetClass="entr" presetSubtype="0" fill="hold" nodeType="withEffect">
                            <p:stCondLst>
                              <p:cond delay="2500"/>
                            </p:stCondLst>
                            <p:childTnLst>
                              <p:set>
                                <p:cBhvr>
                                  <p:cTn id="9" dur="1" fill="hold">
                                    <p:stCondLst>
                                      <p:cond delay="0"/>
                                    </p:stCondLst>
                                  </p:cTn>
                                  <p:tgtEl>
                                    <p:spTgt spid="18"/>
                                  </p:tgtEl>
                                  <p:attrNameLst>
                                    <p:attrName>style.visibility</p:attrName>
                                  </p:attrNameLst>
                                </p:cBhvr>
                                <p:to>
                                  <p:strVal val="visible"/>
                                </p:to>
                              </p:set>
                            </p:childTnLst>
                          </p:cTn>
                        </p:par>
                        <p:par>
                          <p:cTn id="10" presetID="1" presetClass="entr" presetSubtype="0" fill="hold" nodeType="withEffect">
                            <p:stCondLst>
                              <p:cond delay="3000"/>
                            </p:stCondLst>
                            <p:childTnLst>
                              <p:set>
                                <p:cBhvr>
                                  <p:cTn id="11" dur="1" fill="hold">
                                    <p:stCondLst>
                                      <p:cond delay="0"/>
                                    </p:stCondLst>
                                  </p:cTn>
                                  <p:tgtEl>
                                    <p:spTgt spid="22"/>
                                  </p:tgtEl>
                                  <p:attrNameLst>
                                    <p:attrName>style.visibility</p:attrName>
                                  </p:attrNameLst>
                                </p:cBhvr>
                                <p:to>
                                  <p:strVal val="visible"/>
                                </p:to>
                              </p:set>
                            </p:childTnLst>
                          </p:cTn>
                        </p:par>
                        <p:par>
                          <p:cTn id="12" presetID="1" presetClass="entr" presetSubtype="0" fill="hold" nodeType="withEffect">
                            <p:stCondLst>
                              <p:cond delay="3500"/>
                            </p:stCondLst>
                            <p:childTnLst>
                              <p:set>
                                <p:cBhvr>
                                  <p:cTn id="13" dur="1" fill="hold">
                                    <p:stCondLst>
                                      <p:cond delay="0"/>
                                    </p:stCondLst>
                                  </p:cTn>
                                  <p:tgtEl>
                                    <p:spTgt spid="26"/>
                                  </p:tgtEl>
                                  <p:attrNameLst>
                                    <p:attrName>style.visibility</p:attrName>
                                  </p:attrNameLst>
                                </p:cBhvr>
                                <p:to>
                                  <p:strVal val="visible"/>
                                </p:to>
                              </p:set>
                            </p:childTnLst>
                          </p:cTn>
                        </p:par>
                        <p:par>
                          <p:cTn id="14" presetID="1" presetClass="exit" presetSubtype="0" fill="hold" nodeType="withEffect">
                            <p:stCondLst>
                              <p:cond delay="4000"/>
                            </p:stCondLst>
                            <p:childTnLst>
                              <p:set>
                                <p:cBhvr>
                                  <p:cTn id="15" dur="1" fill="hold">
                                    <p:stCondLst>
                                      <p:cond delay="0"/>
                                    </p:stCondLst>
                                  </p:cTn>
                                  <p:tgtEl>
                                    <p:spTgt spid="10"/>
                                  </p:tgtEl>
                                  <p:attrNameLst>
                                    <p:attrName>style.visibility</p:attrName>
                                  </p:attrNameLst>
                                </p:cBhvr>
                                <p:to>
                                  <p:strVal val="hidden"/>
                                </p:to>
                              </p:set>
                            </p:childTnLst>
                          </p:cTn>
                        </p:par>
                        <p:par>
                          <p:cTn id="16" presetID="1" presetClass="exit" presetSubtype="0" fill="hold" nodeType="withEffect">
                            <p:stCondLst>
                              <p:cond delay="4000"/>
                            </p:stCondLst>
                            <p:childTnLst>
                              <p:set>
                                <p:cBhvr>
                                  <p:cTn id="17" dur="1" fill="hold">
                                    <p:stCondLst>
                                      <p:cond delay="0"/>
                                    </p:stCondLst>
                                  </p:cTn>
                                  <p:tgtEl>
                                    <p:spTgt spid="14"/>
                                  </p:tgtEl>
                                  <p:attrNameLst>
                                    <p:attrName>style.visibility</p:attrName>
                                  </p:attrNameLst>
                                </p:cBhvr>
                                <p:to>
                                  <p:strVal val="hidden"/>
                                </p:to>
                              </p:set>
                            </p:childTnLst>
                          </p:cTn>
                        </p:par>
                        <p:par>
                          <p:cTn id="18" presetID="1" presetClass="exit" presetSubtype="0" fill="hold" nodeType="withEffect">
                            <p:stCondLst>
                              <p:cond delay="4000"/>
                            </p:stCondLst>
                            <p:childTnLst>
                              <p:set>
                                <p:cBhvr>
                                  <p:cTn id="19" dur="1" fill="hold">
                                    <p:stCondLst>
                                      <p:cond delay="0"/>
                                    </p:stCondLst>
                                  </p:cTn>
                                  <p:tgtEl>
                                    <p:spTgt spid="18"/>
                                  </p:tgtEl>
                                  <p:attrNameLst>
                                    <p:attrName>style.visibility</p:attrName>
                                  </p:attrNameLst>
                                </p:cBhvr>
                                <p:to>
                                  <p:strVal val="hidden"/>
                                </p:to>
                              </p:set>
                            </p:childTnLst>
                          </p:cTn>
                        </p:par>
                        <p:par>
                          <p:cTn id="20" presetID="1" presetClass="exit" presetSubtype="0" fill="hold" nodeType="withEffect">
                            <p:stCondLst>
                              <p:cond delay="4000"/>
                            </p:stCondLst>
                            <p:childTnLst>
                              <p:set>
                                <p:cBhvr>
                                  <p:cTn id="21" dur="1" fill="hold">
                                    <p:stCondLst>
                                      <p:cond delay="0"/>
                                    </p:stCondLst>
                                  </p:cTn>
                                  <p:tgtEl>
                                    <p:spTgt spid="22"/>
                                  </p:tgtEl>
                                  <p:attrNameLst>
                                    <p:attrName>style.visibility</p:attrName>
                                  </p:attrNameLst>
                                </p:cBhvr>
                                <p:to>
                                  <p:strVal val="hidden"/>
                                </p:to>
                              </p:set>
                            </p:childTnLst>
                          </p:cTn>
                        </p:par>
                        <p:par>
                          <p:cTn id="22" presetID="1" presetClass="exit" presetSubtype="0" fill="hold" nodeType="withEffect">
                            <p:stCondLst>
                              <p:cond delay="4000"/>
                            </p:stCondLst>
                            <p:childTnLst>
                              <p:set>
                                <p:cBhvr>
                                  <p:cTn id="23" dur="1" fill="hold">
                                    <p:stCondLst>
                                      <p:cond delay="0"/>
                                    </p:stCondLst>
                                  </p:cTn>
                                  <p:tgtEl>
                                    <p:spTgt spid="26"/>
                                  </p:tgtEl>
                                  <p:attrNameLst>
                                    <p:attrName>style.visibility</p:attrName>
                                  </p:attrNameLst>
                                </p:cBhvr>
                                <p:to>
                                  <p:strVal val="hidden"/>
                                </p:to>
                              </p:set>
                            </p:childTnLst>
                          </p:cTn>
                        </p:par>
                        <p:par>
                          <p:cTn id="24" presetID="1" presetClass="exit" presetSubtype="0" fill="hold" nodeType="withEffect">
                            <p:stCondLst>
                              <p:cond delay="4000"/>
                            </p:stCondLst>
                            <p:childTnLst>
                              <p:set>
                                <p:cBhvr>
                                  <p:cTn id="25" dur="1" fill="hold">
                                    <p:stCondLst>
                                      <p:cond delay="0"/>
                                    </p:stCondLst>
                                  </p:cTn>
                                  <p:tgtEl>
                                    <p:spTgt spid="4"/>
                                  </p:tgtEl>
                                  <p:attrNameLst>
                                    <p:attrName>style.visibility</p:attrName>
                                  </p:attrNameLst>
                                </p:cBhvr>
                                <p:to>
                                  <p:strVal val="hidden"/>
                                </p:to>
                              </p:set>
                            </p:childTnLst>
                          </p:cTn>
                        </p:par>
                        <p:par>
                          <p:cTn id="26" presetID="1" presetClass="exit" presetSubtype="0" fill="hold" nodeType="withEffect">
                            <p:stCondLst>
                              <p:cond delay="4000"/>
                            </p:stCondLst>
                            <p:childTnLst>
                              <p:set>
                                <p:cBhvr>
                                  <p:cTn id="27" dur="1" fill="hold">
                                    <p:stCondLst>
                                      <p:cond delay="0"/>
                                    </p:stCondLst>
                                  </p:cTn>
                                  <p:tgtEl>
                                    <p:spTgt spid="9"/>
                                  </p:tgtEl>
                                  <p:attrNameLst>
                                    <p:attrName>style.visibility</p:attrName>
                                  </p:attrNameLst>
                                </p:cBhvr>
                                <p:to>
                                  <p:strVal val="hidden"/>
                                </p:to>
                              </p:set>
                            </p:childTnLst>
                          </p:cTn>
                        </p:par>
                        <p:par>
                          <p:cTn id="28" presetID="1" presetClass="exit" presetSubtype="0" fill="hold" nodeType="withEffect">
                            <p:stCondLst>
                              <p:cond delay="4000"/>
                            </p:stCondLst>
                            <p:childTnLst>
                              <p:set>
                                <p:cBhvr>
                                  <p:cTn id="29" dur="1" fill="hold">
                                    <p:stCondLst>
                                      <p:cond delay="0"/>
                                    </p:stCondLst>
                                  </p:cTn>
                                  <p:tgtEl>
                                    <p:spTgt spid="13"/>
                                  </p:tgtEl>
                                  <p:attrNameLst>
                                    <p:attrName>style.visibility</p:attrName>
                                  </p:attrNameLst>
                                </p:cBhvr>
                                <p:to>
                                  <p:strVal val="hidden"/>
                                </p:to>
                              </p:set>
                            </p:childTnLst>
                          </p:cTn>
                        </p:par>
                        <p:par>
                          <p:cTn id="30" presetID="1" presetClass="exit" presetSubtype="0" fill="hold" nodeType="withEffect">
                            <p:stCondLst>
                              <p:cond delay="4000"/>
                            </p:stCondLst>
                            <p:childTnLst>
                              <p:set>
                                <p:cBhvr>
                                  <p:cTn id="31" dur="1" fill="hold">
                                    <p:stCondLst>
                                      <p:cond delay="0"/>
                                    </p:stCondLst>
                                  </p:cTn>
                                  <p:tgtEl>
                                    <p:spTgt spid="17"/>
                                  </p:tgtEl>
                                  <p:attrNameLst>
                                    <p:attrName>style.visibility</p:attrName>
                                  </p:attrNameLst>
                                </p:cBhvr>
                                <p:to>
                                  <p:strVal val="hidden"/>
                                </p:to>
                              </p:set>
                            </p:childTnLst>
                          </p:cTn>
                        </p:par>
                        <p:par>
                          <p:cTn id="32" presetID="1" presetClass="exit" presetSubtype="0" fill="hold" nodeType="withEffect">
                            <p:stCondLst>
                              <p:cond delay="4000"/>
                            </p:stCondLst>
                            <p:childTnLst>
                              <p:set>
                                <p:cBhvr>
                                  <p:cTn id="33" dur="1" fill="hold">
                                    <p:stCondLst>
                                      <p:cond delay="0"/>
                                    </p:stCondLst>
                                  </p:cTn>
                                  <p:tgtEl>
                                    <p:spTgt spid="21"/>
                                  </p:tgtEl>
                                  <p:attrNameLst>
                                    <p:attrName>style.visibility</p:attrName>
                                  </p:attrNameLst>
                                </p:cBhvr>
                                <p:to>
                                  <p:strVal val="hidden"/>
                                </p:to>
                              </p:set>
                            </p:childTnLst>
                          </p:cTn>
                        </p:par>
                        <p:par>
                          <p:cTn id="34" presetID="1" presetClass="exit" presetSubtype="0" fill="hold" nodeType="withEffect">
                            <p:stCondLst>
                              <p:cond delay="4000"/>
                            </p:stCondLst>
                            <p:childTnLst>
                              <p:set>
                                <p:cBhvr>
                                  <p:cTn id="35" dur="1" fill="hold">
                                    <p:stCondLst>
                                      <p:cond delay="0"/>
                                    </p:stCondLst>
                                  </p:cTn>
                                  <p:tgtEl>
                                    <p:spTgt spid="25"/>
                                  </p:tgtEl>
                                  <p:attrNameLst>
                                    <p:attrName>style.visibility</p:attrName>
                                  </p:attrNameLst>
                                </p:cBhvr>
                                <p:to>
                                  <p:strVal val="hidden"/>
                                </p:to>
                              </p:set>
                            </p:childTnLst>
                          </p:cTn>
                        </p:par>
                        <p:par>
                          <p:cTn id="36" presetID="1" presetClass="exit" presetSubtype="0" fill="hold" nodeType="withEffect">
                            <p:stCondLst>
                              <p:cond delay="4000"/>
                            </p:stCondLst>
                            <p:childTnLst>
                              <p:set>
                                <p:cBhvr>
                                  <p:cTn id="37" dur="1" fill="hold">
                                    <p:stCondLst>
                                      <p:cond delay="0"/>
                                    </p:stCondLst>
                                  </p:cTn>
                                  <p:tgtEl>
                                    <p:spTgt spid="8"/>
                                  </p:tgtEl>
                                  <p:attrNameLst>
                                    <p:attrName>style.visibility</p:attrName>
                                  </p:attrNameLst>
                                </p:cBhvr>
                                <p:to>
                                  <p:strVal val="hidden"/>
                                </p:to>
                              </p:set>
                            </p:childTnLst>
                          </p:cTn>
                        </p:par>
                        <p:par>
                          <p:cTn id="38" presetID="1" presetClass="exit" presetSubtype="0" fill="hold" nodeType="withEffect">
                            <p:stCondLst>
                              <p:cond delay="4000"/>
                            </p:stCondLst>
                            <p:childTnLst>
                              <p:set>
                                <p:cBhvr>
                                  <p:cTn id="39" dur="1" fill="hold">
                                    <p:stCondLst>
                                      <p:cond delay="0"/>
                                    </p:stCondLst>
                                  </p:cTn>
                                  <p:tgtEl>
                                    <p:spTgt spid="12"/>
                                  </p:tgtEl>
                                  <p:attrNameLst>
                                    <p:attrName>style.visibility</p:attrName>
                                  </p:attrNameLst>
                                </p:cBhvr>
                                <p:to>
                                  <p:strVal val="hidden"/>
                                </p:to>
                              </p:set>
                            </p:childTnLst>
                          </p:cTn>
                        </p:par>
                        <p:par>
                          <p:cTn id="40" presetID="1" presetClass="exit" presetSubtype="0" fill="hold" nodeType="withEffect">
                            <p:stCondLst>
                              <p:cond delay="4000"/>
                            </p:stCondLst>
                            <p:childTnLst>
                              <p:set>
                                <p:cBhvr>
                                  <p:cTn id="41" dur="1" fill="hold">
                                    <p:stCondLst>
                                      <p:cond delay="0"/>
                                    </p:stCondLst>
                                  </p:cTn>
                                  <p:tgtEl>
                                    <p:spTgt spid="16"/>
                                  </p:tgtEl>
                                  <p:attrNameLst>
                                    <p:attrName>style.visibility</p:attrName>
                                  </p:attrNameLst>
                                </p:cBhvr>
                                <p:to>
                                  <p:strVal val="hidden"/>
                                </p:to>
                              </p:set>
                            </p:childTnLst>
                          </p:cTn>
                        </p:par>
                        <p:par>
                          <p:cTn id="42" presetID="1" presetClass="exit" presetSubtype="0" fill="hold" nodeType="withEffect">
                            <p:stCondLst>
                              <p:cond delay="4000"/>
                            </p:stCondLst>
                            <p:childTnLst>
                              <p:set>
                                <p:cBhvr>
                                  <p:cTn id="43" dur="1" fill="hold">
                                    <p:stCondLst>
                                      <p:cond delay="0"/>
                                    </p:stCondLst>
                                  </p:cTn>
                                  <p:tgtEl>
                                    <p:spTgt spid="20"/>
                                  </p:tgtEl>
                                  <p:attrNameLst>
                                    <p:attrName>style.visibility</p:attrName>
                                  </p:attrNameLst>
                                </p:cBhvr>
                                <p:to>
                                  <p:strVal val="hidden"/>
                                </p:to>
                              </p:set>
                            </p:childTnLst>
                          </p:cTn>
                        </p:par>
                        <p:par>
                          <p:cTn id="44" presetID="1" presetClass="exit" presetSubtype="0" fill="hold" nodeType="withEffect">
                            <p:stCondLst>
                              <p:cond delay="4000"/>
                            </p:stCondLst>
                            <p:childTnLst>
                              <p:set>
                                <p:cBhvr>
                                  <p:cTn id="45" dur="1" fill="hold">
                                    <p:stCondLst>
                                      <p:cond delay="0"/>
                                    </p:stCondLst>
                                  </p:cTn>
                                  <p:tgtEl>
                                    <p:spTgt spid="24"/>
                                  </p:tgtEl>
                                  <p:attrNameLst>
                                    <p:attrName>style.visibility</p:attrName>
                                  </p:attrNameLst>
                                </p:cBhvr>
                                <p:to>
                                  <p:strVal val="hidden"/>
                                </p:to>
                              </p:set>
                            </p:childTnLst>
                          </p:cTn>
                        </p:par>
                        <p:par>
                          <p:cTn id="46" presetID="1" presetClass="entr" presetSubtype="0" fill="hold" nodeType="withEffect">
                            <p:stCondLst>
                              <p:cond delay="4000"/>
                            </p:stCondLst>
                            <p:childTnLst>
                              <p:set>
                                <p:cBhvr>
                                  <p:cTn id="47" dur="1" fill="hold">
                                    <p:stCondLst>
                                      <p:cond delay="0"/>
                                    </p:stCondLst>
                                  </p:cTn>
                                  <p:tgtEl>
                                    <p:spTgt spid="5"/>
                                  </p:tgtEl>
                                  <p:attrNameLst>
                                    <p:attrName>style.visibility</p:attrName>
                                  </p:attrNameLst>
                                </p:cBhvr>
                                <p:to>
                                  <p:strVal val="visible"/>
                                </p:to>
                              </p:set>
                            </p:childTnLst>
                          </p:cTn>
                        </p:par>
                        <p:par>
                          <p:cTn id="48" presetID="1" presetClass="entr" presetSubtype="0" fill="hold" nodeType="withEffect">
                            <p:stCondLst>
                              <p:cond delay="5000"/>
                            </p:stCondLst>
                            <p:childTnLst>
                              <p:set>
                                <p:cBhvr>
                                  <p:cTn id="49" dur="1" fill="hold">
                                    <p:stCondLst>
                                      <p:cond delay="0"/>
                                    </p:stCondLst>
                                  </p:cTn>
                                  <p:tgtEl>
                                    <p:spTgt spid="27"/>
                                  </p:tgtEl>
                                  <p:attrNameLst>
                                    <p:attrName>style.visibility</p:attrName>
                                  </p:attrNameLst>
                                </p:cBhvr>
                                <p:to>
                                  <p:strVal val="visible"/>
                                </p:to>
                              </p:set>
                            </p:childTnLst>
                          </p:cTn>
                        </p:par>
                        <p:par>
                          <p:cTn id="50" presetID="22" presetClass="entr" presetSubtype="8"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left)">
                                <p:cBhvr>
                                  <p:cTn id="52" dur="4000" fill="hold"/>
                                  <p:tgtEl>
                                    <p:spTgt spid="33"/>
                                  </p:tgtEl>
                                </p:cBhvr>
                              </p:animEffect>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08C361C0-F02B-4CE3-8685-49B5E2BD27C3}"/>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lgn="l">
              <a:defRPr sz="3750" b="1">
                <a:solidFill>
                  <a:srgbClr val="F4F0E8"/>
                </a:solidFill>
                <a:latin typeface="Aptos"/>
                <a:ea typeface="Aptos"/>
                <a:cs typeface="Aptos"/>
              </a:defRPr>
            </a:pPr>
            <a:r>
              <a:rPr sz="3750" b="1">
                <a:solidFill>
                  <a:srgbClr val="F4F0E8"/>
                </a:solidFill>
                <a:latin typeface="Aptos"/>
                <a:ea typeface="Aptos"/>
                <a:cs typeface="Aptos"/>
              </a:rPr>
              <a:t>Four schools. Four fighting styles.</a:t>
            </a:r>
          </a:p>
        </p:txBody>
      </p:sp>
      <p:sp>
        <p:nvSpPr>
          <p:cNvPr id="2" name="description">
            <a:extLst>
              <a:ext uri="{FF2B5EF4-FFF2-40B4-BE49-F238E27FC236}">
                <a16:creationId xmlns:a16="http://schemas.microsoft.com/office/drawing/2014/main" id="{9D3F49DD-085E-45FB-9E54-F84E8FFA1FC3}"/>
              </a:ext>
            </a:extLst>
          </p:cNvPr>
          <p:cNvSpPr>
            <a:spLocks noGrp="1"/>
          </p:cNvSpPr>
          <p:nvPr/>
        </p:nvSpPr>
        <p:spPr>
          <a:xfrm>
            <a:off x="628650" y="1085850"/>
            <a:ext cx="10477500" cy="733425"/>
          </a:xfrm>
          <a:prstGeom prst="rect">
            <a:avLst/>
          </a:prstGeom>
          <a:noFill/>
          <a:ln w="0">
            <a:noFill/>
          </a:ln>
        </p:spPr>
        <p:txBody>
          <a:bodyPr lIns="0" tIns="0" rIns="0" bIns="0" anchor="ctr">
            <a:noAutofit/>
          </a:bodyPr>
          <a:lstStyle/>
          <a:p>
            <a:pPr algn="l">
              <a:defRPr sz="1950" b="0">
                <a:solidFill>
                  <a:srgbClr val="AABAC4"/>
                </a:solidFill>
                <a:latin typeface="Aptos"/>
                <a:ea typeface="Aptos"/>
                <a:cs typeface="Aptos"/>
              </a:defRPr>
            </a:pPr>
            <a:r>
              <a:rPr sz="1950" b="0">
                <a:solidFill>
                  <a:srgbClr val="AABAC4"/>
                </a:solidFill>
                <a:latin typeface="Aptos"/>
                <a:ea typeface="Aptos"/>
                <a:cs typeface="Aptos"/>
              </a:rPr>
              <a:t>Four distinct fighting styles are the direction.
Switch on the fly; each school generates its own orb.</a:t>
            </a:r>
          </a:p>
        </p:txBody>
      </p:sp>
      <p:pic>
        <p:nvPicPr>
          <p:cNvPr id="23" name="Picture 22"/>
          <p:cNvPicPr>
            <a:picLocks noChangeAspect="1"/>
          </p:cNvPicPr>
          <p:nvPr/>
        </p:nvPicPr>
        <p:blipFill>
          <a:blip r:embed="rId3"/>
          <a:stretch/>
        </p:blipFill>
        <p:spPr>
          <a:xfrm>
            <a:off x="685800" y="1905000"/>
            <a:ext cx="2476500" cy="2476500"/>
          </a:xfrm>
          <a:prstGeom prst="rect">
            <a:avLst/>
          </a:prstGeom>
        </p:spPr>
      </p:pic>
      <p:sp>
        <p:nvSpPr>
          <p:cNvPr id="4" name="Fire-label">
            <a:extLst>
              <a:ext uri="{FF2B5EF4-FFF2-40B4-BE49-F238E27FC236}">
                <a16:creationId xmlns:a16="http://schemas.microsoft.com/office/drawing/2014/main" id="{93C1422F-9649-4BC4-A974-CC50D4C0B837}"/>
              </a:ext>
            </a:extLst>
          </p:cNvPr>
          <p:cNvSpPr>
            <a:spLocks noGrp="1"/>
          </p:cNvSpPr>
          <p:nvPr/>
        </p:nvSpPr>
        <p:spPr>
          <a:xfrm>
            <a:off x="685800" y="4591050"/>
            <a:ext cx="2476500" cy="400050"/>
          </a:xfrm>
          <a:prstGeom prst="rect">
            <a:avLst/>
          </a:prstGeom>
          <a:noFill/>
          <a:ln w="0">
            <a:noFill/>
          </a:ln>
        </p:spPr>
        <p:txBody>
          <a:bodyPr lIns="0" tIns="0" rIns="0" bIns="0" anchor="ctr">
            <a:noAutofit/>
          </a:bodyPr>
          <a:lstStyle/>
          <a:p>
            <a:pPr algn="ctr">
              <a:defRPr sz="2250" b="1">
                <a:solidFill>
                  <a:srgbClr val="F45B43"/>
                </a:solidFill>
                <a:latin typeface="Aptos"/>
                <a:ea typeface="Aptos"/>
                <a:cs typeface="Aptos"/>
              </a:defRPr>
            </a:pPr>
            <a:r>
              <a:rPr sz="2250" b="1">
                <a:solidFill>
                  <a:srgbClr val="F45B43"/>
                </a:solidFill>
                <a:latin typeface="Aptos"/>
                <a:ea typeface="Aptos"/>
                <a:cs typeface="Aptos"/>
              </a:rPr>
              <a:t>Fire</a:t>
            </a:r>
          </a:p>
        </p:txBody>
      </p:sp>
      <p:sp>
        <p:nvSpPr>
          <p:cNvPr id="5" name="Fire-orb">
            <a:extLst>
              <a:ext uri="{FF2B5EF4-FFF2-40B4-BE49-F238E27FC236}">
                <a16:creationId xmlns:a16="http://schemas.microsoft.com/office/drawing/2014/main" id="{107588F1-ED44-49C5-91DE-AAC94A699710}"/>
              </a:ext>
            </a:extLst>
          </p:cNvPr>
          <p:cNvSpPr>
            <a:spLocks noGrp="1"/>
          </p:cNvSpPr>
          <p:nvPr/>
        </p:nvSpPr>
        <p:spPr>
          <a:xfrm>
            <a:off x="1666875" y="5438775"/>
            <a:ext cx="514350" cy="514350"/>
          </a:xfrm>
          <a:prstGeom prst="ellipse">
            <a:avLst/>
          </a:prstGeom>
          <a:solidFill>
            <a:srgbClr val="F45B43"/>
          </a:solidFill>
          <a:ln w="0">
            <a:solidFill>
              <a:srgbClr val="F45B43"/>
            </a:solidFill>
          </a:ln>
        </p:spPr>
        <p:txBody>
          <a:bodyPr/>
          <a:lstStyle/>
          <a:p>
            <a:endParaRPr lang="en-US"/>
          </a:p>
        </p:txBody>
      </p:sp>
      <p:sp>
        <p:nvSpPr>
          <p:cNvPr id="6" name="Fire-letter">
            <a:extLst>
              <a:ext uri="{FF2B5EF4-FFF2-40B4-BE49-F238E27FC236}">
                <a16:creationId xmlns:a16="http://schemas.microsoft.com/office/drawing/2014/main" id="{41B52D9D-BEB7-4211-BAAF-9594203B3E78}"/>
              </a:ext>
            </a:extLst>
          </p:cNvPr>
          <p:cNvSpPr>
            <a:spLocks noGrp="1"/>
          </p:cNvSpPr>
          <p:nvPr/>
        </p:nvSpPr>
        <p:spPr>
          <a:xfrm>
            <a:off x="1666875" y="5467350"/>
            <a:ext cx="514350" cy="457200"/>
          </a:xfrm>
          <a:prstGeom prst="rect">
            <a:avLst/>
          </a:prstGeom>
          <a:noFill/>
          <a:ln w="0">
            <a:noFill/>
          </a:ln>
        </p:spPr>
        <p:txBody>
          <a:bodyPr lIns="0" tIns="0" rIns="0" bIns="0" anchor="ctr">
            <a:noAutofit/>
          </a:bodyPr>
          <a:lstStyle/>
          <a:p>
            <a:pPr algn="ctr">
              <a:defRPr sz="2025" b="1">
                <a:solidFill>
                  <a:srgbClr val="101B23"/>
                </a:solidFill>
                <a:latin typeface="Aptos"/>
                <a:ea typeface="Aptos"/>
                <a:cs typeface="Aptos"/>
              </a:defRPr>
            </a:pPr>
            <a:r>
              <a:rPr sz="2025" b="1">
                <a:solidFill>
                  <a:srgbClr val="101B23"/>
                </a:solidFill>
                <a:latin typeface="Aptos"/>
                <a:ea typeface="Aptos"/>
                <a:cs typeface="Aptos"/>
              </a:rPr>
              <a:t>F</a:t>
            </a:r>
          </a:p>
        </p:txBody>
      </p:sp>
      <p:pic>
        <p:nvPicPr>
          <p:cNvPr id="27" name="Picture 26"/>
          <p:cNvPicPr>
            <a:picLocks noChangeAspect="1"/>
          </p:cNvPicPr>
          <p:nvPr/>
        </p:nvPicPr>
        <p:blipFill>
          <a:blip r:embed="rId4"/>
          <a:stretch/>
        </p:blipFill>
        <p:spPr>
          <a:xfrm>
            <a:off x="3467100" y="1905000"/>
            <a:ext cx="2476500" cy="2476500"/>
          </a:xfrm>
          <a:prstGeom prst="rect">
            <a:avLst/>
          </a:prstGeom>
        </p:spPr>
      </p:pic>
      <p:sp>
        <p:nvSpPr>
          <p:cNvPr id="8" name="Water-label">
            <a:extLst>
              <a:ext uri="{FF2B5EF4-FFF2-40B4-BE49-F238E27FC236}">
                <a16:creationId xmlns:a16="http://schemas.microsoft.com/office/drawing/2014/main" id="{8ABF3553-4CD9-47CD-86D5-EA651588921D}"/>
              </a:ext>
            </a:extLst>
          </p:cNvPr>
          <p:cNvSpPr>
            <a:spLocks noGrp="1"/>
          </p:cNvSpPr>
          <p:nvPr/>
        </p:nvSpPr>
        <p:spPr>
          <a:xfrm>
            <a:off x="3467100" y="4591050"/>
            <a:ext cx="2476500" cy="400050"/>
          </a:xfrm>
          <a:prstGeom prst="rect">
            <a:avLst/>
          </a:prstGeom>
          <a:noFill/>
          <a:ln w="0">
            <a:noFill/>
          </a:ln>
        </p:spPr>
        <p:txBody>
          <a:bodyPr lIns="0" tIns="0" rIns="0" bIns="0" anchor="ctr">
            <a:noAutofit/>
          </a:bodyPr>
          <a:lstStyle/>
          <a:p>
            <a:pPr algn="ctr">
              <a:defRPr sz="2250" b="1">
                <a:solidFill>
                  <a:srgbClr val="3395FF"/>
                </a:solidFill>
                <a:latin typeface="Aptos"/>
                <a:ea typeface="Aptos"/>
                <a:cs typeface="Aptos"/>
              </a:defRPr>
            </a:pPr>
            <a:r>
              <a:rPr sz="2250" b="1">
                <a:solidFill>
                  <a:srgbClr val="3395FF"/>
                </a:solidFill>
                <a:latin typeface="Aptos"/>
                <a:ea typeface="Aptos"/>
                <a:cs typeface="Aptos"/>
              </a:rPr>
              <a:t>Water</a:t>
            </a:r>
          </a:p>
        </p:txBody>
      </p:sp>
      <p:sp>
        <p:nvSpPr>
          <p:cNvPr id="9" name="Water-orb">
            <a:extLst>
              <a:ext uri="{FF2B5EF4-FFF2-40B4-BE49-F238E27FC236}">
                <a16:creationId xmlns:a16="http://schemas.microsoft.com/office/drawing/2014/main" id="{9D19D9CB-2196-4196-82C8-35EE200B7304}"/>
              </a:ext>
            </a:extLst>
          </p:cNvPr>
          <p:cNvSpPr>
            <a:spLocks noGrp="1"/>
          </p:cNvSpPr>
          <p:nvPr/>
        </p:nvSpPr>
        <p:spPr>
          <a:xfrm>
            <a:off x="4448175" y="5438775"/>
            <a:ext cx="514350" cy="514350"/>
          </a:xfrm>
          <a:prstGeom prst="ellipse">
            <a:avLst/>
          </a:prstGeom>
          <a:solidFill>
            <a:srgbClr val="3395FF"/>
          </a:solidFill>
          <a:ln w="0">
            <a:solidFill>
              <a:srgbClr val="3395FF"/>
            </a:solidFill>
          </a:ln>
        </p:spPr>
        <p:txBody>
          <a:bodyPr/>
          <a:lstStyle/>
          <a:p>
            <a:endParaRPr lang="en-US"/>
          </a:p>
        </p:txBody>
      </p:sp>
      <p:sp>
        <p:nvSpPr>
          <p:cNvPr id="10" name="Water-letter">
            <a:extLst>
              <a:ext uri="{FF2B5EF4-FFF2-40B4-BE49-F238E27FC236}">
                <a16:creationId xmlns:a16="http://schemas.microsoft.com/office/drawing/2014/main" id="{BC1D7D5D-A87B-4661-B370-745A1D719574}"/>
              </a:ext>
            </a:extLst>
          </p:cNvPr>
          <p:cNvSpPr>
            <a:spLocks noGrp="1"/>
          </p:cNvSpPr>
          <p:nvPr/>
        </p:nvSpPr>
        <p:spPr>
          <a:xfrm>
            <a:off x="4448175" y="5467350"/>
            <a:ext cx="514350" cy="457200"/>
          </a:xfrm>
          <a:prstGeom prst="rect">
            <a:avLst/>
          </a:prstGeom>
          <a:noFill/>
          <a:ln w="0">
            <a:noFill/>
          </a:ln>
        </p:spPr>
        <p:txBody>
          <a:bodyPr lIns="0" tIns="0" rIns="0" bIns="0" anchor="ctr">
            <a:noAutofit/>
          </a:bodyPr>
          <a:lstStyle/>
          <a:p>
            <a:pPr algn="ctr">
              <a:defRPr sz="2025" b="1">
                <a:solidFill>
                  <a:srgbClr val="101B23"/>
                </a:solidFill>
                <a:latin typeface="Aptos"/>
                <a:ea typeface="Aptos"/>
                <a:cs typeface="Aptos"/>
              </a:defRPr>
            </a:pPr>
            <a:r>
              <a:rPr sz="2025" b="1">
                <a:solidFill>
                  <a:srgbClr val="101B23"/>
                </a:solidFill>
                <a:latin typeface="Aptos"/>
                <a:ea typeface="Aptos"/>
                <a:cs typeface="Aptos"/>
              </a:rPr>
              <a:t>W</a:t>
            </a:r>
          </a:p>
        </p:txBody>
      </p:sp>
      <p:pic>
        <p:nvPicPr>
          <p:cNvPr id="31" name="Picture 30"/>
          <p:cNvPicPr>
            <a:picLocks noChangeAspect="1"/>
          </p:cNvPicPr>
          <p:nvPr/>
        </p:nvPicPr>
        <p:blipFill>
          <a:blip r:embed="rId5"/>
          <a:stretch/>
        </p:blipFill>
        <p:spPr>
          <a:xfrm>
            <a:off x="6248400" y="1905000"/>
            <a:ext cx="2476500" cy="2476500"/>
          </a:xfrm>
          <a:prstGeom prst="rect">
            <a:avLst/>
          </a:prstGeom>
        </p:spPr>
      </p:pic>
      <p:sp>
        <p:nvSpPr>
          <p:cNvPr id="12" name="Air-label">
            <a:extLst>
              <a:ext uri="{FF2B5EF4-FFF2-40B4-BE49-F238E27FC236}">
                <a16:creationId xmlns:a16="http://schemas.microsoft.com/office/drawing/2014/main" id="{A618627A-BC9C-46BF-A898-5C5443A56342}"/>
              </a:ext>
            </a:extLst>
          </p:cNvPr>
          <p:cNvSpPr>
            <a:spLocks noGrp="1"/>
          </p:cNvSpPr>
          <p:nvPr/>
        </p:nvSpPr>
        <p:spPr>
          <a:xfrm>
            <a:off x="6248400" y="4591050"/>
            <a:ext cx="2476500" cy="400050"/>
          </a:xfrm>
          <a:prstGeom prst="rect">
            <a:avLst/>
          </a:prstGeom>
          <a:noFill/>
          <a:ln w="0">
            <a:noFill/>
          </a:ln>
        </p:spPr>
        <p:txBody>
          <a:bodyPr lIns="0" tIns="0" rIns="0" bIns="0" anchor="ctr">
            <a:noAutofit/>
          </a:bodyPr>
          <a:lstStyle/>
          <a:p>
            <a:pPr algn="ctr">
              <a:defRPr sz="2250" b="1">
                <a:solidFill>
                  <a:srgbClr val="BFE6F3"/>
                </a:solidFill>
                <a:latin typeface="Aptos"/>
                <a:ea typeface="Aptos"/>
                <a:cs typeface="Aptos"/>
              </a:defRPr>
            </a:pPr>
            <a:r>
              <a:rPr sz="2250" b="1">
                <a:solidFill>
                  <a:srgbClr val="BFE6F3"/>
                </a:solidFill>
                <a:latin typeface="Aptos"/>
                <a:ea typeface="Aptos"/>
                <a:cs typeface="Aptos"/>
              </a:rPr>
              <a:t>Air</a:t>
            </a:r>
          </a:p>
        </p:txBody>
      </p:sp>
      <p:sp>
        <p:nvSpPr>
          <p:cNvPr id="13" name="Air-orb">
            <a:extLst>
              <a:ext uri="{FF2B5EF4-FFF2-40B4-BE49-F238E27FC236}">
                <a16:creationId xmlns:a16="http://schemas.microsoft.com/office/drawing/2014/main" id="{222F3A4C-6FCE-4FBA-9EC2-28933CA980F4}"/>
              </a:ext>
            </a:extLst>
          </p:cNvPr>
          <p:cNvSpPr>
            <a:spLocks noGrp="1"/>
          </p:cNvSpPr>
          <p:nvPr/>
        </p:nvSpPr>
        <p:spPr>
          <a:xfrm>
            <a:off x="7229475" y="5438775"/>
            <a:ext cx="514350" cy="514350"/>
          </a:xfrm>
          <a:prstGeom prst="ellipse">
            <a:avLst/>
          </a:prstGeom>
          <a:solidFill>
            <a:srgbClr val="BFE6F3"/>
          </a:solidFill>
          <a:ln w="0">
            <a:solidFill>
              <a:srgbClr val="BFE6F3"/>
            </a:solidFill>
          </a:ln>
        </p:spPr>
        <p:txBody>
          <a:bodyPr/>
          <a:lstStyle/>
          <a:p>
            <a:endParaRPr lang="en-US"/>
          </a:p>
        </p:txBody>
      </p:sp>
      <p:sp>
        <p:nvSpPr>
          <p:cNvPr id="14" name="Air-letter">
            <a:extLst>
              <a:ext uri="{FF2B5EF4-FFF2-40B4-BE49-F238E27FC236}">
                <a16:creationId xmlns:a16="http://schemas.microsoft.com/office/drawing/2014/main" id="{42351480-1CBE-42C6-AA12-AB22AE595E03}"/>
              </a:ext>
            </a:extLst>
          </p:cNvPr>
          <p:cNvSpPr>
            <a:spLocks noGrp="1"/>
          </p:cNvSpPr>
          <p:nvPr/>
        </p:nvSpPr>
        <p:spPr>
          <a:xfrm>
            <a:off x="7229475" y="5467350"/>
            <a:ext cx="514350" cy="457200"/>
          </a:xfrm>
          <a:prstGeom prst="rect">
            <a:avLst/>
          </a:prstGeom>
          <a:noFill/>
          <a:ln w="0">
            <a:noFill/>
          </a:ln>
        </p:spPr>
        <p:txBody>
          <a:bodyPr lIns="0" tIns="0" rIns="0" bIns="0" anchor="ctr">
            <a:noAutofit/>
          </a:bodyPr>
          <a:lstStyle/>
          <a:p>
            <a:pPr algn="ctr">
              <a:defRPr sz="2025" b="1">
                <a:solidFill>
                  <a:srgbClr val="101B23"/>
                </a:solidFill>
                <a:latin typeface="Aptos"/>
                <a:ea typeface="Aptos"/>
                <a:cs typeface="Aptos"/>
              </a:defRPr>
            </a:pPr>
            <a:r>
              <a:rPr sz="2025" b="1">
                <a:solidFill>
                  <a:srgbClr val="101B23"/>
                </a:solidFill>
                <a:latin typeface="Aptos"/>
                <a:ea typeface="Aptos"/>
                <a:cs typeface="Aptos"/>
              </a:rPr>
              <a:t>A</a:t>
            </a:r>
          </a:p>
        </p:txBody>
      </p:sp>
      <p:pic>
        <p:nvPicPr>
          <p:cNvPr id="35" name="Picture 34"/>
          <p:cNvPicPr>
            <a:picLocks noChangeAspect="1"/>
          </p:cNvPicPr>
          <p:nvPr/>
        </p:nvPicPr>
        <p:blipFill>
          <a:blip r:embed="rId6"/>
          <a:stretch/>
        </p:blipFill>
        <p:spPr>
          <a:xfrm>
            <a:off x="9029700" y="1905000"/>
            <a:ext cx="2476500" cy="2476500"/>
          </a:xfrm>
          <a:prstGeom prst="rect">
            <a:avLst/>
          </a:prstGeom>
        </p:spPr>
      </p:pic>
      <p:sp>
        <p:nvSpPr>
          <p:cNvPr id="16" name="Earth-label">
            <a:extLst>
              <a:ext uri="{FF2B5EF4-FFF2-40B4-BE49-F238E27FC236}">
                <a16:creationId xmlns:a16="http://schemas.microsoft.com/office/drawing/2014/main" id="{912BA423-187A-48AD-94B7-7450AF7E7B79}"/>
              </a:ext>
            </a:extLst>
          </p:cNvPr>
          <p:cNvSpPr>
            <a:spLocks noGrp="1"/>
          </p:cNvSpPr>
          <p:nvPr/>
        </p:nvSpPr>
        <p:spPr>
          <a:xfrm>
            <a:off x="9029700" y="4591050"/>
            <a:ext cx="2476500" cy="400050"/>
          </a:xfrm>
          <a:prstGeom prst="rect">
            <a:avLst/>
          </a:prstGeom>
          <a:noFill/>
          <a:ln w="0">
            <a:noFill/>
          </a:ln>
        </p:spPr>
        <p:txBody>
          <a:bodyPr lIns="0" tIns="0" rIns="0" bIns="0" anchor="ctr">
            <a:noAutofit/>
          </a:bodyPr>
          <a:lstStyle/>
          <a:p>
            <a:pPr algn="ctr">
              <a:defRPr sz="2250" b="1">
                <a:solidFill>
                  <a:srgbClr val="B39158"/>
                </a:solidFill>
                <a:latin typeface="Aptos"/>
                <a:ea typeface="Aptos"/>
                <a:cs typeface="Aptos"/>
              </a:defRPr>
            </a:pPr>
            <a:r>
              <a:rPr sz="2250" b="1">
                <a:solidFill>
                  <a:srgbClr val="B39158"/>
                </a:solidFill>
                <a:latin typeface="Aptos"/>
                <a:ea typeface="Aptos"/>
                <a:cs typeface="Aptos"/>
              </a:rPr>
              <a:t>Earth</a:t>
            </a:r>
          </a:p>
        </p:txBody>
      </p:sp>
      <p:sp>
        <p:nvSpPr>
          <p:cNvPr id="17" name="Earth-orb">
            <a:extLst>
              <a:ext uri="{FF2B5EF4-FFF2-40B4-BE49-F238E27FC236}">
                <a16:creationId xmlns:a16="http://schemas.microsoft.com/office/drawing/2014/main" id="{A0D558D8-CFD7-4A72-A422-D2E325521DD4}"/>
              </a:ext>
            </a:extLst>
          </p:cNvPr>
          <p:cNvSpPr>
            <a:spLocks noGrp="1"/>
          </p:cNvSpPr>
          <p:nvPr/>
        </p:nvSpPr>
        <p:spPr>
          <a:xfrm>
            <a:off x="10010775" y="5438775"/>
            <a:ext cx="514350" cy="514350"/>
          </a:xfrm>
          <a:prstGeom prst="ellipse">
            <a:avLst/>
          </a:prstGeom>
          <a:solidFill>
            <a:srgbClr val="B39158"/>
          </a:solidFill>
          <a:ln w="0">
            <a:solidFill>
              <a:srgbClr val="B39158"/>
            </a:solidFill>
          </a:ln>
        </p:spPr>
        <p:txBody>
          <a:bodyPr/>
          <a:lstStyle/>
          <a:p>
            <a:endParaRPr lang="en-US"/>
          </a:p>
        </p:txBody>
      </p:sp>
      <p:sp>
        <p:nvSpPr>
          <p:cNvPr id="18" name="Earth-letter">
            <a:extLst>
              <a:ext uri="{FF2B5EF4-FFF2-40B4-BE49-F238E27FC236}">
                <a16:creationId xmlns:a16="http://schemas.microsoft.com/office/drawing/2014/main" id="{B74D192A-BF1E-4D76-904A-98A6274C0670}"/>
              </a:ext>
            </a:extLst>
          </p:cNvPr>
          <p:cNvSpPr>
            <a:spLocks noGrp="1"/>
          </p:cNvSpPr>
          <p:nvPr/>
        </p:nvSpPr>
        <p:spPr>
          <a:xfrm>
            <a:off x="10010775" y="5467350"/>
            <a:ext cx="514350" cy="457200"/>
          </a:xfrm>
          <a:prstGeom prst="rect">
            <a:avLst/>
          </a:prstGeom>
          <a:noFill/>
          <a:ln w="0">
            <a:noFill/>
          </a:ln>
        </p:spPr>
        <p:txBody>
          <a:bodyPr lIns="0" tIns="0" rIns="0" bIns="0" anchor="ctr">
            <a:noAutofit/>
          </a:bodyPr>
          <a:lstStyle/>
          <a:p>
            <a:pPr algn="ctr">
              <a:defRPr sz="2025" b="1">
                <a:solidFill>
                  <a:srgbClr val="101B23"/>
                </a:solidFill>
                <a:latin typeface="Aptos"/>
                <a:ea typeface="Aptos"/>
                <a:cs typeface="Aptos"/>
              </a:defRPr>
            </a:pPr>
            <a:r>
              <a:rPr sz="2025" b="1">
                <a:solidFill>
                  <a:srgbClr val="101B23"/>
                </a:solidFill>
                <a:latin typeface="Aptos"/>
                <a:ea typeface="Aptos"/>
                <a:cs typeface="Aptos"/>
              </a:rPr>
              <a:t>E</a:t>
            </a:r>
          </a:p>
        </p:txBody>
      </p:sp>
      <p:sp>
        <p:nvSpPr>
          <p:cNvPr id="20" name="page">
            <a:extLst>
              <a:ext uri="{FF2B5EF4-FFF2-40B4-BE49-F238E27FC236}">
                <a16:creationId xmlns:a16="http://schemas.microsoft.com/office/drawing/2014/main" id="{417A2A99-88D4-4AC9-A1AA-B92D7E02C82A}"/>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lgn="l">
              <a:defRPr sz="1200" b="0">
                <a:solidFill>
                  <a:srgbClr val="AABAC4"/>
                </a:solidFill>
                <a:latin typeface="Aptos"/>
                <a:ea typeface="Aptos"/>
                <a:cs typeface="Aptos"/>
              </a:defRPr>
            </a:pPr>
            <a:r>
              <a:rPr sz="1200" b="0">
                <a:solidFill>
                  <a:srgbClr val="AABAC4"/>
                </a:solidFill>
                <a:latin typeface="Aptos"/>
                <a:ea typeface="Aptos"/>
                <a:cs typeface="Aptos"/>
              </a:rPr>
              <a:t>04</a:t>
            </a:r>
          </a:p>
        </p:txBody>
      </p:sp>
    </p:spTree>
    <p:extLst>
      <p:ext uri="{BB962C8B-B14F-4D97-AF65-F5344CB8AC3E}">
        <p14:creationId xmlns:p14="http://schemas.microsoft.com/office/powerpoint/2010/main" val="927227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6" name="title">
            <a:extLst>
              <a:ext uri="{FF2B5EF4-FFF2-40B4-BE49-F238E27FC236}">
                <a16:creationId xmlns:a16="http://schemas.microsoft.com/office/drawing/2014/main" id="{70E385EE-C107-4A60-8CB2-A5D35914675E}"/>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Mixing elements</a:t>
            </a:r>
          </a:p>
        </p:txBody>
      </p:sp>
      <p:sp>
        <p:nvSpPr>
          <p:cNvPr id="2" name="desc">
            <a:extLst>
              <a:ext uri="{FF2B5EF4-FFF2-40B4-BE49-F238E27FC236}">
                <a16:creationId xmlns:a16="http://schemas.microsoft.com/office/drawing/2014/main" id="{EFFAEAA6-4A56-4649-B65B-8F8DA5C0D6C0}"/>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Two Air hits, then two Water hits</a:t>
            </a:r>
          </a:p>
        </p:txBody>
      </p:sp>
      <p:pic>
        <p:nvPicPr>
          <p:cNvPr id="38" name="Picture 37"/>
          <p:cNvPicPr>
            <a:picLocks noChangeAspect="1"/>
          </p:cNvPicPr>
          <p:nvPr/>
        </p:nvPicPr>
        <p:blipFill>
          <a:blip r:embed="rId3"/>
          <a:stretch/>
        </p:blipFill>
        <p:spPr>
          <a:xfrm>
            <a:off x="3200400" y="1524000"/>
            <a:ext cx="5791200" cy="3619500"/>
          </a:xfrm>
          <a:prstGeom prst="rect">
            <a:avLst/>
          </a:prstGeom>
        </p:spPr>
      </p:pic>
      <p:sp>
        <p:nvSpPr>
          <p:cNvPr id="4" name="command-0">
            <a:extLst>
              <a:ext uri="{FF2B5EF4-FFF2-40B4-BE49-F238E27FC236}">
                <a16:creationId xmlns:a16="http://schemas.microsoft.com/office/drawing/2014/main" id="{4D08BB50-6B89-4959-B74B-458C00017120}"/>
              </a:ext>
            </a:extLst>
          </p:cNvPr>
          <p:cNvSpPr>
            <a:spLocks noGrp="1"/>
          </p:cNvSpPr>
          <p:nvPr/>
        </p:nvSpPr>
        <p:spPr>
          <a:xfrm>
            <a:off x="3324225" y="5257800"/>
            <a:ext cx="1047750" cy="381000"/>
          </a:xfrm>
          <a:prstGeom prst="rect">
            <a:avLst/>
          </a:prstGeom>
          <a:noFill/>
          <a:ln w="0">
            <a:noFill/>
          </a:ln>
        </p:spPr>
        <p:txBody>
          <a:bodyPr lIns="0" tIns="0" rIns="0" bIns="0" anchor="ctr">
            <a:noAutofit/>
          </a:bodyPr>
          <a:lstStyle/>
          <a:p>
            <a:pPr algn="ctr">
              <a:defRPr sz="1650" b="0">
                <a:solidFill>
                  <a:srgbClr val="AABAC4"/>
                </a:solidFill>
                <a:latin typeface="Aptos"/>
                <a:ea typeface="Aptos"/>
                <a:cs typeface="Aptos"/>
              </a:defRPr>
            </a:pPr>
            <a:r>
              <a:rPr sz="1650" b="0">
                <a:solidFill>
                  <a:srgbClr val="AABAC4"/>
                </a:solidFill>
                <a:latin typeface="Aptos"/>
                <a:ea typeface="Aptos"/>
                <a:cs typeface="Aptos"/>
              </a:rPr>
              <a:t>Air X1</a:t>
            </a:r>
          </a:p>
        </p:txBody>
      </p:sp>
      <p:sp>
        <p:nvSpPr>
          <p:cNvPr id="5" name="active-0">
            <a:extLst>
              <a:ext uri="{FF2B5EF4-FFF2-40B4-BE49-F238E27FC236}">
                <a16:creationId xmlns:a16="http://schemas.microsoft.com/office/drawing/2014/main" id="{5CFAFFF3-0D03-46CD-BB1F-C797C5EE73EC}"/>
              </a:ext>
            </a:extLst>
          </p:cNvPr>
          <p:cNvSpPr>
            <a:spLocks noGrp="1"/>
          </p:cNvSpPr>
          <p:nvPr/>
        </p:nvSpPr>
        <p:spPr>
          <a:xfrm>
            <a:off x="3324225" y="5257800"/>
            <a:ext cx="1047750" cy="381000"/>
          </a:xfrm>
          <a:prstGeom prst="rect">
            <a:avLst/>
          </a:prstGeom>
          <a:solidFill>
            <a:srgbClr val="101B23"/>
          </a:solidFill>
          <a:ln w="0">
            <a:noFill/>
          </a:ln>
        </p:spPr>
        <p:txBody>
          <a:bodyPr lIns="0" tIns="0" rIns="0" bIns="0" anchor="ctr">
            <a:noAutofit/>
          </a:bodyPr>
          <a:lstStyle/>
          <a:p>
            <a:pPr algn="ctr">
              <a:defRPr sz="1650" b="1">
                <a:solidFill>
                  <a:srgbClr val="DDB968"/>
                </a:solidFill>
                <a:latin typeface="Aptos"/>
                <a:ea typeface="Aptos"/>
                <a:cs typeface="Aptos"/>
              </a:defRPr>
            </a:pPr>
            <a:r>
              <a:rPr sz="1650" b="1">
                <a:solidFill>
                  <a:srgbClr val="DDB968"/>
                </a:solidFill>
                <a:latin typeface="Aptos"/>
                <a:ea typeface="Aptos"/>
                <a:cs typeface="Aptos"/>
              </a:rPr>
              <a:t>Air X1</a:t>
            </a:r>
          </a:p>
        </p:txBody>
      </p:sp>
      <p:sp>
        <p:nvSpPr>
          <p:cNvPr id="6" name="slot-0">
            <a:extLst>
              <a:ext uri="{FF2B5EF4-FFF2-40B4-BE49-F238E27FC236}">
                <a16:creationId xmlns:a16="http://schemas.microsoft.com/office/drawing/2014/main" id="{BCDBA2F7-236F-423A-BD4E-77C6E17AC22E}"/>
              </a:ext>
            </a:extLst>
          </p:cNvPr>
          <p:cNvSpPr>
            <a:spLocks noGrp="1"/>
          </p:cNvSpPr>
          <p:nvPr/>
        </p:nvSpPr>
        <p:spPr>
          <a:xfrm>
            <a:off x="3648075" y="5867400"/>
            <a:ext cx="400050" cy="400050"/>
          </a:xfrm>
          <a:prstGeom prst="ellipse">
            <a:avLst/>
          </a:prstGeom>
          <a:noFill/>
          <a:ln w="19050">
            <a:solidFill>
              <a:srgbClr val="3F5564"/>
            </a:solidFill>
          </a:ln>
        </p:spPr>
        <p:txBody>
          <a:bodyPr/>
          <a:lstStyle/>
          <a:p>
            <a:endParaRPr lang="en-US"/>
          </a:p>
        </p:txBody>
      </p:sp>
      <p:sp>
        <p:nvSpPr>
          <p:cNvPr id="7" name="orb-0">
            <a:extLst>
              <a:ext uri="{FF2B5EF4-FFF2-40B4-BE49-F238E27FC236}">
                <a16:creationId xmlns:a16="http://schemas.microsoft.com/office/drawing/2014/main" id="{8C91CC32-6089-4134-A4BE-CE4B71343099}"/>
              </a:ext>
            </a:extLst>
          </p:cNvPr>
          <p:cNvSpPr>
            <a:spLocks noGrp="1"/>
          </p:cNvSpPr>
          <p:nvPr/>
        </p:nvSpPr>
        <p:spPr>
          <a:xfrm>
            <a:off x="3648075" y="5867400"/>
            <a:ext cx="400050" cy="400050"/>
          </a:xfrm>
          <a:prstGeom prst="ellipse">
            <a:avLst/>
          </a:prstGeom>
          <a:solidFill>
            <a:srgbClr val="BFE6F3"/>
          </a:solidFill>
          <a:ln w="0">
            <a:solidFill>
              <a:srgbClr val="BFE6F3"/>
            </a:solidFill>
          </a:ln>
        </p:spPr>
        <p:txBody>
          <a:bodyPr/>
          <a:lstStyle/>
          <a:p>
            <a:endParaRPr lang="en-US"/>
          </a:p>
        </p:txBody>
      </p:sp>
      <p:sp>
        <p:nvSpPr>
          <p:cNvPr id="8" name="charged-0">
            <a:extLst>
              <a:ext uri="{FF2B5EF4-FFF2-40B4-BE49-F238E27FC236}">
                <a16:creationId xmlns:a16="http://schemas.microsoft.com/office/drawing/2014/main" id="{BC413422-DE0F-49DC-A564-0C31EB9C6776}"/>
              </a:ext>
            </a:extLst>
          </p:cNvPr>
          <p:cNvSpPr>
            <a:spLocks noGrp="1"/>
          </p:cNvSpPr>
          <p:nvPr/>
        </p:nvSpPr>
        <p:spPr>
          <a:xfrm>
            <a:off x="3648075" y="5867400"/>
            <a:ext cx="400050" cy="400050"/>
          </a:xfrm>
          <a:prstGeom prst="ellipse">
            <a:avLst/>
          </a:prstGeom>
          <a:noFill/>
          <a:ln w="38100">
            <a:solidFill>
              <a:srgbClr val="DDB968"/>
            </a:solidFill>
          </a:ln>
        </p:spPr>
        <p:txBody>
          <a:bodyPr/>
          <a:lstStyle/>
          <a:p>
            <a:endParaRPr lang="en-US"/>
          </a:p>
        </p:txBody>
      </p:sp>
      <p:sp>
        <p:nvSpPr>
          <p:cNvPr id="9" name="letter-0">
            <a:extLst>
              <a:ext uri="{FF2B5EF4-FFF2-40B4-BE49-F238E27FC236}">
                <a16:creationId xmlns:a16="http://schemas.microsoft.com/office/drawing/2014/main" id="{9811156D-C913-41AB-9387-D8B2588C5FC6}"/>
              </a:ext>
            </a:extLst>
          </p:cNvPr>
          <p:cNvSpPr>
            <a:spLocks noGrp="1"/>
          </p:cNvSpPr>
          <p:nvPr/>
        </p:nvSpPr>
        <p:spPr>
          <a:xfrm>
            <a:off x="3709988" y="5915025"/>
            <a:ext cx="276225" cy="295275"/>
          </a:xfrm>
          <a:prstGeom prst="rect">
            <a:avLst/>
          </a:prstGeom>
          <a:noFill/>
          <a:ln w="0">
            <a:noFill/>
          </a:ln>
        </p:spPr>
        <p:txBody>
          <a:bodyPr lIns="0" tIns="0" rIns="0" bIns="0" anchor="ctr">
            <a:noAutofit/>
          </a:bodyPr>
          <a:lstStyle/>
          <a:p>
            <a:pPr algn="ctr">
              <a:defRPr sz="1725" b="1">
                <a:solidFill>
                  <a:srgbClr val="101B23"/>
                </a:solidFill>
                <a:latin typeface="Aptos"/>
                <a:ea typeface="Aptos"/>
                <a:cs typeface="Aptos"/>
              </a:defRPr>
            </a:pPr>
            <a:r>
              <a:rPr sz="1725" b="1">
                <a:solidFill>
                  <a:srgbClr val="101B23"/>
                </a:solidFill>
                <a:latin typeface="Aptos"/>
                <a:ea typeface="Aptos"/>
                <a:cs typeface="Aptos"/>
              </a:rPr>
              <a:t>A</a:t>
            </a:r>
          </a:p>
        </p:txBody>
      </p:sp>
      <p:sp>
        <p:nvSpPr>
          <p:cNvPr id="10" name="command-1">
            <a:extLst>
              <a:ext uri="{FF2B5EF4-FFF2-40B4-BE49-F238E27FC236}">
                <a16:creationId xmlns:a16="http://schemas.microsoft.com/office/drawing/2014/main" id="{60513463-972B-4D6B-B3BF-34197E9CB98B}"/>
              </a:ext>
            </a:extLst>
          </p:cNvPr>
          <p:cNvSpPr>
            <a:spLocks noGrp="1"/>
          </p:cNvSpPr>
          <p:nvPr/>
        </p:nvSpPr>
        <p:spPr>
          <a:xfrm>
            <a:off x="4371975" y="5257800"/>
            <a:ext cx="1047750" cy="381000"/>
          </a:xfrm>
          <a:prstGeom prst="rect">
            <a:avLst/>
          </a:prstGeom>
          <a:noFill/>
          <a:ln w="0">
            <a:noFill/>
          </a:ln>
        </p:spPr>
        <p:txBody>
          <a:bodyPr lIns="0" tIns="0" rIns="0" bIns="0" anchor="ctr">
            <a:noAutofit/>
          </a:bodyPr>
          <a:lstStyle/>
          <a:p>
            <a:pPr algn="ctr">
              <a:defRPr sz="1650" b="0">
                <a:solidFill>
                  <a:srgbClr val="AABAC4"/>
                </a:solidFill>
                <a:latin typeface="Aptos"/>
                <a:ea typeface="Aptos"/>
                <a:cs typeface="Aptos"/>
              </a:defRPr>
            </a:pPr>
            <a:r>
              <a:rPr sz="1650" b="0">
                <a:solidFill>
                  <a:srgbClr val="AABAC4"/>
                </a:solidFill>
                <a:latin typeface="Aptos"/>
                <a:ea typeface="Aptos"/>
                <a:cs typeface="Aptos"/>
              </a:rPr>
              <a:t>Air X2</a:t>
            </a:r>
          </a:p>
        </p:txBody>
      </p:sp>
      <p:sp>
        <p:nvSpPr>
          <p:cNvPr id="11" name="active-1">
            <a:extLst>
              <a:ext uri="{FF2B5EF4-FFF2-40B4-BE49-F238E27FC236}">
                <a16:creationId xmlns:a16="http://schemas.microsoft.com/office/drawing/2014/main" id="{E28AEF0C-5575-421F-9296-C472AFAB5E75}"/>
              </a:ext>
            </a:extLst>
          </p:cNvPr>
          <p:cNvSpPr>
            <a:spLocks noGrp="1"/>
          </p:cNvSpPr>
          <p:nvPr/>
        </p:nvSpPr>
        <p:spPr>
          <a:xfrm>
            <a:off x="4371975" y="5257800"/>
            <a:ext cx="1047750" cy="381000"/>
          </a:xfrm>
          <a:prstGeom prst="rect">
            <a:avLst/>
          </a:prstGeom>
          <a:solidFill>
            <a:srgbClr val="101B23"/>
          </a:solidFill>
          <a:ln w="0">
            <a:noFill/>
          </a:ln>
        </p:spPr>
        <p:txBody>
          <a:bodyPr lIns="0" tIns="0" rIns="0" bIns="0" anchor="ctr">
            <a:noAutofit/>
          </a:bodyPr>
          <a:lstStyle/>
          <a:p>
            <a:pPr algn="ctr">
              <a:defRPr sz="1650" b="1">
                <a:solidFill>
                  <a:srgbClr val="DDB968"/>
                </a:solidFill>
                <a:latin typeface="Aptos"/>
                <a:ea typeface="Aptos"/>
                <a:cs typeface="Aptos"/>
              </a:defRPr>
            </a:pPr>
            <a:r>
              <a:rPr sz="1650" b="1">
                <a:solidFill>
                  <a:srgbClr val="DDB968"/>
                </a:solidFill>
                <a:latin typeface="Aptos"/>
                <a:ea typeface="Aptos"/>
                <a:cs typeface="Aptos"/>
              </a:rPr>
              <a:t>Air X2</a:t>
            </a:r>
          </a:p>
        </p:txBody>
      </p:sp>
      <p:sp>
        <p:nvSpPr>
          <p:cNvPr id="12" name="slot-1">
            <a:extLst>
              <a:ext uri="{FF2B5EF4-FFF2-40B4-BE49-F238E27FC236}">
                <a16:creationId xmlns:a16="http://schemas.microsoft.com/office/drawing/2014/main" id="{17A5F26A-73B2-46F3-AD77-D14691AC8454}"/>
              </a:ext>
            </a:extLst>
          </p:cNvPr>
          <p:cNvSpPr>
            <a:spLocks noGrp="1"/>
          </p:cNvSpPr>
          <p:nvPr/>
        </p:nvSpPr>
        <p:spPr>
          <a:xfrm>
            <a:off x="4695825" y="5867400"/>
            <a:ext cx="400050" cy="400050"/>
          </a:xfrm>
          <a:prstGeom prst="ellipse">
            <a:avLst/>
          </a:prstGeom>
          <a:noFill/>
          <a:ln w="19050">
            <a:solidFill>
              <a:srgbClr val="3F5564"/>
            </a:solidFill>
          </a:ln>
        </p:spPr>
        <p:txBody>
          <a:bodyPr/>
          <a:lstStyle/>
          <a:p>
            <a:endParaRPr lang="en-US"/>
          </a:p>
        </p:txBody>
      </p:sp>
      <p:sp>
        <p:nvSpPr>
          <p:cNvPr id="13" name="orb-1">
            <a:extLst>
              <a:ext uri="{FF2B5EF4-FFF2-40B4-BE49-F238E27FC236}">
                <a16:creationId xmlns:a16="http://schemas.microsoft.com/office/drawing/2014/main" id="{3D386CDC-4F94-419C-8182-CDB9BED0787E}"/>
              </a:ext>
            </a:extLst>
          </p:cNvPr>
          <p:cNvSpPr>
            <a:spLocks noGrp="1"/>
          </p:cNvSpPr>
          <p:nvPr/>
        </p:nvSpPr>
        <p:spPr>
          <a:xfrm>
            <a:off x="4695825" y="5867400"/>
            <a:ext cx="400050" cy="400050"/>
          </a:xfrm>
          <a:prstGeom prst="ellipse">
            <a:avLst/>
          </a:prstGeom>
          <a:solidFill>
            <a:srgbClr val="BFE6F3"/>
          </a:solidFill>
          <a:ln w="0">
            <a:solidFill>
              <a:srgbClr val="BFE6F3"/>
            </a:solidFill>
          </a:ln>
        </p:spPr>
        <p:txBody>
          <a:bodyPr/>
          <a:lstStyle/>
          <a:p>
            <a:endParaRPr lang="en-US"/>
          </a:p>
        </p:txBody>
      </p:sp>
      <p:sp>
        <p:nvSpPr>
          <p:cNvPr id="14" name="charged-1">
            <a:extLst>
              <a:ext uri="{FF2B5EF4-FFF2-40B4-BE49-F238E27FC236}">
                <a16:creationId xmlns:a16="http://schemas.microsoft.com/office/drawing/2014/main" id="{AF59A829-A8FD-4685-ABB4-F6A0270C9D22}"/>
              </a:ext>
            </a:extLst>
          </p:cNvPr>
          <p:cNvSpPr>
            <a:spLocks noGrp="1"/>
          </p:cNvSpPr>
          <p:nvPr/>
        </p:nvSpPr>
        <p:spPr>
          <a:xfrm>
            <a:off x="4695825" y="5867400"/>
            <a:ext cx="400050" cy="400050"/>
          </a:xfrm>
          <a:prstGeom prst="ellipse">
            <a:avLst/>
          </a:prstGeom>
          <a:noFill/>
          <a:ln w="38100">
            <a:solidFill>
              <a:srgbClr val="DDB968"/>
            </a:solidFill>
          </a:ln>
        </p:spPr>
        <p:txBody>
          <a:bodyPr/>
          <a:lstStyle/>
          <a:p>
            <a:endParaRPr lang="en-US"/>
          </a:p>
        </p:txBody>
      </p:sp>
      <p:sp>
        <p:nvSpPr>
          <p:cNvPr id="15" name="letter-1">
            <a:extLst>
              <a:ext uri="{FF2B5EF4-FFF2-40B4-BE49-F238E27FC236}">
                <a16:creationId xmlns:a16="http://schemas.microsoft.com/office/drawing/2014/main" id="{B9C402B5-2829-4186-9333-BCDA4FC7E2B6}"/>
              </a:ext>
            </a:extLst>
          </p:cNvPr>
          <p:cNvSpPr>
            <a:spLocks noGrp="1"/>
          </p:cNvSpPr>
          <p:nvPr/>
        </p:nvSpPr>
        <p:spPr>
          <a:xfrm>
            <a:off x="4757738" y="5915025"/>
            <a:ext cx="276225" cy="295275"/>
          </a:xfrm>
          <a:prstGeom prst="rect">
            <a:avLst/>
          </a:prstGeom>
          <a:noFill/>
          <a:ln w="0">
            <a:noFill/>
          </a:ln>
        </p:spPr>
        <p:txBody>
          <a:bodyPr lIns="0" tIns="0" rIns="0" bIns="0" anchor="ctr">
            <a:noAutofit/>
          </a:bodyPr>
          <a:lstStyle/>
          <a:p>
            <a:pPr algn="ctr">
              <a:defRPr sz="1725" b="1">
                <a:solidFill>
                  <a:srgbClr val="101B23"/>
                </a:solidFill>
                <a:latin typeface="Aptos"/>
                <a:ea typeface="Aptos"/>
                <a:cs typeface="Aptos"/>
              </a:defRPr>
            </a:pPr>
            <a:r>
              <a:rPr sz="1725" b="1">
                <a:solidFill>
                  <a:srgbClr val="101B23"/>
                </a:solidFill>
                <a:latin typeface="Aptos"/>
                <a:ea typeface="Aptos"/>
                <a:cs typeface="Aptos"/>
              </a:rPr>
              <a:t>A</a:t>
            </a:r>
          </a:p>
        </p:txBody>
      </p:sp>
      <p:sp>
        <p:nvSpPr>
          <p:cNvPr id="16" name="command-2">
            <a:extLst>
              <a:ext uri="{FF2B5EF4-FFF2-40B4-BE49-F238E27FC236}">
                <a16:creationId xmlns:a16="http://schemas.microsoft.com/office/drawing/2014/main" id="{EC12CBC9-DAFF-4CCB-B4D7-8303C4878067}"/>
              </a:ext>
            </a:extLst>
          </p:cNvPr>
          <p:cNvSpPr>
            <a:spLocks noGrp="1"/>
          </p:cNvSpPr>
          <p:nvPr/>
        </p:nvSpPr>
        <p:spPr>
          <a:xfrm>
            <a:off x="5419725" y="5257800"/>
            <a:ext cx="1047750" cy="381000"/>
          </a:xfrm>
          <a:prstGeom prst="rect">
            <a:avLst/>
          </a:prstGeom>
          <a:noFill/>
          <a:ln w="0">
            <a:noFill/>
          </a:ln>
        </p:spPr>
        <p:txBody>
          <a:bodyPr lIns="0" tIns="0" rIns="0" bIns="0" anchor="ctr">
            <a:noAutofit/>
          </a:bodyPr>
          <a:lstStyle/>
          <a:p>
            <a:pPr algn="ctr">
              <a:defRPr sz="1650" b="0">
                <a:solidFill>
                  <a:srgbClr val="AABAC4"/>
                </a:solidFill>
                <a:latin typeface="Aptos"/>
                <a:ea typeface="Aptos"/>
                <a:cs typeface="Aptos"/>
              </a:defRPr>
            </a:pPr>
            <a:r>
              <a:rPr sz="1650" b="0">
                <a:solidFill>
                  <a:srgbClr val="AABAC4"/>
                </a:solidFill>
                <a:latin typeface="Aptos"/>
                <a:ea typeface="Aptos"/>
                <a:cs typeface="Aptos"/>
              </a:rPr>
              <a:t>Water X3</a:t>
            </a:r>
          </a:p>
        </p:txBody>
      </p:sp>
      <p:sp>
        <p:nvSpPr>
          <p:cNvPr id="17" name="active-2">
            <a:extLst>
              <a:ext uri="{FF2B5EF4-FFF2-40B4-BE49-F238E27FC236}">
                <a16:creationId xmlns:a16="http://schemas.microsoft.com/office/drawing/2014/main" id="{1E16C9E8-B279-496F-8E59-0EF18232C3F6}"/>
              </a:ext>
            </a:extLst>
          </p:cNvPr>
          <p:cNvSpPr>
            <a:spLocks noGrp="1"/>
          </p:cNvSpPr>
          <p:nvPr/>
        </p:nvSpPr>
        <p:spPr>
          <a:xfrm>
            <a:off x="5419725" y="5257800"/>
            <a:ext cx="1047750" cy="381000"/>
          </a:xfrm>
          <a:prstGeom prst="rect">
            <a:avLst/>
          </a:prstGeom>
          <a:solidFill>
            <a:srgbClr val="101B23"/>
          </a:solidFill>
          <a:ln w="0">
            <a:noFill/>
          </a:ln>
        </p:spPr>
        <p:txBody>
          <a:bodyPr lIns="0" tIns="0" rIns="0" bIns="0" anchor="ctr">
            <a:noAutofit/>
          </a:bodyPr>
          <a:lstStyle/>
          <a:p>
            <a:pPr algn="ctr">
              <a:defRPr sz="1650" b="1">
                <a:solidFill>
                  <a:srgbClr val="DDB968"/>
                </a:solidFill>
                <a:latin typeface="Aptos"/>
                <a:ea typeface="Aptos"/>
                <a:cs typeface="Aptos"/>
              </a:defRPr>
            </a:pPr>
            <a:r>
              <a:rPr sz="1650" b="1">
                <a:solidFill>
                  <a:srgbClr val="DDB968"/>
                </a:solidFill>
                <a:latin typeface="Aptos"/>
                <a:ea typeface="Aptos"/>
                <a:cs typeface="Aptos"/>
              </a:rPr>
              <a:t>Water X3</a:t>
            </a:r>
          </a:p>
        </p:txBody>
      </p:sp>
      <p:sp>
        <p:nvSpPr>
          <p:cNvPr id="18" name="slot-2">
            <a:extLst>
              <a:ext uri="{FF2B5EF4-FFF2-40B4-BE49-F238E27FC236}">
                <a16:creationId xmlns:a16="http://schemas.microsoft.com/office/drawing/2014/main" id="{50FFC344-6FF9-4D0D-93FE-DCBBF9FBBB16}"/>
              </a:ext>
            </a:extLst>
          </p:cNvPr>
          <p:cNvSpPr>
            <a:spLocks noGrp="1"/>
          </p:cNvSpPr>
          <p:nvPr/>
        </p:nvSpPr>
        <p:spPr>
          <a:xfrm>
            <a:off x="5743575" y="5867400"/>
            <a:ext cx="400050" cy="400050"/>
          </a:xfrm>
          <a:prstGeom prst="ellipse">
            <a:avLst/>
          </a:prstGeom>
          <a:noFill/>
          <a:ln w="19050">
            <a:solidFill>
              <a:srgbClr val="3F5564"/>
            </a:solidFill>
          </a:ln>
        </p:spPr>
        <p:txBody>
          <a:bodyPr/>
          <a:lstStyle/>
          <a:p>
            <a:endParaRPr lang="en-US"/>
          </a:p>
        </p:txBody>
      </p:sp>
      <p:sp>
        <p:nvSpPr>
          <p:cNvPr id="19" name="orb-2">
            <a:extLst>
              <a:ext uri="{FF2B5EF4-FFF2-40B4-BE49-F238E27FC236}">
                <a16:creationId xmlns:a16="http://schemas.microsoft.com/office/drawing/2014/main" id="{4EF3A083-0E5E-4FD8-A39D-FBA835537AC2}"/>
              </a:ext>
            </a:extLst>
          </p:cNvPr>
          <p:cNvSpPr>
            <a:spLocks noGrp="1"/>
          </p:cNvSpPr>
          <p:nvPr/>
        </p:nvSpPr>
        <p:spPr>
          <a:xfrm>
            <a:off x="5743575" y="5867400"/>
            <a:ext cx="400050" cy="400050"/>
          </a:xfrm>
          <a:prstGeom prst="ellipse">
            <a:avLst/>
          </a:prstGeom>
          <a:solidFill>
            <a:srgbClr val="3395FF"/>
          </a:solidFill>
          <a:ln w="0">
            <a:solidFill>
              <a:srgbClr val="3395FF"/>
            </a:solidFill>
          </a:ln>
        </p:spPr>
        <p:txBody>
          <a:bodyPr/>
          <a:lstStyle/>
          <a:p>
            <a:endParaRPr lang="en-US"/>
          </a:p>
        </p:txBody>
      </p:sp>
      <p:sp>
        <p:nvSpPr>
          <p:cNvPr id="20" name="charged-2">
            <a:extLst>
              <a:ext uri="{FF2B5EF4-FFF2-40B4-BE49-F238E27FC236}">
                <a16:creationId xmlns:a16="http://schemas.microsoft.com/office/drawing/2014/main" id="{4336A83C-9485-4371-9360-475343D368B3}"/>
              </a:ext>
            </a:extLst>
          </p:cNvPr>
          <p:cNvSpPr>
            <a:spLocks noGrp="1"/>
          </p:cNvSpPr>
          <p:nvPr/>
        </p:nvSpPr>
        <p:spPr>
          <a:xfrm>
            <a:off x="5743575" y="5867400"/>
            <a:ext cx="400050" cy="400050"/>
          </a:xfrm>
          <a:prstGeom prst="ellipse">
            <a:avLst/>
          </a:prstGeom>
          <a:noFill/>
          <a:ln w="38100">
            <a:solidFill>
              <a:srgbClr val="DDB968"/>
            </a:solidFill>
          </a:ln>
        </p:spPr>
        <p:txBody>
          <a:bodyPr/>
          <a:lstStyle/>
          <a:p>
            <a:endParaRPr lang="en-US"/>
          </a:p>
        </p:txBody>
      </p:sp>
      <p:sp>
        <p:nvSpPr>
          <p:cNvPr id="21" name="letter-2">
            <a:extLst>
              <a:ext uri="{FF2B5EF4-FFF2-40B4-BE49-F238E27FC236}">
                <a16:creationId xmlns:a16="http://schemas.microsoft.com/office/drawing/2014/main" id="{1FB4BBA3-745E-4FDF-AFEA-C2401079802E}"/>
              </a:ext>
            </a:extLst>
          </p:cNvPr>
          <p:cNvSpPr>
            <a:spLocks noGrp="1"/>
          </p:cNvSpPr>
          <p:nvPr/>
        </p:nvSpPr>
        <p:spPr>
          <a:xfrm>
            <a:off x="5805488" y="5915025"/>
            <a:ext cx="276225" cy="295275"/>
          </a:xfrm>
          <a:prstGeom prst="rect">
            <a:avLst/>
          </a:prstGeom>
          <a:noFill/>
          <a:ln w="0">
            <a:noFill/>
          </a:ln>
        </p:spPr>
        <p:txBody>
          <a:bodyPr lIns="0" tIns="0" rIns="0" bIns="0" anchor="ctr">
            <a:noAutofit/>
          </a:bodyPr>
          <a:lstStyle/>
          <a:p>
            <a:pPr algn="ctr">
              <a:defRPr sz="1725" b="1">
                <a:solidFill>
                  <a:srgbClr val="101B23"/>
                </a:solidFill>
                <a:latin typeface="Aptos"/>
                <a:ea typeface="Aptos"/>
                <a:cs typeface="Aptos"/>
              </a:defRPr>
            </a:pPr>
            <a:r>
              <a:rPr sz="1725" b="1">
                <a:solidFill>
                  <a:srgbClr val="101B23"/>
                </a:solidFill>
                <a:latin typeface="Aptos"/>
                <a:ea typeface="Aptos"/>
                <a:cs typeface="Aptos"/>
              </a:rPr>
              <a:t>W</a:t>
            </a:r>
          </a:p>
        </p:txBody>
      </p:sp>
      <p:sp>
        <p:nvSpPr>
          <p:cNvPr id="22" name="command-3">
            <a:extLst>
              <a:ext uri="{FF2B5EF4-FFF2-40B4-BE49-F238E27FC236}">
                <a16:creationId xmlns:a16="http://schemas.microsoft.com/office/drawing/2014/main" id="{D35D5755-F93E-4598-BE2D-1E3A9D903728}"/>
              </a:ext>
            </a:extLst>
          </p:cNvPr>
          <p:cNvSpPr>
            <a:spLocks noGrp="1"/>
          </p:cNvSpPr>
          <p:nvPr/>
        </p:nvSpPr>
        <p:spPr>
          <a:xfrm>
            <a:off x="6467475" y="5257800"/>
            <a:ext cx="1047750" cy="381000"/>
          </a:xfrm>
          <a:prstGeom prst="rect">
            <a:avLst/>
          </a:prstGeom>
          <a:noFill/>
          <a:ln w="0">
            <a:noFill/>
          </a:ln>
        </p:spPr>
        <p:txBody>
          <a:bodyPr lIns="0" tIns="0" rIns="0" bIns="0" anchor="ctr">
            <a:noAutofit/>
          </a:bodyPr>
          <a:lstStyle/>
          <a:p>
            <a:pPr algn="ctr">
              <a:defRPr sz="1650" b="0">
                <a:solidFill>
                  <a:srgbClr val="AABAC4"/>
                </a:solidFill>
                <a:latin typeface="Aptos"/>
                <a:ea typeface="Aptos"/>
                <a:cs typeface="Aptos"/>
              </a:defRPr>
            </a:pPr>
            <a:r>
              <a:rPr sz="1650" b="0">
                <a:solidFill>
                  <a:srgbClr val="AABAC4"/>
                </a:solidFill>
                <a:latin typeface="Aptos"/>
                <a:ea typeface="Aptos"/>
                <a:cs typeface="Aptos"/>
              </a:rPr>
              <a:t>Water X4</a:t>
            </a:r>
          </a:p>
        </p:txBody>
      </p:sp>
      <p:sp>
        <p:nvSpPr>
          <p:cNvPr id="23" name="active-3">
            <a:extLst>
              <a:ext uri="{FF2B5EF4-FFF2-40B4-BE49-F238E27FC236}">
                <a16:creationId xmlns:a16="http://schemas.microsoft.com/office/drawing/2014/main" id="{EDC7F595-4E84-493D-AD93-CC2CB9BC3E1E}"/>
              </a:ext>
            </a:extLst>
          </p:cNvPr>
          <p:cNvSpPr>
            <a:spLocks noGrp="1"/>
          </p:cNvSpPr>
          <p:nvPr/>
        </p:nvSpPr>
        <p:spPr>
          <a:xfrm>
            <a:off x="6467475" y="5257800"/>
            <a:ext cx="1047750" cy="381000"/>
          </a:xfrm>
          <a:prstGeom prst="rect">
            <a:avLst/>
          </a:prstGeom>
          <a:solidFill>
            <a:srgbClr val="101B23"/>
          </a:solidFill>
          <a:ln w="0">
            <a:noFill/>
          </a:ln>
        </p:spPr>
        <p:txBody>
          <a:bodyPr lIns="0" tIns="0" rIns="0" bIns="0" anchor="ctr">
            <a:noAutofit/>
          </a:bodyPr>
          <a:lstStyle/>
          <a:p>
            <a:pPr algn="ctr">
              <a:defRPr sz="1650" b="1">
                <a:solidFill>
                  <a:srgbClr val="DDB968"/>
                </a:solidFill>
                <a:latin typeface="Aptos"/>
                <a:ea typeface="Aptos"/>
                <a:cs typeface="Aptos"/>
              </a:defRPr>
            </a:pPr>
            <a:r>
              <a:rPr sz="1650" b="1">
                <a:solidFill>
                  <a:srgbClr val="DDB968"/>
                </a:solidFill>
                <a:latin typeface="Aptos"/>
                <a:ea typeface="Aptos"/>
                <a:cs typeface="Aptos"/>
              </a:rPr>
              <a:t>Water X4</a:t>
            </a:r>
          </a:p>
        </p:txBody>
      </p:sp>
      <p:sp>
        <p:nvSpPr>
          <p:cNvPr id="24" name="slot-3">
            <a:extLst>
              <a:ext uri="{FF2B5EF4-FFF2-40B4-BE49-F238E27FC236}">
                <a16:creationId xmlns:a16="http://schemas.microsoft.com/office/drawing/2014/main" id="{ADBE4DC0-A425-4663-827B-F02530585F2B}"/>
              </a:ext>
            </a:extLst>
          </p:cNvPr>
          <p:cNvSpPr>
            <a:spLocks noGrp="1"/>
          </p:cNvSpPr>
          <p:nvPr/>
        </p:nvSpPr>
        <p:spPr>
          <a:xfrm>
            <a:off x="6791325" y="5867400"/>
            <a:ext cx="400050" cy="400050"/>
          </a:xfrm>
          <a:prstGeom prst="ellipse">
            <a:avLst/>
          </a:prstGeom>
          <a:noFill/>
          <a:ln w="19050">
            <a:solidFill>
              <a:srgbClr val="3F5564"/>
            </a:solidFill>
          </a:ln>
        </p:spPr>
        <p:txBody>
          <a:bodyPr/>
          <a:lstStyle/>
          <a:p>
            <a:endParaRPr lang="en-US"/>
          </a:p>
        </p:txBody>
      </p:sp>
      <p:sp>
        <p:nvSpPr>
          <p:cNvPr id="25" name="orb-3">
            <a:extLst>
              <a:ext uri="{FF2B5EF4-FFF2-40B4-BE49-F238E27FC236}">
                <a16:creationId xmlns:a16="http://schemas.microsoft.com/office/drawing/2014/main" id="{74A3ABB8-FB21-4F73-9BED-80A8D6592F57}"/>
              </a:ext>
            </a:extLst>
          </p:cNvPr>
          <p:cNvSpPr>
            <a:spLocks noGrp="1"/>
          </p:cNvSpPr>
          <p:nvPr/>
        </p:nvSpPr>
        <p:spPr>
          <a:xfrm>
            <a:off x="6791325" y="5867400"/>
            <a:ext cx="400050" cy="400050"/>
          </a:xfrm>
          <a:prstGeom prst="ellipse">
            <a:avLst/>
          </a:prstGeom>
          <a:solidFill>
            <a:srgbClr val="3395FF"/>
          </a:solidFill>
          <a:ln w="0">
            <a:solidFill>
              <a:srgbClr val="3395FF"/>
            </a:solidFill>
          </a:ln>
        </p:spPr>
        <p:txBody>
          <a:bodyPr/>
          <a:lstStyle/>
          <a:p>
            <a:endParaRPr lang="en-US"/>
          </a:p>
        </p:txBody>
      </p:sp>
      <p:sp>
        <p:nvSpPr>
          <p:cNvPr id="26" name="charged-3">
            <a:extLst>
              <a:ext uri="{FF2B5EF4-FFF2-40B4-BE49-F238E27FC236}">
                <a16:creationId xmlns:a16="http://schemas.microsoft.com/office/drawing/2014/main" id="{E1EA4B61-A1C4-4702-BEE2-158CBF78652E}"/>
              </a:ext>
            </a:extLst>
          </p:cNvPr>
          <p:cNvSpPr>
            <a:spLocks noGrp="1"/>
          </p:cNvSpPr>
          <p:nvPr/>
        </p:nvSpPr>
        <p:spPr>
          <a:xfrm>
            <a:off x="6791325" y="5867400"/>
            <a:ext cx="400050" cy="400050"/>
          </a:xfrm>
          <a:prstGeom prst="ellipse">
            <a:avLst/>
          </a:prstGeom>
          <a:noFill/>
          <a:ln w="38100">
            <a:solidFill>
              <a:srgbClr val="DDB968"/>
            </a:solidFill>
          </a:ln>
        </p:spPr>
        <p:txBody>
          <a:bodyPr/>
          <a:lstStyle/>
          <a:p>
            <a:endParaRPr lang="en-US"/>
          </a:p>
        </p:txBody>
      </p:sp>
      <p:sp>
        <p:nvSpPr>
          <p:cNvPr id="27" name="letter-3">
            <a:extLst>
              <a:ext uri="{FF2B5EF4-FFF2-40B4-BE49-F238E27FC236}">
                <a16:creationId xmlns:a16="http://schemas.microsoft.com/office/drawing/2014/main" id="{5AA98023-4F94-43E0-95B5-BAF6A19418CB}"/>
              </a:ext>
            </a:extLst>
          </p:cNvPr>
          <p:cNvSpPr>
            <a:spLocks noGrp="1"/>
          </p:cNvSpPr>
          <p:nvPr/>
        </p:nvSpPr>
        <p:spPr>
          <a:xfrm>
            <a:off x="6853238" y="5915025"/>
            <a:ext cx="276225" cy="295275"/>
          </a:xfrm>
          <a:prstGeom prst="rect">
            <a:avLst/>
          </a:prstGeom>
          <a:noFill/>
          <a:ln w="0">
            <a:noFill/>
          </a:ln>
        </p:spPr>
        <p:txBody>
          <a:bodyPr lIns="0" tIns="0" rIns="0" bIns="0" anchor="ctr">
            <a:noAutofit/>
          </a:bodyPr>
          <a:lstStyle/>
          <a:p>
            <a:pPr algn="ctr">
              <a:defRPr sz="1725" b="1">
                <a:solidFill>
                  <a:srgbClr val="101B23"/>
                </a:solidFill>
                <a:latin typeface="Aptos"/>
                <a:ea typeface="Aptos"/>
                <a:cs typeface="Aptos"/>
              </a:defRPr>
            </a:pPr>
            <a:r>
              <a:rPr sz="1725" b="1">
                <a:solidFill>
                  <a:srgbClr val="101B23"/>
                </a:solidFill>
                <a:latin typeface="Aptos"/>
                <a:ea typeface="Aptos"/>
                <a:cs typeface="Aptos"/>
              </a:rPr>
              <a:t>W</a:t>
            </a:r>
          </a:p>
        </p:txBody>
      </p:sp>
      <p:sp>
        <p:nvSpPr>
          <p:cNvPr id="28" name="queue">
            <a:extLst>
              <a:ext uri="{FF2B5EF4-FFF2-40B4-BE49-F238E27FC236}">
                <a16:creationId xmlns:a16="http://schemas.microsoft.com/office/drawing/2014/main" id="{B61DEF6A-ECFF-4ADF-8B37-D1E3FCC9A39C}"/>
              </a:ext>
            </a:extLst>
          </p:cNvPr>
          <p:cNvSpPr>
            <a:spLocks noGrp="1"/>
          </p:cNvSpPr>
          <p:nvPr/>
        </p:nvSpPr>
        <p:spPr>
          <a:xfrm>
            <a:off x="628650" y="5857875"/>
            <a:ext cx="2428875" cy="400050"/>
          </a:xfrm>
          <a:prstGeom prst="rect">
            <a:avLst/>
          </a:prstGeom>
          <a:noFill/>
          <a:ln w="0">
            <a:noFill/>
          </a:ln>
        </p:spPr>
        <p:txBody>
          <a:bodyPr lIns="0" tIns="0" rIns="0" bIns="0" anchor="ctr">
            <a:noAutofit/>
          </a:bodyPr>
          <a:lstStyle/>
          <a:p>
            <a:pPr>
              <a:defRPr sz="1725" b="0">
                <a:solidFill>
                  <a:srgbClr val="AABAC4"/>
                </a:solidFill>
                <a:latin typeface="Aptos"/>
                <a:ea typeface="Aptos"/>
                <a:cs typeface="Aptos"/>
              </a:defRPr>
            </a:pPr>
            <a:r>
              <a:rPr sz="1725" b="0">
                <a:solidFill>
                  <a:srgbClr val="AABAC4"/>
                </a:solidFill>
                <a:latin typeface="Aptos"/>
                <a:ea typeface="Aptos"/>
                <a:cs typeface="Aptos"/>
              </a:rPr>
              <a:t>Orb queue</a:t>
            </a:r>
          </a:p>
        </p:txBody>
      </p:sp>
      <p:sp>
        <p:nvSpPr>
          <p:cNvPr id="29" name="hold">
            <a:extLst>
              <a:ext uri="{FF2B5EF4-FFF2-40B4-BE49-F238E27FC236}">
                <a16:creationId xmlns:a16="http://schemas.microsoft.com/office/drawing/2014/main" id="{AD93E2D0-1BE4-418E-95DA-C39C05223D93}"/>
              </a:ext>
            </a:extLst>
          </p:cNvPr>
          <p:cNvSpPr>
            <a:spLocks noGrp="1"/>
          </p:cNvSpPr>
          <p:nvPr/>
        </p:nvSpPr>
        <p:spPr>
          <a:xfrm>
            <a:off x="628650" y="6334125"/>
            <a:ext cx="2190750" cy="333375"/>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HOLD R2</a:t>
            </a:r>
          </a:p>
        </p:txBody>
      </p:sp>
      <p:sp>
        <p:nvSpPr>
          <p:cNvPr id="30" name="release">
            <a:extLst>
              <a:ext uri="{FF2B5EF4-FFF2-40B4-BE49-F238E27FC236}">
                <a16:creationId xmlns:a16="http://schemas.microsoft.com/office/drawing/2014/main" id="{FFDF9058-6413-49A0-9677-DB7053F34F03}"/>
              </a:ext>
            </a:extLst>
          </p:cNvPr>
          <p:cNvSpPr>
            <a:spLocks noGrp="1"/>
          </p:cNvSpPr>
          <p:nvPr/>
        </p:nvSpPr>
        <p:spPr>
          <a:xfrm>
            <a:off x="8572500" y="6334125"/>
            <a:ext cx="23812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RELEASE R2</a:t>
            </a:r>
          </a:p>
        </p:txBody>
      </p:sp>
      <p:sp>
        <p:nvSpPr>
          <p:cNvPr id="31" name="result1">
            <a:extLst>
              <a:ext uri="{FF2B5EF4-FFF2-40B4-BE49-F238E27FC236}">
                <a16:creationId xmlns:a16="http://schemas.microsoft.com/office/drawing/2014/main" id="{71F09462-80C4-4DCA-9C1E-592FF5071D6B}"/>
              </a:ext>
            </a:extLst>
          </p:cNvPr>
          <p:cNvSpPr>
            <a:spLocks noGrp="1"/>
          </p:cNvSpPr>
          <p:nvPr/>
        </p:nvSpPr>
        <p:spPr>
          <a:xfrm>
            <a:off x="8077200" y="3495675"/>
            <a:ext cx="3143250" cy="514350"/>
          </a:xfrm>
          <a:prstGeom prst="rect">
            <a:avLst/>
          </a:prstGeom>
          <a:noFill/>
          <a:ln w="0">
            <a:noFill/>
          </a:ln>
        </p:spPr>
        <p:txBody>
          <a:bodyPr lIns="0" tIns="0" rIns="0" bIns="0" anchor="ctr">
            <a:noAutofit/>
          </a:bodyPr>
          <a:lstStyle/>
          <a:p>
            <a:pPr>
              <a:defRPr sz="2550" b="1">
                <a:solidFill>
                  <a:srgbClr val="3395FF"/>
                </a:solidFill>
                <a:latin typeface="Aptos"/>
                <a:ea typeface="Aptos"/>
                <a:cs typeface="Aptos"/>
              </a:defRPr>
            </a:pPr>
            <a:r>
              <a:rPr sz="2550" b="1">
                <a:solidFill>
                  <a:srgbClr val="3395FF"/>
                </a:solidFill>
                <a:latin typeface="Aptos"/>
                <a:ea typeface="Aptos"/>
                <a:cs typeface="Aptos"/>
              </a:rPr>
              <a:t>Water Lv.4</a:t>
            </a:r>
          </a:p>
        </p:txBody>
      </p:sp>
      <p:sp>
        <p:nvSpPr>
          <p:cNvPr id="32" name="result2">
            <a:extLst>
              <a:ext uri="{FF2B5EF4-FFF2-40B4-BE49-F238E27FC236}">
                <a16:creationId xmlns:a16="http://schemas.microsoft.com/office/drawing/2014/main" id="{F2DC9E26-30F8-4D03-A293-B8D6F43A1EBC}"/>
              </a:ext>
            </a:extLst>
          </p:cNvPr>
          <p:cNvSpPr>
            <a:spLocks noGrp="1"/>
          </p:cNvSpPr>
          <p:nvPr/>
        </p:nvSpPr>
        <p:spPr>
          <a:xfrm>
            <a:off x="8077200" y="4057650"/>
            <a:ext cx="3143250" cy="457200"/>
          </a:xfrm>
          <a:prstGeom prst="rect">
            <a:avLst/>
          </a:prstGeom>
          <a:noFill/>
          <a:ln w="0">
            <a:noFill/>
          </a:ln>
        </p:spPr>
        <p:txBody>
          <a:bodyPr lIns="0" tIns="0" rIns="0" bIns="0" anchor="ctr">
            <a:noAutofit/>
          </a:bodyPr>
          <a:lstStyle/>
          <a:p>
            <a:pPr>
              <a:defRPr sz="2250" b="1">
                <a:solidFill>
                  <a:srgbClr val="BFE6F3"/>
                </a:solidFill>
                <a:latin typeface="Aptos"/>
                <a:ea typeface="Aptos"/>
                <a:cs typeface="Aptos"/>
              </a:defRPr>
            </a:pPr>
            <a:r>
              <a:rPr sz="2250" b="1">
                <a:solidFill>
                  <a:srgbClr val="BFE6F3"/>
                </a:solidFill>
                <a:latin typeface="Aptos"/>
                <a:ea typeface="Aptos"/>
                <a:cs typeface="Aptos"/>
              </a:rPr>
              <a:t>+ Air Lv.2</a:t>
            </a:r>
          </a:p>
        </p:txBody>
      </p:sp>
      <p:sp>
        <p:nvSpPr>
          <p:cNvPr id="33" name="primary">
            <a:extLst>
              <a:ext uri="{FF2B5EF4-FFF2-40B4-BE49-F238E27FC236}">
                <a16:creationId xmlns:a16="http://schemas.microsoft.com/office/drawing/2014/main" id="{AA62FE8F-9C13-4288-B845-BDAD7D12B06F}"/>
              </a:ext>
            </a:extLst>
          </p:cNvPr>
          <p:cNvSpPr>
            <a:spLocks noGrp="1"/>
          </p:cNvSpPr>
          <p:nvPr/>
        </p:nvSpPr>
        <p:spPr>
          <a:xfrm>
            <a:off x="8077200" y="4629150"/>
            <a:ext cx="3143250" cy="30480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Last orb: Water</a:t>
            </a:r>
          </a:p>
        </p:txBody>
      </p:sp>
      <p:sp>
        <p:nvSpPr>
          <p:cNvPr id="35" name="page">
            <a:extLst>
              <a:ext uri="{FF2B5EF4-FFF2-40B4-BE49-F238E27FC236}">
                <a16:creationId xmlns:a16="http://schemas.microsoft.com/office/drawing/2014/main" id="{DA7A1EDB-7EDB-4ADB-9C5A-70AC8975E4C3}"/>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05</a:t>
            </a:r>
          </a:p>
        </p:txBody>
      </p:sp>
      <p:sp>
        <p:nvSpPr>
          <p:cNvPr id="39" name="r2-timing-line">
            <a:extLst>
              <a:ext uri="{FF2B5EF4-FFF2-40B4-BE49-F238E27FC236}">
                <a16:creationId xmlns:a16="http://schemas.microsoft.com/office/drawing/2014/main" id="{495E36CD-5B79-48A1-AF09-84AB550BB981}"/>
              </a:ext>
            </a:extLst>
          </p:cNvPr>
          <p:cNvSpPr>
            <a:spLocks noGrp="1"/>
          </p:cNvSpPr>
          <p:nvPr/>
        </p:nvSpPr>
        <p:spPr>
          <a:xfrm>
            <a:off x="3238500" y="6667500"/>
            <a:ext cx="5191125" cy="38100"/>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5892411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ntr" presetSubtype="0" fill="hold" nodeType="withEffect">
                            <p:stCondLst>
                              <p:cond delay="1400"/>
                            </p:stCondLst>
                            <p:childTnLst>
                              <p:set>
                                <p:cBhvr>
                                  <p:cTn id="7" dur="1" fill="hold">
                                    <p:stCondLst>
                                      <p:cond delay="0"/>
                                    </p:stCondLst>
                                  </p:cTn>
                                  <p:tgtEl>
                                    <p:spTgt spid="9"/>
                                  </p:tgtEl>
                                  <p:attrNameLst>
                                    <p:attrName>style.visibility</p:attrName>
                                  </p:attrNameLst>
                                </p:cBhvr>
                                <p:to>
                                  <p:strVal val="visible"/>
                                </p:to>
                              </p:set>
                            </p:childTnLst>
                          </p:cTn>
                        </p:par>
                        <p:par>
                          <p:cTn id="8" presetID="1" presetClass="entr" presetSubtype="0" fill="hold" nodeType="withEffect">
                            <p:stCondLst>
                              <p:cond delay="1400"/>
                            </p:stCondLst>
                            <p:childTnLst>
                              <p:set>
                                <p:cBhvr>
                                  <p:cTn id="9" dur="1" fill="hold">
                                    <p:stCondLst>
                                      <p:cond delay="0"/>
                                    </p:stCondLst>
                                  </p:cTn>
                                  <p:tgtEl>
                                    <p:spTgt spid="7"/>
                                  </p:tgtEl>
                                  <p:attrNameLst>
                                    <p:attrName>style.visibility</p:attrName>
                                  </p:attrNameLst>
                                </p:cBhvr>
                                <p:to>
                                  <p:strVal val="visible"/>
                                </p:to>
                              </p:set>
                            </p:childTnLst>
                          </p:cTn>
                        </p:par>
                        <p:par>
                          <p:cTn id="10" presetID="1" presetClass="exit" presetSubtype="0" fill="hold" nodeType="withEffect">
                            <p:stCondLst>
                              <p:cond delay="2000"/>
                            </p:stCondLst>
                            <p:childTnLst>
                              <p:set>
                                <p:cBhvr>
                                  <p:cTn id="11" dur="1" fill="hold">
                                    <p:stCondLst>
                                      <p:cond delay="0"/>
                                    </p:stCondLst>
                                  </p:cTn>
                                  <p:tgtEl>
                                    <p:spTgt spid="5"/>
                                  </p:tgtEl>
                                  <p:attrNameLst>
                                    <p:attrName>style.visibility</p:attrName>
                                  </p:attrNameLst>
                                </p:cBhvr>
                                <p:to>
                                  <p:strVal val="hidden"/>
                                </p:to>
                              </p:set>
                            </p:childTnLst>
                          </p:cTn>
                        </p:par>
                        <p:par>
                          <p:cTn id="12" presetID="1" presetClass="entr" presetSubtype="0" fill="hold" nodeType="withEffect">
                            <p:stCondLst>
                              <p:cond delay="2000"/>
                            </p:stCondLst>
                            <p:childTnLst>
                              <p:set>
                                <p:cBhvr>
                                  <p:cTn id="13" dur="1" fill="hold">
                                    <p:stCondLst>
                                      <p:cond delay="0"/>
                                    </p:stCondLst>
                                  </p:cTn>
                                  <p:tgtEl>
                                    <p:spTgt spid="11"/>
                                  </p:tgtEl>
                                  <p:attrNameLst>
                                    <p:attrName>style.visibility</p:attrName>
                                  </p:attrNameLst>
                                </p:cBhvr>
                                <p:to>
                                  <p:strVal val="visible"/>
                                </p:to>
                              </p:set>
                            </p:childTnLst>
                          </p:cTn>
                        </p:par>
                        <p:par>
                          <p:cTn id="14" presetID="1" presetClass="entr" presetSubtype="0" fill="hold" nodeType="withEffect">
                            <p:stCondLst>
                              <p:cond delay="2400"/>
                            </p:stCondLst>
                            <p:childTnLst>
                              <p:set>
                                <p:cBhvr>
                                  <p:cTn id="15" dur="1" fill="hold">
                                    <p:stCondLst>
                                      <p:cond delay="0"/>
                                    </p:stCondLst>
                                  </p:cTn>
                                  <p:tgtEl>
                                    <p:spTgt spid="15"/>
                                  </p:tgtEl>
                                  <p:attrNameLst>
                                    <p:attrName>style.visibility</p:attrName>
                                  </p:attrNameLst>
                                </p:cBhvr>
                                <p:to>
                                  <p:strVal val="visible"/>
                                </p:to>
                              </p:set>
                            </p:childTnLst>
                          </p:cTn>
                        </p:par>
                        <p:par>
                          <p:cTn id="16" presetID="1" presetClass="entr" presetSubtype="0" fill="hold" nodeType="withEffect">
                            <p:stCondLst>
                              <p:cond delay="240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xit" presetSubtype="0" fill="hold" nodeType="withEffect">
                            <p:stCondLst>
                              <p:cond delay="3000"/>
                            </p:stCondLst>
                            <p:childTnLst>
                              <p:set>
                                <p:cBhvr>
                                  <p:cTn id="19" dur="1" fill="hold">
                                    <p:stCondLst>
                                      <p:cond delay="0"/>
                                    </p:stCondLst>
                                  </p:cTn>
                                  <p:tgtEl>
                                    <p:spTgt spid="11"/>
                                  </p:tgtEl>
                                  <p:attrNameLst>
                                    <p:attrName>style.visibility</p:attrName>
                                  </p:attrNameLst>
                                </p:cBhvr>
                                <p:to>
                                  <p:strVal val="hidden"/>
                                </p:to>
                              </p:set>
                            </p:childTnLst>
                          </p:cTn>
                        </p:par>
                        <p:par>
                          <p:cTn id="20" presetID="1" presetClass="entr" presetSubtype="0" fill="hold" nodeType="withEffect">
                            <p:stCondLst>
                              <p:cond delay="300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nodeType="withEffect">
                            <p:stCondLst>
                              <p:cond delay="3400"/>
                            </p:stCondLst>
                            <p:childTnLst>
                              <p:set>
                                <p:cBhvr>
                                  <p:cTn id="23" dur="1" fill="hold">
                                    <p:stCondLst>
                                      <p:cond delay="0"/>
                                    </p:stCondLst>
                                  </p:cTn>
                                  <p:tgtEl>
                                    <p:spTgt spid="21"/>
                                  </p:tgtEl>
                                  <p:attrNameLst>
                                    <p:attrName>style.visibility</p:attrName>
                                  </p:attrNameLst>
                                </p:cBhvr>
                                <p:to>
                                  <p:strVal val="visible"/>
                                </p:to>
                              </p:set>
                            </p:childTnLst>
                          </p:cTn>
                        </p:par>
                        <p:par>
                          <p:cTn id="24" presetID="1" presetClass="entr" presetSubtype="0" fill="hold" nodeType="withEffect">
                            <p:stCondLst>
                              <p:cond delay="3400"/>
                            </p:stCondLst>
                            <p:childTnLst>
                              <p:set>
                                <p:cBhvr>
                                  <p:cTn id="25" dur="1" fill="hold">
                                    <p:stCondLst>
                                      <p:cond delay="0"/>
                                    </p:stCondLst>
                                  </p:cTn>
                                  <p:tgtEl>
                                    <p:spTgt spid="19"/>
                                  </p:tgtEl>
                                  <p:attrNameLst>
                                    <p:attrName>style.visibility</p:attrName>
                                  </p:attrNameLst>
                                </p:cBhvr>
                                <p:to>
                                  <p:strVal val="visible"/>
                                </p:to>
                              </p:set>
                            </p:childTnLst>
                          </p:cTn>
                        </p:par>
                        <p:par>
                          <p:cTn id="26" presetID="1" presetClass="exit" presetSubtype="0" fill="hold" nodeType="withEffect">
                            <p:stCondLst>
                              <p:cond delay="4000"/>
                            </p:stCondLst>
                            <p:childTnLst>
                              <p:set>
                                <p:cBhvr>
                                  <p:cTn id="27" dur="1" fill="hold">
                                    <p:stCondLst>
                                      <p:cond delay="0"/>
                                    </p:stCondLst>
                                  </p:cTn>
                                  <p:tgtEl>
                                    <p:spTgt spid="17"/>
                                  </p:tgtEl>
                                  <p:attrNameLst>
                                    <p:attrName>style.visibility</p:attrName>
                                  </p:attrNameLst>
                                </p:cBhvr>
                                <p:to>
                                  <p:strVal val="hidden"/>
                                </p:to>
                              </p:set>
                            </p:childTnLst>
                          </p:cTn>
                        </p:par>
                        <p:par>
                          <p:cTn id="28" presetID="1" presetClass="entr" presetSubtype="0" fill="hold" nodeType="withEffect">
                            <p:stCondLst>
                              <p:cond delay="400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nodeType="withEffect">
                            <p:stCondLst>
                              <p:cond delay="4400"/>
                            </p:stCondLst>
                            <p:childTnLst>
                              <p:set>
                                <p:cBhvr>
                                  <p:cTn id="31" dur="1" fill="hold">
                                    <p:stCondLst>
                                      <p:cond delay="0"/>
                                    </p:stCondLst>
                                  </p:cTn>
                                  <p:tgtEl>
                                    <p:spTgt spid="27"/>
                                  </p:tgtEl>
                                  <p:attrNameLst>
                                    <p:attrName>style.visibility</p:attrName>
                                  </p:attrNameLst>
                                </p:cBhvr>
                                <p:to>
                                  <p:strVal val="visible"/>
                                </p:to>
                              </p:set>
                            </p:childTnLst>
                          </p:cTn>
                        </p:par>
                        <p:par>
                          <p:cTn id="32" presetID="1" presetClass="entr" presetSubtype="0" fill="hold" nodeType="withEffect">
                            <p:stCondLst>
                              <p:cond delay="440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xit" presetSubtype="0" fill="hold" nodeType="withEffect">
                            <p:stCondLst>
                              <p:cond delay="5000"/>
                            </p:stCondLst>
                            <p:childTnLst>
                              <p:set>
                                <p:cBhvr>
                                  <p:cTn id="35" dur="1" fill="hold">
                                    <p:stCondLst>
                                      <p:cond delay="0"/>
                                    </p:stCondLst>
                                  </p:cTn>
                                  <p:tgtEl>
                                    <p:spTgt spid="23"/>
                                  </p:tgtEl>
                                  <p:attrNameLst>
                                    <p:attrName>style.visibility</p:attrName>
                                  </p:attrNameLst>
                                </p:cBhvr>
                                <p:to>
                                  <p:strVal val="hidden"/>
                                </p:to>
                              </p:set>
                            </p:childTnLst>
                          </p:cTn>
                        </p:par>
                        <p:par>
                          <p:cTn id="36" presetID="1" presetClass="entr" presetSubtype="0" fill="hold" nodeType="withEffect">
                            <p:stCondLst>
                              <p:cond delay="5000"/>
                            </p:stCondLst>
                            <p:childTnLst>
                              <p:set>
                                <p:cBhvr>
                                  <p:cTn id="37" dur="1" fill="hold">
                                    <p:stCondLst>
                                      <p:cond delay="0"/>
                                    </p:stCondLst>
                                  </p:cTn>
                                  <p:tgtEl>
                                    <p:spTgt spid="29"/>
                                  </p:tgtEl>
                                  <p:attrNameLst>
                                    <p:attrName>style.visibility</p:attrName>
                                  </p:attrNameLst>
                                </p:cBhvr>
                                <p:to>
                                  <p:strVal val="visible"/>
                                </p:to>
                              </p:set>
                            </p:childTnLst>
                          </p:cTn>
                        </p:par>
                        <p:par>
                          <p:cTn id="38" presetID="1" presetClass="entr" presetSubtype="0" fill="hold" nodeType="withEffect">
                            <p:stCondLst>
                              <p:cond delay="5500"/>
                            </p:stCondLst>
                            <p:childTnLst>
                              <p:set>
                                <p:cBhvr>
                                  <p:cTn id="39" dur="1" fill="hold">
                                    <p:stCondLst>
                                      <p:cond delay="0"/>
                                    </p:stCondLst>
                                  </p:cTn>
                                  <p:tgtEl>
                                    <p:spTgt spid="8"/>
                                  </p:tgtEl>
                                  <p:attrNameLst>
                                    <p:attrName>style.visibility</p:attrName>
                                  </p:attrNameLst>
                                </p:cBhvr>
                                <p:to>
                                  <p:strVal val="visible"/>
                                </p:to>
                              </p:set>
                            </p:childTnLst>
                          </p:cTn>
                        </p:par>
                        <p:par>
                          <p:cTn id="40" presetID="1" presetClass="entr" presetSubtype="0" fill="hold" nodeType="withEffect">
                            <p:stCondLst>
                              <p:cond delay="6000"/>
                            </p:stCondLst>
                            <p:childTnLst>
                              <p:set>
                                <p:cBhvr>
                                  <p:cTn id="41" dur="1" fill="hold">
                                    <p:stCondLst>
                                      <p:cond delay="0"/>
                                    </p:stCondLst>
                                  </p:cTn>
                                  <p:tgtEl>
                                    <p:spTgt spid="14"/>
                                  </p:tgtEl>
                                  <p:attrNameLst>
                                    <p:attrName>style.visibility</p:attrName>
                                  </p:attrNameLst>
                                </p:cBhvr>
                                <p:to>
                                  <p:strVal val="visible"/>
                                </p:to>
                              </p:set>
                            </p:childTnLst>
                          </p:cTn>
                        </p:par>
                        <p:par>
                          <p:cTn id="42" presetID="1" presetClass="entr" presetSubtype="0" fill="hold" nodeType="withEffect">
                            <p:stCondLst>
                              <p:cond delay="6500"/>
                            </p:stCondLst>
                            <p:childTnLst>
                              <p:set>
                                <p:cBhvr>
                                  <p:cTn id="43" dur="1" fill="hold">
                                    <p:stCondLst>
                                      <p:cond delay="0"/>
                                    </p:stCondLst>
                                  </p:cTn>
                                  <p:tgtEl>
                                    <p:spTgt spid="20"/>
                                  </p:tgtEl>
                                  <p:attrNameLst>
                                    <p:attrName>style.visibility</p:attrName>
                                  </p:attrNameLst>
                                </p:cBhvr>
                                <p:to>
                                  <p:strVal val="visible"/>
                                </p:to>
                              </p:set>
                            </p:childTnLst>
                          </p:cTn>
                        </p:par>
                        <p:par>
                          <p:cTn id="44" presetID="1" presetClass="entr" presetSubtype="0" fill="hold" nodeType="withEffect">
                            <p:stCondLst>
                              <p:cond delay="7000"/>
                            </p:stCondLst>
                            <p:childTnLst>
                              <p:set>
                                <p:cBhvr>
                                  <p:cTn id="45" dur="1" fill="hold">
                                    <p:stCondLst>
                                      <p:cond delay="0"/>
                                    </p:stCondLst>
                                  </p:cTn>
                                  <p:tgtEl>
                                    <p:spTgt spid="26"/>
                                  </p:tgtEl>
                                  <p:attrNameLst>
                                    <p:attrName>style.visibility</p:attrName>
                                  </p:attrNameLst>
                                </p:cBhvr>
                                <p:to>
                                  <p:strVal val="visible"/>
                                </p:to>
                              </p:set>
                            </p:childTnLst>
                          </p:cTn>
                        </p:par>
                        <p:par>
                          <p:cTn id="46" presetID="1" presetClass="exit" presetSubtype="0" fill="hold" nodeType="withEffect">
                            <p:stCondLst>
                              <p:cond delay="7500"/>
                            </p:stCondLst>
                            <p:childTnLst>
                              <p:set>
                                <p:cBhvr>
                                  <p:cTn id="47" dur="1" fill="hold">
                                    <p:stCondLst>
                                      <p:cond delay="0"/>
                                    </p:stCondLst>
                                  </p:cTn>
                                  <p:tgtEl>
                                    <p:spTgt spid="8"/>
                                  </p:tgtEl>
                                  <p:attrNameLst>
                                    <p:attrName>style.visibility</p:attrName>
                                  </p:attrNameLst>
                                </p:cBhvr>
                                <p:to>
                                  <p:strVal val="hidden"/>
                                </p:to>
                              </p:set>
                            </p:childTnLst>
                          </p:cTn>
                        </p:par>
                        <p:par>
                          <p:cTn id="48" presetID="1" presetClass="exit" presetSubtype="0" fill="hold" nodeType="withEffect">
                            <p:stCondLst>
                              <p:cond delay="7500"/>
                            </p:stCondLst>
                            <p:childTnLst>
                              <p:set>
                                <p:cBhvr>
                                  <p:cTn id="49" dur="1" fill="hold">
                                    <p:stCondLst>
                                      <p:cond delay="0"/>
                                    </p:stCondLst>
                                  </p:cTn>
                                  <p:tgtEl>
                                    <p:spTgt spid="14"/>
                                  </p:tgtEl>
                                  <p:attrNameLst>
                                    <p:attrName>style.visibility</p:attrName>
                                  </p:attrNameLst>
                                </p:cBhvr>
                                <p:to>
                                  <p:strVal val="hidden"/>
                                </p:to>
                              </p:set>
                            </p:childTnLst>
                          </p:cTn>
                        </p:par>
                        <p:par>
                          <p:cTn id="50" presetID="1" presetClass="exit" presetSubtype="0" fill="hold" nodeType="withEffect">
                            <p:stCondLst>
                              <p:cond delay="7500"/>
                            </p:stCondLst>
                            <p:childTnLst>
                              <p:set>
                                <p:cBhvr>
                                  <p:cTn id="51" dur="1" fill="hold">
                                    <p:stCondLst>
                                      <p:cond delay="0"/>
                                    </p:stCondLst>
                                  </p:cTn>
                                  <p:tgtEl>
                                    <p:spTgt spid="20"/>
                                  </p:tgtEl>
                                  <p:attrNameLst>
                                    <p:attrName>style.visibility</p:attrName>
                                  </p:attrNameLst>
                                </p:cBhvr>
                                <p:to>
                                  <p:strVal val="hidden"/>
                                </p:to>
                              </p:set>
                            </p:childTnLst>
                          </p:cTn>
                        </p:par>
                        <p:par>
                          <p:cTn id="52" presetID="1" presetClass="exit" presetSubtype="0" fill="hold" nodeType="withEffect">
                            <p:stCondLst>
                              <p:cond delay="7500"/>
                            </p:stCondLst>
                            <p:childTnLst>
                              <p:set>
                                <p:cBhvr>
                                  <p:cTn id="53" dur="1" fill="hold">
                                    <p:stCondLst>
                                      <p:cond delay="0"/>
                                    </p:stCondLst>
                                  </p:cTn>
                                  <p:tgtEl>
                                    <p:spTgt spid="26"/>
                                  </p:tgtEl>
                                  <p:attrNameLst>
                                    <p:attrName>style.visibility</p:attrName>
                                  </p:attrNameLst>
                                </p:cBhvr>
                                <p:to>
                                  <p:strVal val="hidden"/>
                                </p:to>
                              </p:set>
                            </p:childTnLst>
                          </p:cTn>
                        </p:par>
                        <p:par>
                          <p:cTn id="54" presetID="1" presetClass="exit" presetSubtype="0" fill="hold" nodeType="withEffect">
                            <p:stCondLst>
                              <p:cond delay="7500"/>
                            </p:stCondLst>
                            <p:childTnLst>
                              <p:set>
                                <p:cBhvr>
                                  <p:cTn id="55" dur="1" fill="hold">
                                    <p:stCondLst>
                                      <p:cond delay="0"/>
                                    </p:stCondLst>
                                  </p:cTn>
                                  <p:tgtEl>
                                    <p:spTgt spid="29"/>
                                  </p:tgtEl>
                                  <p:attrNameLst>
                                    <p:attrName>style.visibility</p:attrName>
                                  </p:attrNameLst>
                                </p:cBhvr>
                                <p:to>
                                  <p:strVal val="hidden"/>
                                </p:to>
                              </p:set>
                            </p:childTnLst>
                          </p:cTn>
                        </p:par>
                        <p:par>
                          <p:cTn id="56" presetID="1" presetClass="exit" presetSubtype="0" fill="hold" nodeType="withEffect">
                            <p:stCondLst>
                              <p:cond delay="7500"/>
                            </p:stCondLst>
                            <p:childTnLst>
                              <p:set>
                                <p:cBhvr>
                                  <p:cTn id="57" dur="1" fill="hold">
                                    <p:stCondLst>
                                      <p:cond delay="0"/>
                                    </p:stCondLst>
                                  </p:cTn>
                                  <p:tgtEl>
                                    <p:spTgt spid="9"/>
                                  </p:tgtEl>
                                  <p:attrNameLst>
                                    <p:attrName>style.visibility</p:attrName>
                                  </p:attrNameLst>
                                </p:cBhvr>
                                <p:to>
                                  <p:strVal val="hidden"/>
                                </p:to>
                              </p:set>
                            </p:childTnLst>
                          </p:cTn>
                        </p:par>
                        <p:par>
                          <p:cTn id="58" presetID="1" presetClass="exit" presetSubtype="0" fill="hold" nodeType="withEffect">
                            <p:stCondLst>
                              <p:cond delay="7500"/>
                            </p:stCondLst>
                            <p:childTnLst>
                              <p:set>
                                <p:cBhvr>
                                  <p:cTn id="59" dur="1" fill="hold">
                                    <p:stCondLst>
                                      <p:cond delay="0"/>
                                    </p:stCondLst>
                                  </p:cTn>
                                  <p:tgtEl>
                                    <p:spTgt spid="15"/>
                                  </p:tgtEl>
                                  <p:attrNameLst>
                                    <p:attrName>style.visibility</p:attrName>
                                  </p:attrNameLst>
                                </p:cBhvr>
                                <p:to>
                                  <p:strVal val="hidden"/>
                                </p:to>
                              </p:set>
                            </p:childTnLst>
                          </p:cTn>
                        </p:par>
                        <p:par>
                          <p:cTn id="60" presetID="1" presetClass="exit" presetSubtype="0" fill="hold" nodeType="withEffect">
                            <p:stCondLst>
                              <p:cond delay="7500"/>
                            </p:stCondLst>
                            <p:childTnLst>
                              <p:set>
                                <p:cBhvr>
                                  <p:cTn id="61" dur="1" fill="hold">
                                    <p:stCondLst>
                                      <p:cond delay="0"/>
                                    </p:stCondLst>
                                  </p:cTn>
                                  <p:tgtEl>
                                    <p:spTgt spid="21"/>
                                  </p:tgtEl>
                                  <p:attrNameLst>
                                    <p:attrName>style.visibility</p:attrName>
                                  </p:attrNameLst>
                                </p:cBhvr>
                                <p:to>
                                  <p:strVal val="hidden"/>
                                </p:to>
                              </p:set>
                            </p:childTnLst>
                          </p:cTn>
                        </p:par>
                        <p:par>
                          <p:cTn id="62" presetID="1" presetClass="exit" presetSubtype="0" fill="hold" nodeType="withEffect">
                            <p:stCondLst>
                              <p:cond delay="7500"/>
                            </p:stCondLst>
                            <p:childTnLst>
                              <p:set>
                                <p:cBhvr>
                                  <p:cTn id="63" dur="1" fill="hold">
                                    <p:stCondLst>
                                      <p:cond delay="0"/>
                                    </p:stCondLst>
                                  </p:cTn>
                                  <p:tgtEl>
                                    <p:spTgt spid="27"/>
                                  </p:tgtEl>
                                  <p:attrNameLst>
                                    <p:attrName>style.visibility</p:attrName>
                                  </p:attrNameLst>
                                </p:cBhvr>
                                <p:to>
                                  <p:strVal val="hidden"/>
                                </p:to>
                              </p:set>
                            </p:childTnLst>
                          </p:cTn>
                        </p:par>
                        <p:par>
                          <p:cTn id="64" presetID="1" presetClass="exit" presetSubtype="0" fill="hold" nodeType="withEffect">
                            <p:stCondLst>
                              <p:cond delay="7500"/>
                            </p:stCondLst>
                            <p:childTnLst>
                              <p:set>
                                <p:cBhvr>
                                  <p:cTn id="65" dur="1" fill="hold">
                                    <p:stCondLst>
                                      <p:cond delay="0"/>
                                    </p:stCondLst>
                                  </p:cTn>
                                  <p:tgtEl>
                                    <p:spTgt spid="7"/>
                                  </p:tgtEl>
                                  <p:attrNameLst>
                                    <p:attrName>style.visibility</p:attrName>
                                  </p:attrNameLst>
                                </p:cBhvr>
                                <p:to>
                                  <p:strVal val="hidden"/>
                                </p:to>
                              </p:set>
                            </p:childTnLst>
                          </p:cTn>
                        </p:par>
                        <p:par>
                          <p:cTn id="66" presetID="1" presetClass="exit" presetSubtype="0" fill="hold" nodeType="withEffect">
                            <p:stCondLst>
                              <p:cond delay="7500"/>
                            </p:stCondLst>
                            <p:childTnLst>
                              <p:set>
                                <p:cBhvr>
                                  <p:cTn id="67" dur="1" fill="hold">
                                    <p:stCondLst>
                                      <p:cond delay="0"/>
                                    </p:stCondLst>
                                  </p:cTn>
                                  <p:tgtEl>
                                    <p:spTgt spid="13"/>
                                  </p:tgtEl>
                                  <p:attrNameLst>
                                    <p:attrName>style.visibility</p:attrName>
                                  </p:attrNameLst>
                                </p:cBhvr>
                                <p:to>
                                  <p:strVal val="hidden"/>
                                </p:to>
                              </p:set>
                            </p:childTnLst>
                          </p:cTn>
                        </p:par>
                        <p:par>
                          <p:cTn id="68" presetID="1" presetClass="exit" presetSubtype="0" fill="hold" nodeType="withEffect">
                            <p:stCondLst>
                              <p:cond delay="7500"/>
                            </p:stCondLst>
                            <p:childTnLst>
                              <p:set>
                                <p:cBhvr>
                                  <p:cTn id="69" dur="1" fill="hold">
                                    <p:stCondLst>
                                      <p:cond delay="0"/>
                                    </p:stCondLst>
                                  </p:cTn>
                                  <p:tgtEl>
                                    <p:spTgt spid="19"/>
                                  </p:tgtEl>
                                  <p:attrNameLst>
                                    <p:attrName>style.visibility</p:attrName>
                                  </p:attrNameLst>
                                </p:cBhvr>
                                <p:to>
                                  <p:strVal val="hidden"/>
                                </p:to>
                              </p:set>
                            </p:childTnLst>
                          </p:cTn>
                        </p:par>
                        <p:par>
                          <p:cTn id="70" presetID="1" presetClass="exit" presetSubtype="0" fill="hold" nodeType="withEffect">
                            <p:stCondLst>
                              <p:cond delay="7500"/>
                            </p:stCondLst>
                            <p:childTnLst>
                              <p:set>
                                <p:cBhvr>
                                  <p:cTn id="71" dur="1" fill="hold">
                                    <p:stCondLst>
                                      <p:cond delay="0"/>
                                    </p:stCondLst>
                                  </p:cTn>
                                  <p:tgtEl>
                                    <p:spTgt spid="25"/>
                                  </p:tgtEl>
                                  <p:attrNameLst>
                                    <p:attrName>style.visibility</p:attrName>
                                  </p:attrNameLst>
                                </p:cBhvr>
                                <p:to>
                                  <p:strVal val="hidden"/>
                                </p:to>
                              </p:set>
                            </p:childTnLst>
                          </p:cTn>
                        </p:par>
                        <p:par>
                          <p:cTn id="72" presetID="1" presetClass="entr" presetSubtype="0" fill="hold" nodeType="withEffect">
                            <p:stCondLst>
                              <p:cond delay="7500"/>
                            </p:stCondLst>
                            <p:childTnLst>
                              <p:set>
                                <p:cBhvr>
                                  <p:cTn id="73" dur="1" fill="hold">
                                    <p:stCondLst>
                                      <p:cond delay="0"/>
                                    </p:stCondLst>
                                  </p:cTn>
                                  <p:tgtEl>
                                    <p:spTgt spid="30"/>
                                  </p:tgtEl>
                                  <p:attrNameLst>
                                    <p:attrName>style.visibility</p:attrName>
                                  </p:attrNameLst>
                                </p:cBhvr>
                                <p:to>
                                  <p:strVal val="visible"/>
                                </p:to>
                              </p:set>
                            </p:childTnLst>
                          </p:cTn>
                        </p:par>
                        <p:par>
                          <p:cTn id="74" presetID="1" presetClass="entr" presetSubtype="0" fill="hold" nodeType="withEffect">
                            <p:stCondLst>
                              <p:cond delay="8500"/>
                            </p:stCondLst>
                            <p:childTnLst>
                              <p:set>
                                <p:cBhvr>
                                  <p:cTn id="75" dur="1" fill="hold">
                                    <p:stCondLst>
                                      <p:cond delay="0"/>
                                    </p:stCondLst>
                                  </p:cTn>
                                  <p:tgtEl>
                                    <p:spTgt spid="33"/>
                                  </p:tgtEl>
                                  <p:attrNameLst>
                                    <p:attrName>style.visibility</p:attrName>
                                  </p:attrNameLst>
                                </p:cBhvr>
                                <p:to>
                                  <p:strVal val="visible"/>
                                </p:to>
                              </p:set>
                            </p:childTnLst>
                          </p:cTn>
                        </p:par>
                        <p:par>
                          <p:cTn id="76" presetID="1" presetClass="entr" presetSubtype="0" fill="hold" nodeType="withEffect">
                            <p:stCondLst>
                              <p:cond delay="8500"/>
                            </p:stCondLst>
                            <p:childTnLst>
                              <p:set>
                                <p:cBhvr>
                                  <p:cTn id="77" dur="1" fill="hold">
                                    <p:stCondLst>
                                      <p:cond delay="0"/>
                                    </p:stCondLst>
                                  </p:cTn>
                                  <p:tgtEl>
                                    <p:spTgt spid="31"/>
                                  </p:tgtEl>
                                  <p:attrNameLst>
                                    <p:attrName>style.visibility</p:attrName>
                                  </p:attrNameLst>
                                </p:cBhvr>
                                <p:to>
                                  <p:strVal val="visible"/>
                                </p:to>
                              </p:set>
                            </p:childTnLst>
                          </p:cTn>
                        </p:par>
                        <p:par>
                          <p:cTn id="78" presetID="1" presetClass="entr" presetSubtype="0" fill="hold" nodeType="withEffect">
                            <p:stCondLst>
                              <p:cond delay="8500"/>
                            </p:stCondLst>
                            <p:childTnLst>
                              <p:set>
                                <p:cBhvr>
                                  <p:cTn id="79" dur="1" fill="hold">
                                    <p:stCondLst>
                                      <p:cond delay="0"/>
                                    </p:stCondLst>
                                  </p:cTn>
                                  <p:tgtEl>
                                    <p:spTgt spid="32"/>
                                  </p:tgtEl>
                                  <p:attrNameLst>
                                    <p:attrName>style.visibility</p:attrName>
                                  </p:attrNameLst>
                                </p:cBhvr>
                                <p:to>
                                  <p:strVal val="visible"/>
                                </p:to>
                              </p:set>
                            </p:childTnLst>
                          </p:cTn>
                        </p:par>
                        <p:par>
                          <p:cTn id="80" presetID="22" presetClass="entr" presetSubtype="8" fill="hold" nodeType="withEffect">
                            <p:stCondLst>
                              <p:cond delay="5000"/>
                            </p:stCondLst>
                            <p:childTnLst>
                              <p:set>
                                <p:cBhvr>
                                  <p:cTn id="81" dur="1" fill="hold">
                                    <p:stCondLst>
                                      <p:cond delay="0"/>
                                    </p:stCondLst>
                                  </p:cTn>
                                  <p:tgtEl>
                                    <p:spTgt spid="39"/>
                                  </p:tgtEl>
                                  <p:attrNameLst>
                                    <p:attrName>style.visibility</p:attrName>
                                  </p:attrNameLst>
                                </p:cBhvr>
                                <p:to>
                                  <p:strVal val="visible"/>
                                </p:to>
                              </p:set>
                              <p:animEffect transition="in" filter="wipe(left)">
                                <p:cBhvr>
                                  <p:cTn id="82" dur="2500" fill="hold"/>
                                  <p:tgtEl>
                                    <p:spTgt spid="39"/>
                                  </p:tgtEl>
                                </p:cBhvr>
                              </p:animEffect>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41" name="title">
            <a:extLst>
              <a:ext uri="{FF2B5EF4-FFF2-40B4-BE49-F238E27FC236}">
                <a16:creationId xmlns:a16="http://schemas.microsoft.com/office/drawing/2014/main" id="{ECA6EE6F-FB7F-44BC-B2F3-1FD6A14072AA}"/>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The obvious interpretation</a:t>
            </a:r>
          </a:p>
        </p:txBody>
      </p:sp>
      <p:sp>
        <p:nvSpPr>
          <p:cNvPr id="2" name="desc">
            <a:extLst>
              <a:ext uri="{FF2B5EF4-FFF2-40B4-BE49-F238E27FC236}">
                <a16:creationId xmlns:a16="http://schemas.microsoft.com/office/drawing/2014/main" id="{096A8D33-4062-459B-AA3F-DF821B9B420E}"/>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Finish the melee chain, then prepare and Cast</a:t>
            </a:r>
          </a:p>
        </p:txBody>
      </p:sp>
      <p:pic>
        <p:nvPicPr>
          <p:cNvPr id="43" name="Picture 42"/>
          <p:cNvPicPr>
            <a:picLocks noChangeAspect="1"/>
          </p:cNvPicPr>
          <p:nvPr/>
        </p:nvPicPr>
        <p:blipFill>
          <a:blip r:embed="rId3"/>
          <a:stretch/>
        </p:blipFill>
        <p:spPr>
          <a:xfrm>
            <a:off x="3429000" y="1428750"/>
            <a:ext cx="5334000" cy="3333750"/>
          </a:xfrm>
          <a:prstGeom prst="rect">
            <a:avLst/>
          </a:prstGeom>
        </p:spPr>
      </p:pic>
      <p:sp>
        <p:nvSpPr>
          <p:cNvPr id="4" name="melee-label">
            <a:extLst>
              <a:ext uri="{FF2B5EF4-FFF2-40B4-BE49-F238E27FC236}">
                <a16:creationId xmlns:a16="http://schemas.microsoft.com/office/drawing/2014/main" id="{394C83FE-6258-477F-9D7C-8638681CE1D9}"/>
              </a:ext>
            </a:extLst>
          </p:cNvPr>
          <p:cNvSpPr>
            <a:spLocks noGrp="1"/>
          </p:cNvSpPr>
          <p:nvPr/>
        </p:nvSpPr>
        <p:spPr>
          <a:xfrm>
            <a:off x="628650" y="49339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Melee</a:t>
            </a:r>
          </a:p>
        </p:txBody>
      </p:sp>
      <p:sp>
        <p:nvSpPr>
          <p:cNvPr id="5" name="command-0">
            <a:extLst>
              <a:ext uri="{FF2B5EF4-FFF2-40B4-BE49-F238E27FC236}">
                <a16:creationId xmlns:a16="http://schemas.microsoft.com/office/drawing/2014/main" id="{CD545FE5-8CC3-49F3-9D97-91A735EFA8A1}"/>
              </a:ext>
            </a:extLst>
          </p:cNvPr>
          <p:cNvSpPr>
            <a:spLocks noGrp="1"/>
          </p:cNvSpPr>
          <p:nvPr/>
        </p:nvSpPr>
        <p:spPr>
          <a:xfrm>
            <a:off x="269557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X1</a:t>
            </a:r>
          </a:p>
        </p:txBody>
      </p:sp>
      <p:sp>
        <p:nvSpPr>
          <p:cNvPr id="6" name="active-0">
            <a:extLst>
              <a:ext uri="{FF2B5EF4-FFF2-40B4-BE49-F238E27FC236}">
                <a16:creationId xmlns:a16="http://schemas.microsoft.com/office/drawing/2014/main" id="{120BA882-339C-47BF-A960-D865049F9016}"/>
              </a:ext>
            </a:extLst>
          </p:cNvPr>
          <p:cNvSpPr>
            <a:spLocks noGrp="1"/>
          </p:cNvSpPr>
          <p:nvPr/>
        </p:nvSpPr>
        <p:spPr>
          <a:xfrm>
            <a:off x="269557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X1</a:t>
            </a:r>
          </a:p>
        </p:txBody>
      </p:sp>
      <p:sp>
        <p:nvSpPr>
          <p:cNvPr id="7" name="command-1">
            <a:extLst>
              <a:ext uri="{FF2B5EF4-FFF2-40B4-BE49-F238E27FC236}">
                <a16:creationId xmlns:a16="http://schemas.microsoft.com/office/drawing/2014/main" id="{2E3CC001-378B-4520-8B06-BD92EF862B8C}"/>
              </a:ext>
            </a:extLst>
          </p:cNvPr>
          <p:cNvSpPr>
            <a:spLocks noGrp="1"/>
          </p:cNvSpPr>
          <p:nvPr/>
        </p:nvSpPr>
        <p:spPr>
          <a:xfrm>
            <a:off x="393382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X2</a:t>
            </a:r>
          </a:p>
        </p:txBody>
      </p:sp>
      <p:sp>
        <p:nvSpPr>
          <p:cNvPr id="8" name="active-1">
            <a:extLst>
              <a:ext uri="{FF2B5EF4-FFF2-40B4-BE49-F238E27FC236}">
                <a16:creationId xmlns:a16="http://schemas.microsoft.com/office/drawing/2014/main" id="{C626E2BA-21D1-4E33-BC29-D6CE1D03D6E7}"/>
              </a:ext>
            </a:extLst>
          </p:cNvPr>
          <p:cNvSpPr>
            <a:spLocks noGrp="1"/>
          </p:cNvSpPr>
          <p:nvPr/>
        </p:nvSpPr>
        <p:spPr>
          <a:xfrm>
            <a:off x="393382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X2</a:t>
            </a:r>
          </a:p>
        </p:txBody>
      </p:sp>
      <p:sp>
        <p:nvSpPr>
          <p:cNvPr id="9" name="command-2">
            <a:extLst>
              <a:ext uri="{FF2B5EF4-FFF2-40B4-BE49-F238E27FC236}">
                <a16:creationId xmlns:a16="http://schemas.microsoft.com/office/drawing/2014/main" id="{AFBCF836-01D1-484D-8171-05977CC9729D}"/>
              </a:ext>
            </a:extLst>
          </p:cNvPr>
          <p:cNvSpPr>
            <a:spLocks noGrp="1"/>
          </p:cNvSpPr>
          <p:nvPr/>
        </p:nvSpPr>
        <p:spPr>
          <a:xfrm>
            <a:off x="517207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X3</a:t>
            </a:r>
          </a:p>
        </p:txBody>
      </p:sp>
      <p:sp>
        <p:nvSpPr>
          <p:cNvPr id="10" name="active-2">
            <a:extLst>
              <a:ext uri="{FF2B5EF4-FFF2-40B4-BE49-F238E27FC236}">
                <a16:creationId xmlns:a16="http://schemas.microsoft.com/office/drawing/2014/main" id="{6B149A4C-C473-4B5B-8294-A0707592750F}"/>
              </a:ext>
            </a:extLst>
          </p:cNvPr>
          <p:cNvSpPr>
            <a:spLocks noGrp="1"/>
          </p:cNvSpPr>
          <p:nvPr/>
        </p:nvSpPr>
        <p:spPr>
          <a:xfrm>
            <a:off x="517207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X3</a:t>
            </a:r>
          </a:p>
        </p:txBody>
      </p:sp>
      <p:sp>
        <p:nvSpPr>
          <p:cNvPr id="11" name="command-3">
            <a:extLst>
              <a:ext uri="{FF2B5EF4-FFF2-40B4-BE49-F238E27FC236}">
                <a16:creationId xmlns:a16="http://schemas.microsoft.com/office/drawing/2014/main" id="{A76B2C88-110A-439E-B927-50DD8A0261E9}"/>
              </a:ext>
            </a:extLst>
          </p:cNvPr>
          <p:cNvSpPr>
            <a:spLocks noGrp="1"/>
          </p:cNvSpPr>
          <p:nvPr/>
        </p:nvSpPr>
        <p:spPr>
          <a:xfrm>
            <a:off x="641032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X4</a:t>
            </a:r>
          </a:p>
        </p:txBody>
      </p:sp>
      <p:sp>
        <p:nvSpPr>
          <p:cNvPr id="12" name="active-3">
            <a:extLst>
              <a:ext uri="{FF2B5EF4-FFF2-40B4-BE49-F238E27FC236}">
                <a16:creationId xmlns:a16="http://schemas.microsoft.com/office/drawing/2014/main" id="{BFD11625-2D6C-4F69-A7CD-014188C8B666}"/>
              </a:ext>
            </a:extLst>
          </p:cNvPr>
          <p:cNvSpPr>
            <a:spLocks noGrp="1"/>
          </p:cNvSpPr>
          <p:nvPr/>
        </p:nvSpPr>
        <p:spPr>
          <a:xfrm>
            <a:off x="641032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X4</a:t>
            </a:r>
          </a:p>
        </p:txBody>
      </p:sp>
      <p:sp>
        <p:nvSpPr>
          <p:cNvPr id="13" name="command-4">
            <a:extLst>
              <a:ext uri="{FF2B5EF4-FFF2-40B4-BE49-F238E27FC236}">
                <a16:creationId xmlns:a16="http://schemas.microsoft.com/office/drawing/2014/main" id="{0D6BAB2D-3794-4183-8EEB-3B21FAFD1961}"/>
              </a:ext>
            </a:extLst>
          </p:cNvPr>
          <p:cNvSpPr>
            <a:spLocks noGrp="1"/>
          </p:cNvSpPr>
          <p:nvPr/>
        </p:nvSpPr>
        <p:spPr>
          <a:xfrm>
            <a:off x="764857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X5</a:t>
            </a:r>
          </a:p>
        </p:txBody>
      </p:sp>
      <p:sp>
        <p:nvSpPr>
          <p:cNvPr id="14" name="active-4">
            <a:extLst>
              <a:ext uri="{FF2B5EF4-FFF2-40B4-BE49-F238E27FC236}">
                <a16:creationId xmlns:a16="http://schemas.microsoft.com/office/drawing/2014/main" id="{FE0BA8D4-80CB-4D48-92F4-6B9644555781}"/>
              </a:ext>
            </a:extLst>
          </p:cNvPr>
          <p:cNvSpPr>
            <a:spLocks noGrp="1"/>
          </p:cNvSpPr>
          <p:nvPr/>
        </p:nvSpPr>
        <p:spPr>
          <a:xfrm>
            <a:off x="764857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X5</a:t>
            </a:r>
          </a:p>
        </p:txBody>
      </p:sp>
      <p:sp>
        <p:nvSpPr>
          <p:cNvPr id="15" name="command-5">
            <a:extLst>
              <a:ext uri="{FF2B5EF4-FFF2-40B4-BE49-F238E27FC236}">
                <a16:creationId xmlns:a16="http://schemas.microsoft.com/office/drawing/2014/main" id="{C3AB7986-B4E1-4E7F-A986-9C7B58DBE22C}"/>
              </a:ext>
            </a:extLst>
          </p:cNvPr>
          <p:cNvSpPr>
            <a:spLocks noGrp="1"/>
          </p:cNvSpPr>
          <p:nvPr/>
        </p:nvSpPr>
        <p:spPr>
          <a:xfrm>
            <a:off x="10477500" y="4933950"/>
            <a:ext cx="76200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dirty="0">
                <a:solidFill>
                  <a:srgbClr val="AABAC4"/>
                </a:solidFill>
                <a:latin typeface="Aptos"/>
                <a:ea typeface="Aptos"/>
                <a:cs typeface="Aptos"/>
              </a:rPr>
              <a:t>CAST</a:t>
            </a:r>
          </a:p>
        </p:txBody>
      </p:sp>
      <p:sp>
        <p:nvSpPr>
          <p:cNvPr id="16" name="active-5">
            <a:extLst>
              <a:ext uri="{FF2B5EF4-FFF2-40B4-BE49-F238E27FC236}">
                <a16:creationId xmlns:a16="http://schemas.microsoft.com/office/drawing/2014/main" id="{8435BB00-31E3-45E1-AB10-5253D3E153FA}"/>
              </a:ext>
            </a:extLst>
          </p:cNvPr>
          <p:cNvSpPr>
            <a:spLocks noGrp="1"/>
          </p:cNvSpPr>
          <p:nvPr/>
        </p:nvSpPr>
        <p:spPr>
          <a:xfrm>
            <a:off x="10477500" y="4933950"/>
            <a:ext cx="76200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dirty="0">
                <a:solidFill>
                  <a:srgbClr val="DDB968"/>
                </a:solidFill>
                <a:latin typeface="Aptos"/>
                <a:ea typeface="Aptos"/>
                <a:cs typeface="Aptos"/>
              </a:rPr>
              <a:t>CAST</a:t>
            </a:r>
          </a:p>
        </p:txBody>
      </p:sp>
      <p:sp>
        <p:nvSpPr>
          <p:cNvPr id="17" name="r2-label">
            <a:extLst>
              <a:ext uri="{FF2B5EF4-FFF2-40B4-BE49-F238E27FC236}">
                <a16:creationId xmlns:a16="http://schemas.microsoft.com/office/drawing/2014/main" id="{44B27E92-B87D-4355-B91C-6F5F3670F4ED}"/>
              </a:ext>
            </a:extLst>
          </p:cNvPr>
          <p:cNvSpPr>
            <a:spLocks noGrp="1"/>
          </p:cNvSpPr>
          <p:nvPr/>
        </p:nvSpPr>
        <p:spPr>
          <a:xfrm>
            <a:off x="628650" y="6019800"/>
            <a:ext cx="1571625" cy="3238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endParaRPr sz="1500" b="0" dirty="0">
              <a:solidFill>
                <a:srgbClr val="AABAC4"/>
              </a:solidFill>
              <a:latin typeface="Aptos"/>
              <a:ea typeface="Aptos"/>
              <a:cs typeface="Aptos"/>
            </a:endParaRPr>
          </a:p>
        </p:txBody>
      </p:sp>
      <p:sp>
        <p:nvSpPr>
          <p:cNvPr id="19" name="hold-active">
            <a:extLst>
              <a:ext uri="{FF2B5EF4-FFF2-40B4-BE49-F238E27FC236}">
                <a16:creationId xmlns:a16="http://schemas.microsoft.com/office/drawing/2014/main" id="{889DA8FE-9896-4F97-807E-FF872D49A7AC}"/>
              </a:ext>
            </a:extLst>
          </p:cNvPr>
          <p:cNvSpPr>
            <a:spLocks noGrp="1"/>
          </p:cNvSpPr>
          <p:nvPr/>
        </p:nvSpPr>
        <p:spPr>
          <a:xfrm>
            <a:off x="609600" y="6019800"/>
            <a:ext cx="21907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HOLD R2</a:t>
            </a:r>
          </a:p>
        </p:txBody>
      </p:sp>
      <p:sp>
        <p:nvSpPr>
          <p:cNvPr id="23" name="release-active">
            <a:extLst>
              <a:ext uri="{FF2B5EF4-FFF2-40B4-BE49-F238E27FC236}">
                <a16:creationId xmlns:a16="http://schemas.microsoft.com/office/drawing/2014/main" id="{E93C9249-B9DA-4508-8BDE-4BAA12A8258D}"/>
              </a:ext>
            </a:extLst>
          </p:cNvPr>
          <p:cNvSpPr>
            <a:spLocks noGrp="1"/>
          </p:cNvSpPr>
          <p:nvPr/>
        </p:nvSpPr>
        <p:spPr>
          <a:xfrm>
            <a:off x="8467727" y="6019800"/>
            <a:ext cx="23812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RELEASE R2</a:t>
            </a:r>
          </a:p>
        </p:txBody>
      </p:sp>
      <p:sp>
        <p:nvSpPr>
          <p:cNvPr id="24" name="queue-label">
            <a:extLst>
              <a:ext uri="{FF2B5EF4-FFF2-40B4-BE49-F238E27FC236}">
                <a16:creationId xmlns:a16="http://schemas.microsoft.com/office/drawing/2014/main" id="{70A98740-B90B-4289-B3AB-82D408B573E8}"/>
              </a:ext>
            </a:extLst>
          </p:cNvPr>
          <p:cNvSpPr>
            <a:spLocks noGrp="1"/>
          </p:cNvSpPr>
          <p:nvPr/>
        </p:nvSpPr>
        <p:spPr>
          <a:xfrm>
            <a:off x="628650" y="54673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Generated orbs</a:t>
            </a:r>
          </a:p>
        </p:txBody>
      </p:sp>
      <p:sp>
        <p:nvSpPr>
          <p:cNvPr id="25" name="orb-0">
            <a:extLst>
              <a:ext uri="{FF2B5EF4-FFF2-40B4-BE49-F238E27FC236}">
                <a16:creationId xmlns:a16="http://schemas.microsoft.com/office/drawing/2014/main" id="{59708AEC-92FD-4C45-9CD2-1E8C5C971C8B}"/>
              </a:ext>
            </a:extLst>
          </p:cNvPr>
          <p:cNvSpPr>
            <a:spLocks noGrp="1"/>
          </p:cNvSpPr>
          <p:nvPr/>
        </p:nvSpPr>
        <p:spPr>
          <a:xfrm>
            <a:off x="2657475" y="5467350"/>
            <a:ext cx="400050" cy="400050"/>
          </a:xfrm>
          <a:prstGeom prst="ellipse">
            <a:avLst/>
          </a:prstGeom>
          <a:solidFill>
            <a:srgbClr val="E6533F"/>
          </a:solidFill>
          <a:ln w="0">
            <a:solidFill>
              <a:srgbClr val="E6533F"/>
            </a:solidFill>
          </a:ln>
        </p:spPr>
        <p:txBody>
          <a:bodyPr/>
          <a:lstStyle/>
          <a:p>
            <a:endParaRPr lang="en-US"/>
          </a:p>
        </p:txBody>
      </p:sp>
      <p:sp>
        <p:nvSpPr>
          <p:cNvPr id="26" name="orb-letter-0">
            <a:extLst>
              <a:ext uri="{FF2B5EF4-FFF2-40B4-BE49-F238E27FC236}">
                <a16:creationId xmlns:a16="http://schemas.microsoft.com/office/drawing/2014/main" id="{BCAA8E02-87A8-43A6-9792-D633BCDA75B4}"/>
              </a:ext>
            </a:extLst>
          </p:cNvPr>
          <p:cNvSpPr>
            <a:spLocks noGrp="1"/>
          </p:cNvSpPr>
          <p:nvPr/>
        </p:nvSpPr>
        <p:spPr>
          <a:xfrm>
            <a:off x="2724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dirty="0">
                <a:solidFill>
                  <a:srgbClr val="F4F0E8"/>
                </a:solidFill>
                <a:latin typeface="Aptos"/>
                <a:ea typeface="Aptos"/>
                <a:cs typeface="Aptos"/>
              </a:rPr>
              <a:t>F</a:t>
            </a:r>
          </a:p>
        </p:txBody>
      </p:sp>
      <p:sp>
        <p:nvSpPr>
          <p:cNvPr id="27" name="charged-0">
            <a:extLst>
              <a:ext uri="{FF2B5EF4-FFF2-40B4-BE49-F238E27FC236}">
                <a16:creationId xmlns:a16="http://schemas.microsoft.com/office/drawing/2014/main" id="{C1E277FD-0221-4088-AB9D-40B53F03CA46}"/>
              </a:ext>
            </a:extLst>
          </p:cNvPr>
          <p:cNvSpPr>
            <a:spLocks noGrp="1"/>
          </p:cNvSpPr>
          <p:nvPr/>
        </p:nvSpPr>
        <p:spPr>
          <a:xfrm>
            <a:off x="2657475" y="5467350"/>
            <a:ext cx="400050" cy="400050"/>
          </a:xfrm>
          <a:prstGeom prst="ellipse">
            <a:avLst/>
          </a:prstGeom>
          <a:noFill/>
          <a:ln w="38100">
            <a:solidFill>
              <a:srgbClr val="DDB968"/>
            </a:solidFill>
          </a:ln>
        </p:spPr>
        <p:txBody>
          <a:bodyPr/>
          <a:lstStyle/>
          <a:p>
            <a:endParaRPr lang="en-US"/>
          </a:p>
        </p:txBody>
      </p:sp>
      <p:sp>
        <p:nvSpPr>
          <p:cNvPr id="28" name="orb-1">
            <a:extLst>
              <a:ext uri="{FF2B5EF4-FFF2-40B4-BE49-F238E27FC236}">
                <a16:creationId xmlns:a16="http://schemas.microsoft.com/office/drawing/2014/main" id="{8F16293E-8E48-470E-8A1F-A2A013957249}"/>
              </a:ext>
            </a:extLst>
          </p:cNvPr>
          <p:cNvSpPr>
            <a:spLocks noGrp="1"/>
          </p:cNvSpPr>
          <p:nvPr/>
        </p:nvSpPr>
        <p:spPr>
          <a:xfrm>
            <a:off x="3895725" y="5467350"/>
            <a:ext cx="400050" cy="400050"/>
          </a:xfrm>
          <a:prstGeom prst="ellipse">
            <a:avLst/>
          </a:prstGeom>
          <a:solidFill>
            <a:srgbClr val="E6533F"/>
          </a:solidFill>
          <a:ln w="0">
            <a:solidFill>
              <a:srgbClr val="E6533F"/>
            </a:solidFill>
          </a:ln>
        </p:spPr>
        <p:txBody>
          <a:bodyPr/>
          <a:lstStyle/>
          <a:p>
            <a:endParaRPr lang="en-US"/>
          </a:p>
        </p:txBody>
      </p:sp>
      <p:sp>
        <p:nvSpPr>
          <p:cNvPr id="29" name="orb-letter-1">
            <a:extLst>
              <a:ext uri="{FF2B5EF4-FFF2-40B4-BE49-F238E27FC236}">
                <a16:creationId xmlns:a16="http://schemas.microsoft.com/office/drawing/2014/main" id="{64D1E203-C806-4C17-9594-DD782C05570D}"/>
              </a:ext>
            </a:extLst>
          </p:cNvPr>
          <p:cNvSpPr>
            <a:spLocks noGrp="1"/>
          </p:cNvSpPr>
          <p:nvPr/>
        </p:nvSpPr>
        <p:spPr>
          <a:xfrm>
            <a:off x="39624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0" name="charged-1">
            <a:extLst>
              <a:ext uri="{FF2B5EF4-FFF2-40B4-BE49-F238E27FC236}">
                <a16:creationId xmlns:a16="http://schemas.microsoft.com/office/drawing/2014/main" id="{3CB1C3CB-9136-45B9-9134-54AE4F17038A}"/>
              </a:ext>
            </a:extLst>
          </p:cNvPr>
          <p:cNvSpPr>
            <a:spLocks noGrp="1"/>
          </p:cNvSpPr>
          <p:nvPr/>
        </p:nvSpPr>
        <p:spPr>
          <a:xfrm>
            <a:off x="3895725" y="5467350"/>
            <a:ext cx="400050" cy="400050"/>
          </a:xfrm>
          <a:prstGeom prst="ellipse">
            <a:avLst/>
          </a:prstGeom>
          <a:noFill/>
          <a:ln w="38100">
            <a:solidFill>
              <a:srgbClr val="DDB968"/>
            </a:solidFill>
          </a:ln>
        </p:spPr>
        <p:txBody>
          <a:bodyPr/>
          <a:lstStyle/>
          <a:p>
            <a:endParaRPr lang="en-US"/>
          </a:p>
        </p:txBody>
      </p:sp>
      <p:sp>
        <p:nvSpPr>
          <p:cNvPr id="31" name="orb-2">
            <a:extLst>
              <a:ext uri="{FF2B5EF4-FFF2-40B4-BE49-F238E27FC236}">
                <a16:creationId xmlns:a16="http://schemas.microsoft.com/office/drawing/2014/main" id="{E39D2ADF-4FA8-4F32-A1F8-067E7E88CF87}"/>
              </a:ext>
            </a:extLst>
          </p:cNvPr>
          <p:cNvSpPr>
            <a:spLocks noGrp="1"/>
          </p:cNvSpPr>
          <p:nvPr/>
        </p:nvSpPr>
        <p:spPr>
          <a:xfrm>
            <a:off x="5133975" y="5467350"/>
            <a:ext cx="400050" cy="400050"/>
          </a:xfrm>
          <a:prstGeom prst="ellipse">
            <a:avLst/>
          </a:prstGeom>
          <a:solidFill>
            <a:srgbClr val="E6533F"/>
          </a:solidFill>
          <a:ln w="0">
            <a:solidFill>
              <a:srgbClr val="E6533F"/>
            </a:solidFill>
          </a:ln>
        </p:spPr>
        <p:txBody>
          <a:bodyPr/>
          <a:lstStyle/>
          <a:p>
            <a:endParaRPr lang="en-US"/>
          </a:p>
        </p:txBody>
      </p:sp>
      <p:sp>
        <p:nvSpPr>
          <p:cNvPr id="32" name="orb-letter-2">
            <a:extLst>
              <a:ext uri="{FF2B5EF4-FFF2-40B4-BE49-F238E27FC236}">
                <a16:creationId xmlns:a16="http://schemas.microsoft.com/office/drawing/2014/main" id="{34478B9A-0742-4CC2-B098-679FA2E5C95E}"/>
              </a:ext>
            </a:extLst>
          </p:cNvPr>
          <p:cNvSpPr>
            <a:spLocks noGrp="1"/>
          </p:cNvSpPr>
          <p:nvPr/>
        </p:nvSpPr>
        <p:spPr>
          <a:xfrm>
            <a:off x="52006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3" name="charged-2">
            <a:extLst>
              <a:ext uri="{FF2B5EF4-FFF2-40B4-BE49-F238E27FC236}">
                <a16:creationId xmlns:a16="http://schemas.microsoft.com/office/drawing/2014/main" id="{447F4D1F-9CC8-4918-BAB1-30CF72E3CBDF}"/>
              </a:ext>
            </a:extLst>
          </p:cNvPr>
          <p:cNvSpPr>
            <a:spLocks noGrp="1"/>
          </p:cNvSpPr>
          <p:nvPr/>
        </p:nvSpPr>
        <p:spPr>
          <a:xfrm>
            <a:off x="5133975" y="5467350"/>
            <a:ext cx="400050" cy="400050"/>
          </a:xfrm>
          <a:prstGeom prst="ellipse">
            <a:avLst/>
          </a:prstGeom>
          <a:noFill/>
          <a:ln w="38100">
            <a:solidFill>
              <a:srgbClr val="DDB968"/>
            </a:solidFill>
          </a:ln>
        </p:spPr>
        <p:txBody>
          <a:bodyPr/>
          <a:lstStyle/>
          <a:p>
            <a:endParaRPr lang="en-US"/>
          </a:p>
        </p:txBody>
      </p:sp>
      <p:sp>
        <p:nvSpPr>
          <p:cNvPr id="34" name="orb-3">
            <a:extLst>
              <a:ext uri="{FF2B5EF4-FFF2-40B4-BE49-F238E27FC236}">
                <a16:creationId xmlns:a16="http://schemas.microsoft.com/office/drawing/2014/main" id="{5A47647A-87D9-43FB-B254-53678023CF67}"/>
              </a:ext>
            </a:extLst>
          </p:cNvPr>
          <p:cNvSpPr>
            <a:spLocks noGrp="1"/>
          </p:cNvSpPr>
          <p:nvPr/>
        </p:nvSpPr>
        <p:spPr>
          <a:xfrm>
            <a:off x="6372225" y="5467350"/>
            <a:ext cx="400050" cy="400050"/>
          </a:xfrm>
          <a:prstGeom prst="ellipse">
            <a:avLst/>
          </a:prstGeom>
          <a:solidFill>
            <a:srgbClr val="E6533F"/>
          </a:solidFill>
          <a:ln w="0">
            <a:solidFill>
              <a:srgbClr val="E6533F"/>
            </a:solidFill>
          </a:ln>
        </p:spPr>
        <p:txBody>
          <a:bodyPr/>
          <a:lstStyle/>
          <a:p>
            <a:endParaRPr lang="en-US"/>
          </a:p>
        </p:txBody>
      </p:sp>
      <p:sp>
        <p:nvSpPr>
          <p:cNvPr id="35" name="orb-letter-3">
            <a:extLst>
              <a:ext uri="{FF2B5EF4-FFF2-40B4-BE49-F238E27FC236}">
                <a16:creationId xmlns:a16="http://schemas.microsoft.com/office/drawing/2014/main" id="{A49DE06D-6A27-4295-AF5E-E0CCAE763B84}"/>
              </a:ext>
            </a:extLst>
          </p:cNvPr>
          <p:cNvSpPr>
            <a:spLocks noGrp="1"/>
          </p:cNvSpPr>
          <p:nvPr/>
        </p:nvSpPr>
        <p:spPr>
          <a:xfrm>
            <a:off x="64389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6" name="charged-3">
            <a:extLst>
              <a:ext uri="{FF2B5EF4-FFF2-40B4-BE49-F238E27FC236}">
                <a16:creationId xmlns:a16="http://schemas.microsoft.com/office/drawing/2014/main" id="{BBABD2B8-DB7F-46A7-A4B2-5A973A292FDE}"/>
              </a:ext>
            </a:extLst>
          </p:cNvPr>
          <p:cNvSpPr>
            <a:spLocks noGrp="1"/>
          </p:cNvSpPr>
          <p:nvPr/>
        </p:nvSpPr>
        <p:spPr>
          <a:xfrm>
            <a:off x="6372225" y="5467350"/>
            <a:ext cx="400050" cy="400050"/>
          </a:xfrm>
          <a:prstGeom prst="ellipse">
            <a:avLst/>
          </a:prstGeom>
          <a:noFill/>
          <a:ln w="38100">
            <a:solidFill>
              <a:srgbClr val="DDB968"/>
            </a:solidFill>
          </a:ln>
        </p:spPr>
        <p:txBody>
          <a:bodyPr/>
          <a:lstStyle/>
          <a:p>
            <a:endParaRPr lang="en-US"/>
          </a:p>
        </p:txBody>
      </p:sp>
      <p:sp>
        <p:nvSpPr>
          <p:cNvPr id="37" name="orb-4">
            <a:extLst>
              <a:ext uri="{FF2B5EF4-FFF2-40B4-BE49-F238E27FC236}">
                <a16:creationId xmlns:a16="http://schemas.microsoft.com/office/drawing/2014/main" id="{C299942F-B30D-4F2F-A6C1-E5B11FFFF1A4}"/>
              </a:ext>
            </a:extLst>
          </p:cNvPr>
          <p:cNvSpPr>
            <a:spLocks noGrp="1"/>
          </p:cNvSpPr>
          <p:nvPr/>
        </p:nvSpPr>
        <p:spPr>
          <a:xfrm>
            <a:off x="7610475" y="5467350"/>
            <a:ext cx="400050" cy="400050"/>
          </a:xfrm>
          <a:prstGeom prst="ellipse">
            <a:avLst/>
          </a:prstGeom>
          <a:solidFill>
            <a:srgbClr val="E6533F"/>
          </a:solidFill>
          <a:ln w="0">
            <a:solidFill>
              <a:srgbClr val="E6533F"/>
            </a:solidFill>
          </a:ln>
        </p:spPr>
        <p:txBody>
          <a:bodyPr/>
          <a:lstStyle/>
          <a:p>
            <a:endParaRPr lang="en-US"/>
          </a:p>
        </p:txBody>
      </p:sp>
      <p:sp>
        <p:nvSpPr>
          <p:cNvPr id="38" name="orb-letter-4">
            <a:extLst>
              <a:ext uri="{FF2B5EF4-FFF2-40B4-BE49-F238E27FC236}">
                <a16:creationId xmlns:a16="http://schemas.microsoft.com/office/drawing/2014/main" id="{2DB1FCD4-7571-4253-98EB-DA14F6881E5A}"/>
              </a:ext>
            </a:extLst>
          </p:cNvPr>
          <p:cNvSpPr>
            <a:spLocks noGrp="1"/>
          </p:cNvSpPr>
          <p:nvPr/>
        </p:nvSpPr>
        <p:spPr>
          <a:xfrm>
            <a:off x="7677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9" name="charged-4">
            <a:extLst>
              <a:ext uri="{FF2B5EF4-FFF2-40B4-BE49-F238E27FC236}">
                <a16:creationId xmlns:a16="http://schemas.microsoft.com/office/drawing/2014/main" id="{84771460-3BEA-4692-B1B8-E26653BB90DE}"/>
              </a:ext>
            </a:extLst>
          </p:cNvPr>
          <p:cNvSpPr>
            <a:spLocks noGrp="1"/>
          </p:cNvSpPr>
          <p:nvPr/>
        </p:nvSpPr>
        <p:spPr>
          <a:xfrm>
            <a:off x="7610475" y="5467350"/>
            <a:ext cx="400050" cy="400050"/>
          </a:xfrm>
          <a:prstGeom prst="ellipse">
            <a:avLst/>
          </a:prstGeom>
          <a:noFill/>
          <a:ln w="38100">
            <a:solidFill>
              <a:srgbClr val="DDB968"/>
            </a:solidFill>
          </a:ln>
        </p:spPr>
        <p:txBody>
          <a:bodyPr/>
          <a:lstStyle/>
          <a:p>
            <a:endParaRPr lang="en-US"/>
          </a:p>
        </p:txBody>
      </p:sp>
      <p:sp>
        <p:nvSpPr>
          <p:cNvPr id="40" name="page">
            <a:extLst>
              <a:ext uri="{FF2B5EF4-FFF2-40B4-BE49-F238E27FC236}">
                <a16:creationId xmlns:a16="http://schemas.microsoft.com/office/drawing/2014/main" id="{9206BAAB-CDC8-4034-AC11-879C88F9A14C}"/>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06</a:t>
            </a:r>
          </a:p>
        </p:txBody>
      </p:sp>
      <p:sp>
        <p:nvSpPr>
          <p:cNvPr id="44" name="r2-timing-line">
            <a:extLst>
              <a:ext uri="{FF2B5EF4-FFF2-40B4-BE49-F238E27FC236}">
                <a16:creationId xmlns:a16="http://schemas.microsoft.com/office/drawing/2014/main" id="{495E36CD-5B79-48A1-AF09-84AB550BB981}"/>
              </a:ext>
            </a:extLst>
          </p:cNvPr>
          <p:cNvSpPr>
            <a:spLocks noGrp="1"/>
          </p:cNvSpPr>
          <p:nvPr/>
        </p:nvSpPr>
        <p:spPr>
          <a:xfrm>
            <a:off x="2657476" y="6259831"/>
            <a:ext cx="5353050" cy="45719"/>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126243346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6"/>
                                  </p:tgtEl>
                                  <p:attrNameLst>
                                    <p:attrName>style.visibility</p:attrName>
                                  </p:attrNameLst>
                                </p:cBhvr>
                                <p:to>
                                  <p:strVal val="visible"/>
                                </p:to>
                              </p:set>
                            </p:childTnLst>
                          </p:cTn>
                        </p:par>
                        <p:par>
                          <p:cTn id="6" presetID="1" presetClass="entr" presetSubtype="0" fill="hold" nodeType="withEffect">
                            <p:stCondLst>
                              <p:cond delay="1360"/>
                            </p:stCondLst>
                            <p:childTnLst>
                              <p:set>
                                <p:cBhvr>
                                  <p:cTn id="7" dur="1" fill="hold">
                                    <p:stCondLst>
                                      <p:cond delay="0"/>
                                    </p:stCondLst>
                                  </p:cTn>
                                  <p:tgtEl>
                                    <p:spTgt spid="25"/>
                                  </p:tgtEl>
                                  <p:attrNameLst>
                                    <p:attrName>style.visibility</p:attrName>
                                  </p:attrNameLst>
                                </p:cBhvr>
                                <p:to>
                                  <p:strVal val="visible"/>
                                </p:to>
                              </p:set>
                            </p:childTnLst>
                          </p:cTn>
                        </p:par>
                        <p:par>
                          <p:cTn id="8" presetID="1" presetClass="entr" presetSubtype="0" fill="hold" nodeType="withEffect">
                            <p:stCondLst>
                              <p:cond delay="1360"/>
                            </p:stCondLst>
                            <p:childTnLst>
                              <p:set>
                                <p:cBhvr>
                                  <p:cTn id="9" dur="1" fill="hold">
                                    <p:stCondLst>
                                      <p:cond delay="0"/>
                                    </p:stCondLst>
                                  </p:cTn>
                                  <p:tgtEl>
                                    <p:spTgt spid="26"/>
                                  </p:tgtEl>
                                  <p:attrNameLst>
                                    <p:attrName>style.visibility</p:attrName>
                                  </p:attrNameLst>
                                </p:cBhvr>
                                <p:to>
                                  <p:strVal val="visible"/>
                                </p:to>
                              </p:set>
                            </p:childTnLst>
                          </p:cTn>
                        </p:par>
                        <p:par>
                          <p:cTn id="10" presetID="1" presetClass="exit" presetSubtype="0" fill="hold" nodeType="withEffect">
                            <p:stCondLst>
                              <p:cond delay="2000"/>
                            </p:stCondLst>
                            <p:childTnLst>
                              <p:set>
                                <p:cBhvr>
                                  <p:cTn id="11" dur="1" fill="hold">
                                    <p:stCondLst>
                                      <p:cond delay="0"/>
                                    </p:stCondLst>
                                  </p:cTn>
                                  <p:tgtEl>
                                    <p:spTgt spid="6"/>
                                  </p:tgtEl>
                                  <p:attrNameLst>
                                    <p:attrName>style.visibility</p:attrName>
                                  </p:attrNameLst>
                                </p:cBhvr>
                                <p:to>
                                  <p:strVal val="hidden"/>
                                </p:to>
                              </p:set>
                            </p:childTnLst>
                          </p:cTn>
                        </p:par>
                        <p:par>
                          <p:cTn id="12" presetID="1" presetClass="entr" presetSubtype="0" fill="hold" nodeType="withEffect">
                            <p:stCondLst>
                              <p:cond delay="2000"/>
                            </p:stCondLst>
                            <p:childTnLst>
                              <p:set>
                                <p:cBhvr>
                                  <p:cTn id="13" dur="1" fill="hold">
                                    <p:stCondLst>
                                      <p:cond delay="0"/>
                                    </p:stCondLst>
                                  </p:cTn>
                                  <p:tgtEl>
                                    <p:spTgt spid="8"/>
                                  </p:tgtEl>
                                  <p:attrNameLst>
                                    <p:attrName>style.visibility</p:attrName>
                                  </p:attrNameLst>
                                </p:cBhvr>
                                <p:to>
                                  <p:strVal val="visible"/>
                                </p:to>
                              </p:set>
                            </p:childTnLst>
                          </p:cTn>
                        </p:par>
                        <p:par>
                          <p:cTn id="14" presetID="1" presetClass="entr" presetSubtype="0" fill="hold" nodeType="withEffect">
                            <p:stCondLst>
                              <p:cond delay="2360"/>
                            </p:stCondLst>
                            <p:childTnLst>
                              <p:set>
                                <p:cBhvr>
                                  <p:cTn id="15" dur="1" fill="hold">
                                    <p:stCondLst>
                                      <p:cond delay="0"/>
                                    </p:stCondLst>
                                  </p:cTn>
                                  <p:tgtEl>
                                    <p:spTgt spid="28"/>
                                  </p:tgtEl>
                                  <p:attrNameLst>
                                    <p:attrName>style.visibility</p:attrName>
                                  </p:attrNameLst>
                                </p:cBhvr>
                                <p:to>
                                  <p:strVal val="visible"/>
                                </p:to>
                              </p:set>
                            </p:childTnLst>
                          </p:cTn>
                        </p:par>
                        <p:par>
                          <p:cTn id="16" presetID="1" presetClass="entr" presetSubtype="0" fill="hold" nodeType="withEffect">
                            <p:stCondLst>
                              <p:cond delay="2360"/>
                            </p:stCondLst>
                            <p:childTnLst>
                              <p:set>
                                <p:cBhvr>
                                  <p:cTn id="17" dur="1" fill="hold">
                                    <p:stCondLst>
                                      <p:cond delay="0"/>
                                    </p:stCondLst>
                                  </p:cTn>
                                  <p:tgtEl>
                                    <p:spTgt spid="29"/>
                                  </p:tgtEl>
                                  <p:attrNameLst>
                                    <p:attrName>style.visibility</p:attrName>
                                  </p:attrNameLst>
                                </p:cBhvr>
                                <p:to>
                                  <p:strVal val="visible"/>
                                </p:to>
                              </p:set>
                            </p:childTnLst>
                          </p:cTn>
                        </p:par>
                        <p:par>
                          <p:cTn id="18" presetID="1" presetClass="exit" presetSubtype="0" fill="hold" nodeType="withEffect">
                            <p:stCondLst>
                              <p:cond delay="3000"/>
                            </p:stCondLst>
                            <p:childTnLst>
                              <p:set>
                                <p:cBhvr>
                                  <p:cTn id="19" dur="1" fill="hold">
                                    <p:stCondLst>
                                      <p:cond delay="0"/>
                                    </p:stCondLst>
                                  </p:cTn>
                                  <p:tgtEl>
                                    <p:spTgt spid="8"/>
                                  </p:tgtEl>
                                  <p:attrNameLst>
                                    <p:attrName>style.visibility</p:attrName>
                                  </p:attrNameLst>
                                </p:cBhvr>
                                <p:to>
                                  <p:strVal val="hidden"/>
                                </p:to>
                              </p:set>
                            </p:childTnLst>
                          </p:cTn>
                        </p:par>
                        <p:par>
                          <p:cTn id="20" presetID="1" presetClass="entr" presetSubtype="0" fill="hold" nodeType="withEffect">
                            <p:stCondLst>
                              <p:cond delay="300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nodeType="withEffect">
                            <p:stCondLst>
                              <p:cond delay="3360"/>
                            </p:stCondLst>
                            <p:childTnLst>
                              <p:set>
                                <p:cBhvr>
                                  <p:cTn id="23" dur="1" fill="hold">
                                    <p:stCondLst>
                                      <p:cond delay="0"/>
                                    </p:stCondLst>
                                  </p:cTn>
                                  <p:tgtEl>
                                    <p:spTgt spid="31"/>
                                  </p:tgtEl>
                                  <p:attrNameLst>
                                    <p:attrName>style.visibility</p:attrName>
                                  </p:attrNameLst>
                                </p:cBhvr>
                                <p:to>
                                  <p:strVal val="visible"/>
                                </p:to>
                              </p:set>
                            </p:childTnLst>
                          </p:cTn>
                        </p:par>
                        <p:par>
                          <p:cTn id="24" presetID="1" presetClass="entr" presetSubtype="0" fill="hold" nodeType="withEffect">
                            <p:stCondLst>
                              <p:cond delay="336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xit" presetSubtype="0" fill="hold" nodeType="withEffect">
                            <p:stCondLst>
                              <p:cond delay="4000"/>
                            </p:stCondLst>
                            <p:childTnLst>
                              <p:set>
                                <p:cBhvr>
                                  <p:cTn id="27" dur="1" fill="hold">
                                    <p:stCondLst>
                                      <p:cond delay="0"/>
                                    </p:stCondLst>
                                  </p:cTn>
                                  <p:tgtEl>
                                    <p:spTgt spid="10"/>
                                  </p:tgtEl>
                                  <p:attrNameLst>
                                    <p:attrName>style.visibility</p:attrName>
                                  </p:attrNameLst>
                                </p:cBhvr>
                                <p:to>
                                  <p:strVal val="hidden"/>
                                </p:to>
                              </p:set>
                            </p:childTnLst>
                          </p:cTn>
                        </p:par>
                        <p:par>
                          <p:cTn id="28" presetID="1" presetClass="entr" presetSubtype="0" fill="hold" nodeType="withEffect">
                            <p:stCondLst>
                              <p:cond delay="4000"/>
                            </p:stCondLst>
                            <p:childTnLst>
                              <p:set>
                                <p:cBhvr>
                                  <p:cTn id="29" dur="1" fill="hold">
                                    <p:stCondLst>
                                      <p:cond delay="0"/>
                                    </p:stCondLst>
                                  </p:cTn>
                                  <p:tgtEl>
                                    <p:spTgt spid="12"/>
                                  </p:tgtEl>
                                  <p:attrNameLst>
                                    <p:attrName>style.visibility</p:attrName>
                                  </p:attrNameLst>
                                </p:cBhvr>
                                <p:to>
                                  <p:strVal val="visible"/>
                                </p:to>
                              </p:set>
                            </p:childTnLst>
                          </p:cTn>
                        </p:par>
                        <p:par>
                          <p:cTn id="30" presetID="1" presetClass="entr" presetSubtype="0" fill="hold" nodeType="withEffect">
                            <p:stCondLst>
                              <p:cond delay="4360"/>
                            </p:stCondLst>
                            <p:childTnLst>
                              <p:set>
                                <p:cBhvr>
                                  <p:cTn id="31" dur="1" fill="hold">
                                    <p:stCondLst>
                                      <p:cond delay="0"/>
                                    </p:stCondLst>
                                  </p:cTn>
                                  <p:tgtEl>
                                    <p:spTgt spid="34"/>
                                  </p:tgtEl>
                                  <p:attrNameLst>
                                    <p:attrName>style.visibility</p:attrName>
                                  </p:attrNameLst>
                                </p:cBhvr>
                                <p:to>
                                  <p:strVal val="visible"/>
                                </p:to>
                              </p:set>
                            </p:childTnLst>
                          </p:cTn>
                        </p:par>
                        <p:par>
                          <p:cTn id="32" presetID="1" presetClass="entr" presetSubtype="0" fill="hold" nodeType="withEffect">
                            <p:stCondLst>
                              <p:cond delay="4360"/>
                            </p:stCondLst>
                            <p:childTnLst>
                              <p:set>
                                <p:cBhvr>
                                  <p:cTn id="33" dur="1" fill="hold">
                                    <p:stCondLst>
                                      <p:cond delay="0"/>
                                    </p:stCondLst>
                                  </p:cTn>
                                  <p:tgtEl>
                                    <p:spTgt spid="35"/>
                                  </p:tgtEl>
                                  <p:attrNameLst>
                                    <p:attrName>style.visibility</p:attrName>
                                  </p:attrNameLst>
                                </p:cBhvr>
                                <p:to>
                                  <p:strVal val="visible"/>
                                </p:to>
                              </p:set>
                            </p:childTnLst>
                          </p:cTn>
                        </p:par>
                        <p:par>
                          <p:cTn id="34" presetID="1" presetClass="exit" presetSubtype="0" fill="hold" nodeType="withEffect">
                            <p:stCondLst>
                              <p:cond delay="5000"/>
                            </p:stCondLst>
                            <p:childTnLst>
                              <p:set>
                                <p:cBhvr>
                                  <p:cTn id="35" dur="1" fill="hold">
                                    <p:stCondLst>
                                      <p:cond delay="0"/>
                                    </p:stCondLst>
                                  </p:cTn>
                                  <p:tgtEl>
                                    <p:spTgt spid="12"/>
                                  </p:tgtEl>
                                  <p:attrNameLst>
                                    <p:attrName>style.visibility</p:attrName>
                                  </p:attrNameLst>
                                </p:cBhvr>
                                <p:to>
                                  <p:strVal val="hidden"/>
                                </p:to>
                              </p:set>
                            </p:childTnLst>
                          </p:cTn>
                        </p:par>
                        <p:par>
                          <p:cTn id="36" presetID="1" presetClass="entr" presetSubtype="0" fill="hold" nodeType="withEffect">
                            <p:stCondLst>
                              <p:cond delay="5000"/>
                            </p:stCondLst>
                            <p:childTnLst>
                              <p:set>
                                <p:cBhvr>
                                  <p:cTn id="37" dur="1" fill="hold">
                                    <p:stCondLst>
                                      <p:cond delay="0"/>
                                    </p:stCondLst>
                                  </p:cTn>
                                  <p:tgtEl>
                                    <p:spTgt spid="14"/>
                                  </p:tgtEl>
                                  <p:attrNameLst>
                                    <p:attrName>style.visibility</p:attrName>
                                  </p:attrNameLst>
                                </p:cBhvr>
                                <p:to>
                                  <p:strVal val="visible"/>
                                </p:to>
                              </p:set>
                            </p:childTnLst>
                          </p:cTn>
                        </p:par>
                        <p:par>
                          <p:cTn id="38" presetID="1" presetClass="entr" presetSubtype="0" fill="hold" nodeType="withEffect">
                            <p:stCondLst>
                              <p:cond delay="5360"/>
                            </p:stCondLst>
                            <p:childTnLst>
                              <p:set>
                                <p:cBhvr>
                                  <p:cTn id="39" dur="1" fill="hold">
                                    <p:stCondLst>
                                      <p:cond delay="0"/>
                                    </p:stCondLst>
                                  </p:cTn>
                                  <p:tgtEl>
                                    <p:spTgt spid="37"/>
                                  </p:tgtEl>
                                  <p:attrNameLst>
                                    <p:attrName>style.visibility</p:attrName>
                                  </p:attrNameLst>
                                </p:cBhvr>
                                <p:to>
                                  <p:strVal val="visible"/>
                                </p:to>
                              </p:set>
                            </p:childTnLst>
                          </p:cTn>
                        </p:par>
                        <p:par>
                          <p:cTn id="40" presetID="1" presetClass="entr" presetSubtype="0" fill="hold" nodeType="withEffect">
                            <p:stCondLst>
                              <p:cond delay="5360"/>
                            </p:stCondLst>
                            <p:childTnLst>
                              <p:set>
                                <p:cBhvr>
                                  <p:cTn id="41" dur="1" fill="hold">
                                    <p:stCondLst>
                                      <p:cond delay="0"/>
                                    </p:stCondLst>
                                  </p:cTn>
                                  <p:tgtEl>
                                    <p:spTgt spid="38"/>
                                  </p:tgtEl>
                                  <p:attrNameLst>
                                    <p:attrName>style.visibility</p:attrName>
                                  </p:attrNameLst>
                                </p:cBhvr>
                                <p:to>
                                  <p:strVal val="visible"/>
                                </p:to>
                              </p:set>
                            </p:childTnLst>
                          </p:cTn>
                        </p:par>
                        <p:par>
                          <p:cTn id="42" presetID="1" presetClass="exit" presetSubtype="0" fill="hold" nodeType="withEffect">
                            <p:stCondLst>
                              <p:cond delay="6000"/>
                            </p:stCondLst>
                            <p:childTnLst>
                              <p:set>
                                <p:cBhvr>
                                  <p:cTn id="43" dur="1" fill="hold">
                                    <p:stCondLst>
                                      <p:cond delay="0"/>
                                    </p:stCondLst>
                                  </p:cTn>
                                  <p:tgtEl>
                                    <p:spTgt spid="14"/>
                                  </p:tgtEl>
                                  <p:attrNameLst>
                                    <p:attrName>style.visibility</p:attrName>
                                  </p:attrNameLst>
                                </p:cBhvr>
                                <p:to>
                                  <p:strVal val="hidden"/>
                                </p:to>
                              </p:set>
                            </p:childTnLst>
                          </p:cTn>
                        </p:par>
                        <p:par>
                          <p:cTn id="44" presetID="1" presetClass="entr" presetSubtype="0" fill="hold" nodeType="withEffect">
                            <p:stCondLst>
                              <p:cond delay="7000"/>
                            </p:stCondLst>
                            <p:childTnLst>
                              <p:set>
                                <p:cBhvr>
                                  <p:cTn id="45" dur="1" fill="hold">
                                    <p:stCondLst>
                                      <p:cond delay="0"/>
                                    </p:stCondLst>
                                  </p:cTn>
                                  <p:tgtEl>
                                    <p:spTgt spid="19"/>
                                  </p:tgtEl>
                                  <p:attrNameLst>
                                    <p:attrName>style.visibility</p:attrName>
                                  </p:attrNameLst>
                                </p:cBhvr>
                                <p:to>
                                  <p:strVal val="visible"/>
                                </p:to>
                              </p:set>
                            </p:childTnLst>
                          </p:cTn>
                        </p:par>
                        <p:par>
                          <p:cTn id="46" presetID="1" presetClass="entr" presetSubtype="0" fill="hold" nodeType="withEffect">
                            <p:stCondLst>
                              <p:cond delay="750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nodeType="withEffect">
                            <p:stCondLst>
                              <p:cond delay="8100"/>
                            </p:stCondLst>
                            <p:childTnLst>
                              <p:set>
                                <p:cBhvr>
                                  <p:cTn id="49" dur="1" fill="hold">
                                    <p:stCondLst>
                                      <p:cond delay="0"/>
                                    </p:stCondLst>
                                  </p:cTn>
                                  <p:tgtEl>
                                    <p:spTgt spid="30"/>
                                  </p:tgtEl>
                                  <p:attrNameLst>
                                    <p:attrName>style.visibility</p:attrName>
                                  </p:attrNameLst>
                                </p:cBhvr>
                                <p:to>
                                  <p:strVal val="visible"/>
                                </p:to>
                              </p:set>
                            </p:childTnLst>
                          </p:cTn>
                        </p:par>
                        <p:par>
                          <p:cTn id="50" presetID="1" presetClass="entr" presetSubtype="0" fill="hold" nodeType="withEffect">
                            <p:stCondLst>
                              <p:cond delay="8700"/>
                            </p:stCondLst>
                            <p:childTnLst>
                              <p:set>
                                <p:cBhvr>
                                  <p:cTn id="51" dur="1" fill="hold">
                                    <p:stCondLst>
                                      <p:cond delay="0"/>
                                    </p:stCondLst>
                                  </p:cTn>
                                  <p:tgtEl>
                                    <p:spTgt spid="33"/>
                                  </p:tgtEl>
                                  <p:attrNameLst>
                                    <p:attrName>style.visibility</p:attrName>
                                  </p:attrNameLst>
                                </p:cBhvr>
                                <p:to>
                                  <p:strVal val="visible"/>
                                </p:to>
                              </p:set>
                            </p:childTnLst>
                          </p:cTn>
                        </p:par>
                        <p:par>
                          <p:cTn id="52" presetID="1" presetClass="entr" presetSubtype="0" fill="hold" nodeType="withEffect">
                            <p:stCondLst>
                              <p:cond delay="9300"/>
                            </p:stCondLst>
                            <p:childTnLst>
                              <p:set>
                                <p:cBhvr>
                                  <p:cTn id="53" dur="1" fill="hold">
                                    <p:stCondLst>
                                      <p:cond delay="0"/>
                                    </p:stCondLst>
                                  </p:cTn>
                                  <p:tgtEl>
                                    <p:spTgt spid="36"/>
                                  </p:tgtEl>
                                  <p:attrNameLst>
                                    <p:attrName>style.visibility</p:attrName>
                                  </p:attrNameLst>
                                </p:cBhvr>
                                <p:to>
                                  <p:strVal val="visible"/>
                                </p:to>
                              </p:set>
                            </p:childTnLst>
                          </p:cTn>
                        </p:par>
                        <p:par>
                          <p:cTn id="54" presetID="1" presetClass="entr" presetSubtype="0" fill="hold" nodeType="withEffect">
                            <p:stCondLst>
                              <p:cond delay="9900"/>
                            </p:stCondLst>
                            <p:childTnLst>
                              <p:set>
                                <p:cBhvr>
                                  <p:cTn id="55" dur="1" fill="hold">
                                    <p:stCondLst>
                                      <p:cond delay="0"/>
                                    </p:stCondLst>
                                  </p:cTn>
                                  <p:tgtEl>
                                    <p:spTgt spid="39"/>
                                  </p:tgtEl>
                                  <p:attrNameLst>
                                    <p:attrName>style.visibility</p:attrName>
                                  </p:attrNameLst>
                                </p:cBhvr>
                                <p:to>
                                  <p:strVal val="visible"/>
                                </p:to>
                              </p:set>
                            </p:childTnLst>
                          </p:cTn>
                        </p:par>
                        <p:par>
                          <p:cTn id="56" presetID="1" presetClass="entr" presetSubtype="0" fill="hold" nodeType="withEffect">
                            <p:stCondLst>
                              <p:cond delay="11000"/>
                            </p:stCondLst>
                            <p:childTnLst>
                              <p:set>
                                <p:cBhvr>
                                  <p:cTn id="57" dur="1" fill="hold">
                                    <p:stCondLst>
                                      <p:cond delay="0"/>
                                    </p:stCondLst>
                                  </p:cTn>
                                  <p:tgtEl>
                                    <p:spTgt spid="16"/>
                                  </p:tgtEl>
                                  <p:attrNameLst>
                                    <p:attrName>style.visibility</p:attrName>
                                  </p:attrNameLst>
                                </p:cBhvr>
                                <p:to>
                                  <p:strVal val="visible"/>
                                </p:to>
                              </p:set>
                            </p:childTnLst>
                          </p:cTn>
                        </p:par>
                        <p:par>
                          <p:cTn id="58" presetID="1" presetClass="exit" presetSubtype="0" fill="hold" nodeType="withEffect">
                            <p:stCondLst>
                              <p:cond delay="11000"/>
                            </p:stCondLst>
                            <p:childTnLst>
                              <p:set>
                                <p:cBhvr>
                                  <p:cTn id="59" dur="1" fill="hold">
                                    <p:stCondLst>
                                      <p:cond delay="0"/>
                                    </p:stCondLst>
                                  </p:cTn>
                                  <p:tgtEl>
                                    <p:spTgt spid="27"/>
                                  </p:tgtEl>
                                  <p:attrNameLst>
                                    <p:attrName>style.visibility</p:attrName>
                                  </p:attrNameLst>
                                </p:cBhvr>
                                <p:to>
                                  <p:strVal val="hidden"/>
                                </p:to>
                              </p:set>
                            </p:childTnLst>
                          </p:cTn>
                        </p:par>
                        <p:par>
                          <p:cTn id="60" presetID="1" presetClass="exit" presetSubtype="0" fill="hold" nodeType="withEffect">
                            <p:stCondLst>
                              <p:cond delay="11000"/>
                            </p:stCondLst>
                            <p:childTnLst>
                              <p:set>
                                <p:cBhvr>
                                  <p:cTn id="61" dur="1" fill="hold">
                                    <p:stCondLst>
                                      <p:cond delay="0"/>
                                    </p:stCondLst>
                                  </p:cTn>
                                  <p:tgtEl>
                                    <p:spTgt spid="30"/>
                                  </p:tgtEl>
                                  <p:attrNameLst>
                                    <p:attrName>style.visibility</p:attrName>
                                  </p:attrNameLst>
                                </p:cBhvr>
                                <p:to>
                                  <p:strVal val="hidden"/>
                                </p:to>
                              </p:set>
                            </p:childTnLst>
                          </p:cTn>
                        </p:par>
                        <p:par>
                          <p:cTn id="62" presetID="1" presetClass="exit" presetSubtype="0" fill="hold" nodeType="withEffect">
                            <p:stCondLst>
                              <p:cond delay="11000"/>
                            </p:stCondLst>
                            <p:childTnLst>
                              <p:set>
                                <p:cBhvr>
                                  <p:cTn id="63" dur="1" fill="hold">
                                    <p:stCondLst>
                                      <p:cond delay="0"/>
                                    </p:stCondLst>
                                  </p:cTn>
                                  <p:tgtEl>
                                    <p:spTgt spid="33"/>
                                  </p:tgtEl>
                                  <p:attrNameLst>
                                    <p:attrName>style.visibility</p:attrName>
                                  </p:attrNameLst>
                                </p:cBhvr>
                                <p:to>
                                  <p:strVal val="hidden"/>
                                </p:to>
                              </p:set>
                            </p:childTnLst>
                          </p:cTn>
                        </p:par>
                        <p:par>
                          <p:cTn id="64" presetID="1" presetClass="exit" presetSubtype="0" fill="hold" nodeType="withEffect">
                            <p:stCondLst>
                              <p:cond delay="11000"/>
                            </p:stCondLst>
                            <p:childTnLst>
                              <p:set>
                                <p:cBhvr>
                                  <p:cTn id="65" dur="1" fill="hold">
                                    <p:stCondLst>
                                      <p:cond delay="0"/>
                                    </p:stCondLst>
                                  </p:cTn>
                                  <p:tgtEl>
                                    <p:spTgt spid="36"/>
                                  </p:tgtEl>
                                  <p:attrNameLst>
                                    <p:attrName>style.visibility</p:attrName>
                                  </p:attrNameLst>
                                </p:cBhvr>
                                <p:to>
                                  <p:strVal val="hidden"/>
                                </p:to>
                              </p:set>
                            </p:childTnLst>
                          </p:cTn>
                        </p:par>
                        <p:par>
                          <p:cTn id="66" presetID="1" presetClass="exit" presetSubtype="0" fill="hold" nodeType="withEffect">
                            <p:stCondLst>
                              <p:cond delay="11000"/>
                            </p:stCondLst>
                            <p:childTnLst>
                              <p:set>
                                <p:cBhvr>
                                  <p:cTn id="67" dur="1" fill="hold">
                                    <p:stCondLst>
                                      <p:cond delay="0"/>
                                    </p:stCondLst>
                                  </p:cTn>
                                  <p:tgtEl>
                                    <p:spTgt spid="39"/>
                                  </p:tgtEl>
                                  <p:attrNameLst>
                                    <p:attrName>style.visibility</p:attrName>
                                  </p:attrNameLst>
                                </p:cBhvr>
                                <p:to>
                                  <p:strVal val="hidden"/>
                                </p:to>
                              </p:set>
                            </p:childTnLst>
                          </p:cTn>
                        </p:par>
                        <p:par>
                          <p:cTn id="68" presetID="1" presetClass="exit" presetSubtype="0" fill="hold" nodeType="withEffect">
                            <p:stCondLst>
                              <p:cond delay="11000"/>
                            </p:stCondLst>
                            <p:childTnLst>
                              <p:set>
                                <p:cBhvr>
                                  <p:cTn id="69" dur="1" fill="hold">
                                    <p:stCondLst>
                                      <p:cond delay="0"/>
                                    </p:stCondLst>
                                  </p:cTn>
                                  <p:tgtEl>
                                    <p:spTgt spid="19"/>
                                  </p:tgtEl>
                                  <p:attrNameLst>
                                    <p:attrName>style.visibility</p:attrName>
                                  </p:attrNameLst>
                                </p:cBhvr>
                                <p:to>
                                  <p:strVal val="hidden"/>
                                </p:to>
                              </p:set>
                            </p:childTnLst>
                          </p:cTn>
                        </p:par>
                        <p:par>
                          <p:cTn id="70" presetID="1" presetClass="exit" presetSubtype="0" fill="hold" nodeType="withEffect">
                            <p:stCondLst>
                              <p:cond delay="11000"/>
                            </p:stCondLst>
                            <p:childTnLst>
                              <p:set>
                                <p:cBhvr>
                                  <p:cTn id="71" dur="1" fill="hold">
                                    <p:stCondLst>
                                      <p:cond delay="0"/>
                                    </p:stCondLst>
                                  </p:cTn>
                                  <p:tgtEl>
                                    <p:spTgt spid="25"/>
                                  </p:tgtEl>
                                  <p:attrNameLst>
                                    <p:attrName>style.visibility</p:attrName>
                                  </p:attrNameLst>
                                </p:cBhvr>
                                <p:to>
                                  <p:strVal val="hidden"/>
                                </p:to>
                              </p:set>
                            </p:childTnLst>
                          </p:cTn>
                        </p:par>
                        <p:par>
                          <p:cTn id="72" presetID="1" presetClass="exit" presetSubtype="0" fill="hold" nodeType="withEffect">
                            <p:stCondLst>
                              <p:cond delay="11000"/>
                            </p:stCondLst>
                            <p:childTnLst>
                              <p:set>
                                <p:cBhvr>
                                  <p:cTn id="73" dur="1" fill="hold">
                                    <p:stCondLst>
                                      <p:cond delay="0"/>
                                    </p:stCondLst>
                                  </p:cTn>
                                  <p:tgtEl>
                                    <p:spTgt spid="28"/>
                                  </p:tgtEl>
                                  <p:attrNameLst>
                                    <p:attrName>style.visibility</p:attrName>
                                  </p:attrNameLst>
                                </p:cBhvr>
                                <p:to>
                                  <p:strVal val="hidden"/>
                                </p:to>
                              </p:set>
                            </p:childTnLst>
                          </p:cTn>
                        </p:par>
                        <p:par>
                          <p:cTn id="74" presetID="1" presetClass="exit" presetSubtype="0" fill="hold" nodeType="withEffect">
                            <p:stCondLst>
                              <p:cond delay="11000"/>
                            </p:stCondLst>
                            <p:childTnLst>
                              <p:set>
                                <p:cBhvr>
                                  <p:cTn id="75" dur="1" fill="hold">
                                    <p:stCondLst>
                                      <p:cond delay="0"/>
                                    </p:stCondLst>
                                  </p:cTn>
                                  <p:tgtEl>
                                    <p:spTgt spid="31"/>
                                  </p:tgtEl>
                                  <p:attrNameLst>
                                    <p:attrName>style.visibility</p:attrName>
                                  </p:attrNameLst>
                                </p:cBhvr>
                                <p:to>
                                  <p:strVal val="hidden"/>
                                </p:to>
                              </p:set>
                            </p:childTnLst>
                          </p:cTn>
                        </p:par>
                        <p:par>
                          <p:cTn id="76" presetID="1" presetClass="exit" presetSubtype="0" fill="hold" nodeType="withEffect">
                            <p:stCondLst>
                              <p:cond delay="11000"/>
                            </p:stCondLst>
                            <p:childTnLst>
                              <p:set>
                                <p:cBhvr>
                                  <p:cTn id="77" dur="1" fill="hold">
                                    <p:stCondLst>
                                      <p:cond delay="0"/>
                                    </p:stCondLst>
                                  </p:cTn>
                                  <p:tgtEl>
                                    <p:spTgt spid="34"/>
                                  </p:tgtEl>
                                  <p:attrNameLst>
                                    <p:attrName>style.visibility</p:attrName>
                                  </p:attrNameLst>
                                </p:cBhvr>
                                <p:to>
                                  <p:strVal val="hidden"/>
                                </p:to>
                              </p:set>
                            </p:childTnLst>
                          </p:cTn>
                        </p:par>
                        <p:par>
                          <p:cTn id="78" presetID="1" presetClass="exit" presetSubtype="0" fill="hold" nodeType="withEffect">
                            <p:stCondLst>
                              <p:cond delay="11000"/>
                            </p:stCondLst>
                            <p:childTnLst>
                              <p:set>
                                <p:cBhvr>
                                  <p:cTn id="79" dur="1" fill="hold">
                                    <p:stCondLst>
                                      <p:cond delay="0"/>
                                    </p:stCondLst>
                                  </p:cTn>
                                  <p:tgtEl>
                                    <p:spTgt spid="37"/>
                                  </p:tgtEl>
                                  <p:attrNameLst>
                                    <p:attrName>style.visibility</p:attrName>
                                  </p:attrNameLst>
                                </p:cBhvr>
                                <p:to>
                                  <p:strVal val="hidden"/>
                                </p:to>
                              </p:set>
                            </p:childTnLst>
                          </p:cTn>
                        </p:par>
                        <p:par>
                          <p:cTn id="80" presetID="1" presetClass="exit" presetSubtype="0" fill="hold" nodeType="withEffect">
                            <p:stCondLst>
                              <p:cond delay="11000"/>
                            </p:stCondLst>
                            <p:childTnLst>
                              <p:set>
                                <p:cBhvr>
                                  <p:cTn id="81" dur="1" fill="hold">
                                    <p:stCondLst>
                                      <p:cond delay="0"/>
                                    </p:stCondLst>
                                  </p:cTn>
                                  <p:tgtEl>
                                    <p:spTgt spid="26"/>
                                  </p:tgtEl>
                                  <p:attrNameLst>
                                    <p:attrName>style.visibility</p:attrName>
                                  </p:attrNameLst>
                                </p:cBhvr>
                                <p:to>
                                  <p:strVal val="hidden"/>
                                </p:to>
                              </p:set>
                            </p:childTnLst>
                          </p:cTn>
                        </p:par>
                        <p:par>
                          <p:cTn id="82" presetID="1" presetClass="exit" presetSubtype="0" fill="hold" nodeType="withEffect">
                            <p:stCondLst>
                              <p:cond delay="11000"/>
                            </p:stCondLst>
                            <p:childTnLst>
                              <p:set>
                                <p:cBhvr>
                                  <p:cTn id="83" dur="1" fill="hold">
                                    <p:stCondLst>
                                      <p:cond delay="0"/>
                                    </p:stCondLst>
                                  </p:cTn>
                                  <p:tgtEl>
                                    <p:spTgt spid="29"/>
                                  </p:tgtEl>
                                  <p:attrNameLst>
                                    <p:attrName>style.visibility</p:attrName>
                                  </p:attrNameLst>
                                </p:cBhvr>
                                <p:to>
                                  <p:strVal val="hidden"/>
                                </p:to>
                              </p:set>
                            </p:childTnLst>
                          </p:cTn>
                        </p:par>
                        <p:par>
                          <p:cTn id="84" presetID="1" presetClass="exit" presetSubtype="0" fill="hold" nodeType="withEffect">
                            <p:stCondLst>
                              <p:cond delay="11000"/>
                            </p:stCondLst>
                            <p:childTnLst>
                              <p:set>
                                <p:cBhvr>
                                  <p:cTn id="85" dur="1" fill="hold">
                                    <p:stCondLst>
                                      <p:cond delay="0"/>
                                    </p:stCondLst>
                                  </p:cTn>
                                  <p:tgtEl>
                                    <p:spTgt spid="32"/>
                                  </p:tgtEl>
                                  <p:attrNameLst>
                                    <p:attrName>style.visibility</p:attrName>
                                  </p:attrNameLst>
                                </p:cBhvr>
                                <p:to>
                                  <p:strVal val="hidden"/>
                                </p:to>
                              </p:set>
                            </p:childTnLst>
                          </p:cTn>
                        </p:par>
                        <p:par>
                          <p:cTn id="86" presetID="1" presetClass="exit" presetSubtype="0" fill="hold" nodeType="withEffect">
                            <p:stCondLst>
                              <p:cond delay="11000"/>
                            </p:stCondLst>
                            <p:childTnLst>
                              <p:set>
                                <p:cBhvr>
                                  <p:cTn id="87" dur="1" fill="hold">
                                    <p:stCondLst>
                                      <p:cond delay="0"/>
                                    </p:stCondLst>
                                  </p:cTn>
                                  <p:tgtEl>
                                    <p:spTgt spid="35"/>
                                  </p:tgtEl>
                                  <p:attrNameLst>
                                    <p:attrName>style.visibility</p:attrName>
                                  </p:attrNameLst>
                                </p:cBhvr>
                                <p:to>
                                  <p:strVal val="hidden"/>
                                </p:to>
                              </p:set>
                            </p:childTnLst>
                          </p:cTn>
                        </p:par>
                        <p:par>
                          <p:cTn id="88" presetID="1" presetClass="exit" presetSubtype="0" fill="hold" nodeType="withEffect">
                            <p:stCondLst>
                              <p:cond delay="11000"/>
                            </p:stCondLst>
                            <p:childTnLst>
                              <p:set>
                                <p:cBhvr>
                                  <p:cTn id="89" dur="1" fill="hold">
                                    <p:stCondLst>
                                      <p:cond delay="0"/>
                                    </p:stCondLst>
                                  </p:cTn>
                                  <p:tgtEl>
                                    <p:spTgt spid="38"/>
                                  </p:tgtEl>
                                  <p:attrNameLst>
                                    <p:attrName>style.visibility</p:attrName>
                                  </p:attrNameLst>
                                </p:cBhvr>
                                <p:to>
                                  <p:strVal val="hidden"/>
                                </p:to>
                              </p:set>
                            </p:childTnLst>
                          </p:cTn>
                        </p:par>
                        <p:par>
                          <p:cTn id="90" presetID="1" presetClass="entr" presetSubtype="0" fill="hold" nodeType="withEffect">
                            <p:stCondLst>
                              <p:cond delay="11000"/>
                            </p:stCondLst>
                            <p:childTnLst>
                              <p:set>
                                <p:cBhvr>
                                  <p:cTn id="91" dur="1" fill="hold">
                                    <p:stCondLst>
                                      <p:cond delay="0"/>
                                    </p:stCondLst>
                                  </p:cTn>
                                  <p:tgtEl>
                                    <p:spTgt spid="23"/>
                                  </p:tgtEl>
                                  <p:attrNameLst>
                                    <p:attrName>style.visibility</p:attrName>
                                  </p:attrNameLst>
                                </p:cBhvr>
                                <p:to>
                                  <p:strVal val="visible"/>
                                </p:to>
                              </p:set>
                            </p:childTnLst>
                          </p:cTn>
                        </p:par>
                        <p:par>
                          <p:cTn id="92" presetID="1" presetClass="exit" presetSubtype="0" fill="hold" nodeType="withEffect">
                            <p:stCondLst>
                              <p:cond delay="12500"/>
                            </p:stCondLst>
                            <p:childTnLst>
                              <p:set>
                                <p:cBhvr>
                                  <p:cTn id="93" dur="1" fill="hold">
                                    <p:stCondLst>
                                      <p:cond delay="0"/>
                                    </p:stCondLst>
                                  </p:cTn>
                                  <p:tgtEl>
                                    <p:spTgt spid="16"/>
                                  </p:tgtEl>
                                  <p:attrNameLst>
                                    <p:attrName>style.visibility</p:attrName>
                                  </p:attrNameLst>
                                </p:cBhvr>
                                <p:to>
                                  <p:strVal val="hidden"/>
                                </p:to>
                              </p:set>
                            </p:childTnLst>
                          </p:cTn>
                        </p:par>
                        <p:par>
                          <p:cTn id="94" presetID="22" presetClass="entr" presetSubtype="8" fill="hold" nodeType="withEffect">
                            <p:stCondLst>
                              <p:cond delay="7000"/>
                            </p:stCondLst>
                            <p:childTnLst>
                              <p:set>
                                <p:cBhvr>
                                  <p:cTn id="95" dur="1" fill="hold">
                                    <p:stCondLst>
                                      <p:cond delay="0"/>
                                    </p:stCondLst>
                                  </p:cTn>
                                  <p:tgtEl>
                                    <p:spTgt spid="44"/>
                                  </p:tgtEl>
                                  <p:attrNameLst>
                                    <p:attrName>style.visibility</p:attrName>
                                  </p:attrNameLst>
                                </p:cBhvr>
                                <p:to>
                                  <p:strVal val="visible"/>
                                </p:to>
                              </p:set>
                              <p:animEffect transition="in" filter="wipe(left)">
                                <p:cBhvr>
                                  <p:cTn id="96" dur="4000" fill="hold"/>
                                  <p:tgtEl>
                                    <p:spTgt spid="44"/>
                                  </p:tgtEl>
                                </p:cBhvr>
                              </p:animEffect>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42" name="title">
            <a:extLst>
              <a:ext uri="{FF2B5EF4-FFF2-40B4-BE49-F238E27FC236}">
                <a16:creationId xmlns:a16="http://schemas.microsoft.com/office/drawing/2014/main" id="{CE9DFFA3-F559-41B4-B686-55A22C91EF81}"/>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Charging underneath the fight</a:t>
            </a:r>
          </a:p>
        </p:txBody>
      </p:sp>
      <p:sp>
        <p:nvSpPr>
          <p:cNvPr id="2" name="desc">
            <a:extLst>
              <a:ext uri="{FF2B5EF4-FFF2-40B4-BE49-F238E27FC236}">
                <a16:creationId xmlns:a16="http://schemas.microsoft.com/office/drawing/2014/main" id="{A2E5BDB2-2276-4524-B52E-2A2987F5FF3E}"/>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The melee chain continues while R2 charges the orbs</a:t>
            </a:r>
          </a:p>
        </p:txBody>
      </p:sp>
      <p:pic>
        <p:nvPicPr>
          <p:cNvPr id="44" name="Picture 43"/>
          <p:cNvPicPr>
            <a:picLocks noChangeAspect="1"/>
          </p:cNvPicPr>
          <p:nvPr/>
        </p:nvPicPr>
        <p:blipFill>
          <a:blip r:embed="rId3"/>
          <a:stretch/>
        </p:blipFill>
        <p:spPr>
          <a:xfrm>
            <a:off x="3429000" y="1428750"/>
            <a:ext cx="5334000" cy="3333750"/>
          </a:xfrm>
          <a:prstGeom prst="rect">
            <a:avLst/>
          </a:prstGeom>
        </p:spPr>
      </p:pic>
      <p:sp>
        <p:nvSpPr>
          <p:cNvPr id="4" name="melee-label">
            <a:extLst>
              <a:ext uri="{FF2B5EF4-FFF2-40B4-BE49-F238E27FC236}">
                <a16:creationId xmlns:a16="http://schemas.microsoft.com/office/drawing/2014/main" id="{3128B579-16CB-493F-A824-01E0A525A1CF}"/>
              </a:ext>
            </a:extLst>
          </p:cNvPr>
          <p:cNvSpPr>
            <a:spLocks noGrp="1"/>
          </p:cNvSpPr>
          <p:nvPr/>
        </p:nvSpPr>
        <p:spPr>
          <a:xfrm>
            <a:off x="628650" y="49339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Melee</a:t>
            </a:r>
          </a:p>
        </p:txBody>
      </p:sp>
      <p:sp>
        <p:nvSpPr>
          <p:cNvPr id="5" name="command-0">
            <a:extLst>
              <a:ext uri="{FF2B5EF4-FFF2-40B4-BE49-F238E27FC236}">
                <a16:creationId xmlns:a16="http://schemas.microsoft.com/office/drawing/2014/main" id="{FB5381AA-F58B-4674-A691-83E2D354A1AB}"/>
              </a:ext>
            </a:extLst>
          </p:cNvPr>
          <p:cNvSpPr>
            <a:spLocks noGrp="1"/>
          </p:cNvSpPr>
          <p:nvPr/>
        </p:nvSpPr>
        <p:spPr>
          <a:xfrm>
            <a:off x="26955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X1</a:t>
            </a:r>
          </a:p>
        </p:txBody>
      </p:sp>
      <p:sp>
        <p:nvSpPr>
          <p:cNvPr id="6" name="active-0">
            <a:extLst>
              <a:ext uri="{FF2B5EF4-FFF2-40B4-BE49-F238E27FC236}">
                <a16:creationId xmlns:a16="http://schemas.microsoft.com/office/drawing/2014/main" id="{109FA48F-2950-4B29-A3B5-24D34D994F40}"/>
              </a:ext>
            </a:extLst>
          </p:cNvPr>
          <p:cNvSpPr>
            <a:spLocks noGrp="1"/>
          </p:cNvSpPr>
          <p:nvPr/>
        </p:nvSpPr>
        <p:spPr>
          <a:xfrm>
            <a:off x="26955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X1</a:t>
            </a:r>
          </a:p>
        </p:txBody>
      </p:sp>
      <p:sp>
        <p:nvSpPr>
          <p:cNvPr id="7" name="command-1">
            <a:extLst>
              <a:ext uri="{FF2B5EF4-FFF2-40B4-BE49-F238E27FC236}">
                <a16:creationId xmlns:a16="http://schemas.microsoft.com/office/drawing/2014/main" id="{90A14310-CC4F-4A5E-8691-A2184E1F36F5}"/>
              </a:ext>
            </a:extLst>
          </p:cNvPr>
          <p:cNvSpPr>
            <a:spLocks noGrp="1"/>
          </p:cNvSpPr>
          <p:nvPr/>
        </p:nvSpPr>
        <p:spPr>
          <a:xfrm>
            <a:off x="393382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X2</a:t>
            </a:r>
          </a:p>
        </p:txBody>
      </p:sp>
      <p:sp>
        <p:nvSpPr>
          <p:cNvPr id="8" name="active-1">
            <a:extLst>
              <a:ext uri="{FF2B5EF4-FFF2-40B4-BE49-F238E27FC236}">
                <a16:creationId xmlns:a16="http://schemas.microsoft.com/office/drawing/2014/main" id="{9F5662DD-D5DB-43D4-9211-1C9D76D0E265}"/>
              </a:ext>
            </a:extLst>
          </p:cNvPr>
          <p:cNvSpPr>
            <a:spLocks noGrp="1"/>
          </p:cNvSpPr>
          <p:nvPr/>
        </p:nvSpPr>
        <p:spPr>
          <a:xfrm>
            <a:off x="393382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X2</a:t>
            </a:r>
          </a:p>
        </p:txBody>
      </p:sp>
      <p:sp>
        <p:nvSpPr>
          <p:cNvPr id="9" name="command-2">
            <a:extLst>
              <a:ext uri="{FF2B5EF4-FFF2-40B4-BE49-F238E27FC236}">
                <a16:creationId xmlns:a16="http://schemas.microsoft.com/office/drawing/2014/main" id="{AE6F0F2E-3B61-4BBD-988D-04857C254033}"/>
              </a:ext>
            </a:extLst>
          </p:cNvPr>
          <p:cNvSpPr>
            <a:spLocks noGrp="1"/>
          </p:cNvSpPr>
          <p:nvPr/>
        </p:nvSpPr>
        <p:spPr>
          <a:xfrm>
            <a:off x="51720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X3</a:t>
            </a:r>
          </a:p>
        </p:txBody>
      </p:sp>
      <p:sp>
        <p:nvSpPr>
          <p:cNvPr id="10" name="active-2">
            <a:extLst>
              <a:ext uri="{FF2B5EF4-FFF2-40B4-BE49-F238E27FC236}">
                <a16:creationId xmlns:a16="http://schemas.microsoft.com/office/drawing/2014/main" id="{B8C8DC25-6753-45D2-8B9F-EB8968FB9483}"/>
              </a:ext>
            </a:extLst>
          </p:cNvPr>
          <p:cNvSpPr>
            <a:spLocks noGrp="1"/>
          </p:cNvSpPr>
          <p:nvPr/>
        </p:nvSpPr>
        <p:spPr>
          <a:xfrm>
            <a:off x="51720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X3</a:t>
            </a:r>
          </a:p>
        </p:txBody>
      </p:sp>
      <p:sp>
        <p:nvSpPr>
          <p:cNvPr id="11" name="command-3">
            <a:extLst>
              <a:ext uri="{FF2B5EF4-FFF2-40B4-BE49-F238E27FC236}">
                <a16:creationId xmlns:a16="http://schemas.microsoft.com/office/drawing/2014/main" id="{55D9C078-4A74-42C9-BA90-471DD1350FD9}"/>
              </a:ext>
            </a:extLst>
          </p:cNvPr>
          <p:cNvSpPr>
            <a:spLocks noGrp="1"/>
          </p:cNvSpPr>
          <p:nvPr/>
        </p:nvSpPr>
        <p:spPr>
          <a:xfrm>
            <a:off x="641032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X4</a:t>
            </a:r>
          </a:p>
        </p:txBody>
      </p:sp>
      <p:sp>
        <p:nvSpPr>
          <p:cNvPr id="12" name="active-3">
            <a:extLst>
              <a:ext uri="{FF2B5EF4-FFF2-40B4-BE49-F238E27FC236}">
                <a16:creationId xmlns:a16="http://schemas.microsoft.com/office/drawing/2014/main" id="{11472DD9-A8AE-41A8-A885-3941121D1472}"/>
              </a:ext>
            </a:extLst>
          </p:cNvPr>
          <p:cNvSpPr>
            <a:spLocks noGrp="1"/>
          </p:cNvSpPr>
          <p:nvPr/>
        </p:nvSpPr>
        <p:spPr>
          <a:xfrm>
            <a:off x="641032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X4</a:t>
            </a:r>
          </a:p>
        </p:txBody>
      </p:sp>
      <p:sp>
        <p:nvSpPr>
          <p:cNvPr id="13" name="command-4">
            <a:extLst>
              <a:ext uri="{FF2B5EF4-FFF2-40B4-BE49-F238E27FC236}">
                <a16:creationId xmlns:a16="http://schemas.microsoft.com/office/drawing/2014/main" id="{A7E2CB7D-7433-4209-BA27-3D386D136A4E}"/>
              </a:ext>
            </a:extLst>
          </p:cNvPr>
          <p:cNvSpPr>
            <a:spLocks noGrp="1"/>
          </p:cNvSpPr>
          <p:nvPr/>
        </p:nvSpPr>
        <p:spPr>
          <a:xfrm>
            <a:off x="76485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X5</a:t>
            </a:r>
          </a:p>
        </p:txBody>
      </p:sp>
      <p:sp>
        <p:nvSpPr>
          <p:cNvPr id="14" name="active-4">
            <a:extLst>
              <a:ext uri="{FF2B5EF4-FFF2-40B4-BE49-F238E27FC236}">
                <a16:creationId xmlns:a16="http://schemas.microsoft.com/office/drawing/2014/main" id="{F88A3177-46B3-41CB-BEB3-C0C726DE561C}"/>
              </a:ext>
            </a:extLst>
          </p:cNvPr>
          <p:cNvSpPr>
            <a:spLocks noGrp="1"/>
          </p:cNvSpPr>
          <p:nvPr/>
        </p:nvSpPr>
        <p:spPr>
          <a:xfrm>
            <a:off x="76485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X5</a:t>
            </a:r>
          </a:p>
        </p:txBody>
      </p:sp>
      <p:sp>
        <p:nvSpPr>
          <p:cNvPr id="15" name="command-5">
            <a:extLst>
              <a:ext uri="{FF2B5EF4-FFF2-40B4-BE49-F238E27FC236}">
                <a16:creationId xmlns:a16="http://schemas.microsoft.com/office/drawing/2014/main" id="{B2B56935-F00D-4DB0-8B12-310B26697EA1}"/>
              </a:ext>
            </a:extLst>
          </p:cNvPr>
          <p:cNvSpPr>
            <a:spLocks noGrp="1"/>
          </p:cNvSpPr>
          <p:nvPr/>
        </p:nvSpPr>
        <p:spPr>
          <a:xfrm>
            <a:off x="10287000" y="4933950"/>
            <a:ext cx="76200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CAST</a:t>
            </a:r>
          </a:p>
        </p:txBody>
      </p:sp>
      <p:sp>
        <p:nvSpPr>
          <p:cNvPr id="16" name="active-5">
            <a:extLst>
              <a:ext uri="{FF2B5EF4-FFF2-40B4-BE49-F238E27FC236}">
                <a16:creationId xmlns:a16="http://schemas.microsoft.com/office/drawing/2014/main" id="{AB7BB521-2E05-4B9D-86FA-BBCF5FDD8E36}"/>
              </a:ext>
            </a:extLst>
          </p:cNvPr>
          <p:cNvSpPr>
            <a:spLocks noGrp="1"/>
          </p:cNvSpPr>
          <p:nvPr/>
        </p:nvSpPr>
        <p:spPr>
          <a:xfrm>
            <a:off x="10287000" y="4933950"/>
            <a:ext cx="76200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CAST</a:t>
            </a:r>
          </a:p>
        </p:txBody>
      </p:sp>
      <p:sp>
        <p:nvSpPr>
          <p:cNvPr id="17" name="queue-label">
            <a:extLst>
              <a:ext uri="{FF2B5EF4-FFF2-40B4-BE49-F238E27FC236}">
                <a16:creationId xmlns:a16="http://schemas.microsoft.com/office/drawing/2014/main" id="{D6411C4C-CB61-4D1C-9F51-DF3DB9B04D89}"/>
              </a:ext>
            </a:extLst>
          </p:cNvPr>
          <p:cNvSpPr>
            <a:spLocks noGrp="1"/>
          </p:cNvSpPr>
          <p:nvPr/>
        </p:nvSpPr>
        <p:spPr>
          <a:xfrm>
            <a:off x="628650" y="54673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Generated orbs</a:t>
            </a:r>
          </a:p>
        </p:txBody>
      </p:sp>
      <p:sp>
        <p:nvSpPr>
          <p:cNvPr id="18" name="orb-0">
            <a:extLst>
              <a:ext uri="{FF2B5EF4-FFF2-40B4-BE49-F238E27FC236}">
                <a16:creationId xmlns:a16="http://schemas.microsoft.com/office/drawing/2014/main" id="{B2064AAB-C770-4AD7-A29D-87C0451A5688}"/>
              </a:ext>
            </a:extLst>
          </p:cNvPr>
          <p:cNvSpPr>
            <a:spLocks noGrp="1"/>
          </p:cNvSpPr>
          <p:nvPr/>
        </p:nvSpPr>
        <p:spPr>
          <a:xfrm>
            <a:off x="2657475" y="5467350"/>
            <a:ext cx="400050" cy="400050"/>
          </a:xfrm>
          <a:prstGeom prst="ellipse">
            <a:avLst/>
          </a:prstGeom>
          <a:solidFill>
            <a:srgbClr val="E6533F"/>
          </a:solidFill>
          <a:ln w="0">
            <a:solidFill>
              <a:srgbClr val="E6533F"/>
            </a:solidFill>
          </a:ln>
        </p:spPr>
        <p:txBody>
          <a:bodyPr/>
          <a:lstStyle/>
          <a:p>
            <a:endParaRPr lang="en-US"/>
          </a:p>
        </p:txBody>
      </p:sp>
      <p:sp>
        <p:nvSpPr>
          <p:cNvPr id="19" name="orb-letter-0">
            <a:extLst>
              <a:ext uri="{FF2B5EF4-FFF2-40B4-BE49-F238E27FC236}">
                <a16:creationId xmlns:a16="http://schemas.microsoft.com/office/drawing/2014/main" id="{CF9EA53B-B80C-4940-85A7-89F6688B4DFB}"/>
              </a:ext>
            </a:extLst>
          </p:cNvPr>
          <p:cNvSpPr>
            <a:spLocks noGrp="1"/>
          </p:cNvSpPr>
          <p:nvPr/>
        </p:nvSpPr>
        <p:spPr>
          <a:xfrm>
            <a:off x="2724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0" name="charged-0">
            <a:extLst>
              <a:ext uri="{FF2B5EF4-FFF2-40B4-BE49-F238E27FC236}">
                <a16:creationId xmlns:a16="http://schemas.microsoft.com/office/drawing/2014/main" id="{A57A2719-6AE7-46F6-A3A9-E75AAB869481}"/>
              </a:ext>
            </a:extLst>
          </p:cNvPr>
          <p:cNvSpPr>
            <a:spLocks noGrp="1"/>
          </p:cNvSpPr>
          <p:nvPr/>
        </p:nvSpPr>
        <p:spPr>
          <a:xfrm>
            <a:off x="2657475" y="5467350"/>
            <a:ext cx="400050" cy="400050"/>
          </a:xfrm>
          <a:prstGeom prst="ellipse">
            <a:avLst/>
          </a:prstGeom>
          <a:noFill/>
          <a:ln w="38100">
            <a:solidFill>
              <a:srgbClr val="DDB968"/>
            </a:solidFill>
          </a:ln>
        </p:spPr>
        <p:txBody>
          <a:bodyPr/>
          <a:lstStyle/>
          <a:p>
            <a:endParaRPr lang="en-US"/>
          </a:p>
        </p:txBody>
      </p:sp>
      <p:sp>
        <p:nvSpPr>
          <p:cNvPr id="21" name="orb-1">
            <a:extLst>
              <a:ext uri="{FF2B5EF4-FFF2-40B4-BE49-F238E27FC236}">
                <a16:creationId xmlns:a16="http://schemas.microsoft.com/office/drawing/2014/main" id="{F6029B1C-A2DC-4F87-B144-FEFFE041F78C}"/>
              </a:ext>
            </a:extLst>
          </p:cNvPr>
          <p:cNvSpPr>
            <a:spLocks noGrp="1"/>
          </p:cNvSpPr>
          <p:nvPr/>
        </p:nvSpPr>
        <p:spPr>
          <a:xfrm>
            <a:off x="3895725" y="5467350"/>
            <a:ext cx="400050" cy="400050"/>
          </a:xfrm>
          <a:prstGeom prst="ellipse">
            <a:avLst/>
          </a:prstGeom>
          <a:solidFill>
            <a:srgbClr val="E6533F"/>
          </a:solidFill>
          <a:ln w="0">
            <a:solidFill>
              <a:srgbClr val="E6533F"/>
            </a:solidFill>
          </a:ln>
        </p:spPr>
        <p:txBody>
          <a:bodyPr/>
          <a:lstStyle/>
          <a:p>
            <a:endParaRPr lang="en-US"/>
          </a:p>
        </p:txBody>
      </p:sp>
      <p:sp>
        <p:nvSpPr>
          <p:cNvPr id="22" name="orb-letter-1">
            <a:extLst>
              <a:ext uri="{FF2B5EF4-FFF2-40B4-BE49-F238E27FC236}">
                <a16:creationId xmlns:a16="http://schemas.microsoft.com/office/drawing/2014/main" id="{437FCA07-2202-4D15-A9AC-69D5DFBB8AF3}"/>
              </a:ext>
            </a:extLst>
          </p:cNvPr>
          <p:cNvSpPr>
            <a:spLocks noGrp="1"/>
          </p:cNvSpPr>
          <p:nvPr/>
        </p:nvSpPr>
        <p:spPr>
          <a:xfrm>
            <a:off x="39624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3" name="charged-1">
            <a:extLst>
              <a:ext uri="{FF2B5EF4-FFF2-40B4-BE49-F238E27FC236}">
                <a16:creationId xmlns:a16="http://schemas.microsoft.com/office/drawing/2014/main" id="{A3CD8E14-AC41-4CE8-AEB3-61A71F30D542}"/>
              </a:ext>
            </a:extLst>
          </p:cNvPr>
          <p:cNvSpPr>
            <a:spLocks noGrp="1"/>
          </p:cNvSpPr>
          <p:nvPr/>
        </p:nvSpPr>
        <p:spPr>
          <a:xfrm>
            <a:off x="3895725" y="5467350"/>
            <a:ext cx="400050" cy="400050"/>
          </a:xfrm>
          <a:prstGeom prst="ellipse">
            <a:avLst/>
          </a:prstGeom>
          <a:noFill/>
          <a:ln w="38100">
            <a:solidFill>
              <a:srgbClr val="DDB968"/>
            </a:solidFill>
          </a:ln>
        </p:spPr>
        <p:txBody>
          <a:bodyPr/>
          <a:lstStyle/>
          <a:p>
            <a:endParaRPr lang="en-US"/>
          </a:p>
        </p:txBody>
      </p:sp>
      <p:sp>
        <p:nvSpPr>
          <p:cNvPr id="24" name="orb-2">
            <a:extLst>
              <a:ext uri="{FF2B5EF4-FFF2-40B4-BE49-F238E27FC236}">
                <a16:creationId xmlns:a16="http://schemas.microsoft.com/office/drawing/2014/main" id="{34050A1C-3855-4352-A262-9880A5522307}"/>
              </a:ext>
            </a:extLst>
          </p:cNvPr>
          <p:cNvSpPr>
            <a:spLocks noGrp="1"/>
          </p:cNvSpPr>
          <p:nvPr/>
        </p:nvSpPr>
        <p:spPr>
          <a:xfrm>
            <a:off x="5133975" y="5467350"/>
            <a:ext cx="400050" cy="400050"/>
          </a:xfrm>
          <a:prstGeom prst="ellipse">
            <a:avLst/>
          </a:prstGeom>
          <a:solidFill>
            <a:srgbClr val="E6533F"/>
          </a:solidFill>
          <a:ln w="0">
            <a:solidFill>
              <a:srgbClr val="E6533F"/>
            </a:solidFill>
          </a:ln>
        </p:spPr>
        <p:txBody>
          <a:bodyPr/>
          <a:lstStyle/>
          <a:p>
            <a:endParaRPr lang="en-US"/>
          </a:p>
        </p:txBody>
      </p:sp>
      <p:sp>
        <p:nvSpPr>
          <p:cNvPr id="25" name="orb-letter-2">
            <a:extLst>
              <a:ext uri="{FF2B5EF4-FFF2-40B4-BE49-F238E27FC236}">
                <a16:creationId xmlns:a16="http://schemas.microsoft.com/office/drawing/2014/main" id="{1CB0AB43-A0D7-42BA-AE91-6104A66B78F7}"/>
              </a:ext>
            </a:extLst>
          </p:cNvPr>
          <p:cNvSpPr>
            <a:spLocks noGrp="1"/>
          </p:cNvSpPr>
          <p:nvPr/>
        </p:nvSpPr>
        <p:spPr>
          <a:xfrm>
            <a:off x="52006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6" name="charged-2">
            <a:extLst>
              <a:ext uri="{FF2B5EF4-FFF2-40B4-BE49-F238E27FC236}">
                <a16:creationId xmlns:a16="http://schemas.microsoft.com/office/drawing/2014/main" id="{4BFC44F3-ED18-4E5B-9F59-14B73FB49A8E}"/>
              </a:ext>
            </a:extLst>
          </p:cNvPr>
          <p:cNvSpPr>
            <a:spLocks noGrp="1"/>
          </p:cNvSpPr>
          <p:nvPr/>
        </p:nvSpPr>
        <p:spPr>
          <a:xfrm>
            <a:off x="5133975" y="5467350"/>
            <a:ext cx="400050" cy="400050"/>
          </a:xfrm>
          <a:prstGeom prst="ellipse">
            <a:avLst/>
          </a:prstGeom>
          <a:noFill/>
          <a:ln w="38100">
            <a:solidFill>
              <a:srgbClr val="DDB968"/>
            </a:solidFill>
          </a:ln>
        </p:spPr>
        <p:txBody>
          <a:bodyPr/>
          <a:lstStyle/>
          <a:p>
            <a:endParaRPr lang="en-US"/>
          </a:p>
        </p:txBody>
      </p:sp>
      <p:sp>
        <p:nvSpPr>
          <p:cNvPr id="27" name="orb-3">
            <a:extLst>
              <a:ext uri="{FF2B5EF4-FFF2-40B4-BE49-F238E27FC236}">
                <a16:creationId xmlns:a16="http://schemas.microsoft.com/office/drawing/2014/main" id="{475B8638-9C5E-443E-8119-ABE081DCC11B}"/>
              </a:ext>
            </a:extLst>
          </p:cNvPr>
          <p:cNvSpPr>
            <a:spLocks noGrp="1"/>
          </p:cNvSpPr>
          <p:nvPr/>
        </p:nvSpPr>
        <p:spPr>
          <a:xfrm>
            <a:off x="6372225" y="5467350"/>
            <a:ext cx="400050" cy="400050"/>
          </a:xfrm>
          <a:prstGeom prst="ellipse">
            <a:avLst/>
          </a:prstGeom>
          <a:solidFill>
            <a:srgbClr val="E6533F"/>
          </a:solidFill>
          <a:ln w="0">
            <a:solidFill>
              <a:srgbClr val="E6533F"/>
            </a:solidFill>
          </a:ln>
        </p:spPr>
        <p:txBody>
          <a:bodyPr/>
          <a:lstStyle/>
          <a:p>
            <a:endParaRPr lang="en-US"/>
          </a:p>
        </p:txBody>
      </p:sp>
      <p:sp>
        <p:nvSpPr>
          <p:cNvPr id="28" name="orb-letter-3">
            <a:extLst>
              <a:ext uri="{FF2B5EF4-FFF2-40B4-BE49-F238E27FC236}">
                <a16:creationId xmlns:a16="http://schemas.microsoft.com/office/drawing/2014/main" id="{60A45B36-E626-4EF2-9273-4C34549B7D97}"/>
              </a:ext>
            </a:extLst>
          </p:cNvPr>
          <p:cNvSpPr>
            <a:spLocks noGrp="1"/>
          </p:cNvSpPr>
          <p:nvPr/>
        </p:nvSpPr>
        <p:spPr>
          <a:xfrm>
            <a:off x="64389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9" name="charged-3">
            <a:extLst>
              <a:ext uri="{FF2B5EF4-FFF2-40B4-BE49-F238E27FC236}">
                <a16:creationId xmlns:a16="http://schemas.microsoft.com/office/drawing/2014/main" id="{2F1D8690-2157-41E7-BE89-8AC293073A65}"/>
              </a:ext>
            </a:extLst>
          </p:cNvPr>
          <p:cNvSpPr>
            <a:spLocks noGrp="1"/>
          </p:cNvSpPr>
          <p:nvPr/>
        </p:nvSpPr>
        <p:spPr>
          <a:xfrm>
            <a:off x="6372225" y="5467350"/>
            <a:ext cx="400050" cy="400050"/>
          </a:xfrm>
          <a:prstGeom prst="ellipse">
            <a:avLst/>
          </a:prstGeom>
          <a:noFill/>
          <a:ln w="38100">
            <a:solidFill>
              <a:srgbClr val="DDB968"/>
            </a:solidFill>
          </a:ln>
        </p:spPr>
        <p:txBody>
          <a:bodyPr/>
          <a:lstStyle/>
          <a:p>
            <a:endParaRPr lang="en-US"/>
          </a:p>
        </p:txBody>
      </p:sp>
      <p:sp>
        <p:nvSpPr>
          <p:cNvPr id="30" name="orb-4">
            <a:extLst>
              <a:ext uri="{FF2B5EF4-FFF2-40B4-BE49-F238E27FC236}">
                <a16:creationId xmlns:a16="http://schemas.microsoft.com/office/drawing/2014/main" id="{02CA2990-253F-42E1-9263-C2864FF6C2F8}"/>
              </a:ext>
            </a:extLst>
          </p:cNvPr>
          <p:cNvSpPr>
            <a:spLocks noGrp="1"/>
          </p:cNvSpPr>
          <p:nvPr/>
        </p:nvSpPr>
        <p:spPr>
          <a:xfrm>
            <a:off x="7610475" y="5467350"/>
            <a:ext cx="400050" cy="400050"/>
          </a:xfrm>
          <a:prstGeom prst="ellipse">
            <a:avLst/>
          </a:prstGeom>
          <a:solidFill>
            <a:srgbClr val="E6533F"/>
          </a:solidFill>
          <a:ln w="0">
            <a:solidFill>
              <a:srgbClr val="E6533F"/>
            </a:solidFill>
          </a:ln>
        </p:spPr>
        <p:txBody>
          <a:bodyPr/>
          <a:lstStyle/>
          <a:p>
            <a:endParaRPr lang="en-US"/>
          </a:p>
        </p:txBody>
      </p:sp>
      <p:sp>
        <p:nvSpPr>
          <p:cNvPr id="31" name="orb-letter-4">
            <a:extLst>
              <a:ext uri="{FF2B5EF4-FFF2-40B4-BE49-F238E27FC236}">
                <a16:creationId xmlns:a16="http://schemas.microsoft.com/office/drawing/2014/main" id="{CEF8DD36-14F3-4FEC-BF42-4AFF0FBF325C}"/>
              </a:ext>
            </a:extLst>
          </p:cNvPr>
          <p:cNvSpPr>
            <a:spLocks noGrp="1"/>
          </p:cNvSpPr>
          <p:nvPr/>
        </p:nvSpPr>
        <p:spPr>
          <a:xfrm>
            <a:off x="7677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2" name="charged-4">
            <a:extLst>
              <a:ext uri="{FF2B5EF4-FFF2-40B4-BE49-F238E27FC236}">
                <a16:creationId xmlns:a16="http://schemas.microsoft.com/office/drawing/2014/main" id="{0DEB516A-B564-4C56-9724-0D76A4A26720}"/>
              </a:ext>
            </a:extLst>
          </p:cNvPr>
          <p:cNvSpPr>
            <a:spLocks noGrp="1"/>
          </p:cNvSpPr>
          <p:nvPr/>
        </p:nvSpPr>
        <p:spPr>
          <a:xfrm>
            <a:off x="7610475" y="5467350"/>
            <a:ext cx="400050" cy="400050"/>
          </a:xfrm>
          <a:prstGeom prst="ellipse">
            <a:avLst/>
          </a:prstGeom>
          <a:noFill/>
          <a:ln w="38100">
            <a:solidFill>
              <a:srgbClr val="DDB968"/>
            </a:solidFill>
          </a:ln>
        </p:spPr>
        <p:txBody>
          <a:bodyPr/>
          <a:lstStyle/>
          <a:p>
            <a:endParaRPr lang="en-US"/>
          </a:p>
        </p:txBody>
      </p:sp>
      <p:sp>
        <p:nvSpPr>
          <p:cNvPr id="33" name="r2-label">
            <a:extLst>
              <a:ext uri="{FF2B5EF4-FFF2-40B4-BE49-F238E27FC236}">
                <a16:creationId xmlns:a16="http://schemas.microsoft.com/office/drawing/2014/main" id="{F6E0CF5C-82D2-41D6-91D9-4E5C553E512C}"/>
              </a:ext>
            </a:extLst>
          </p:cNvPr>
          <p:cNvSpPr>
            <a:spLocks noGrp="1"/>
          </p:cNvSpPr>
          <p:nvPr/>
        </p:nvSpPr>
        <p:spPr>
          <a:xfrm>
            <a:off x="628650" y="6019800"/>
            <a:ext cx="1571625" cy="3238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endParaRPr sz="1500" b="0" dirty="0">
              <a:solidFill>
                <a:srgbClr val="AABAC4"/>
              </a:solidFill>
              <a:latin typeface="Aptos"/>
              <a:ea typeface="Aptos"/>
              <a:cs typeface="Aptos"/>
            </a:endParaRPr>
          </a:p>
        </p:txBody>
      </p:sp>
      <p:sp>
        <p:nvSpPr>
          <p:cNvPr id="37" name="hold-active">
            <a:extLst>
              <a:ext uri="{FF2B5EF4-FFF2-40B4-BE49-F238E27FC236}">
                <a16:creationId xmlns:a16="http://schemas.microsoft.com/office/drawing/2014/main" id="{8A6B2352-30A5-4242-AFC9-30B852D13240}"/>
              </a:ext>
            </a:extLst>
          </p:cNvPr>
          <p:cNvSpPr>
            <a:spLocks noGrp="1"/>
          </p:cNvSpPr>
          <p:nvPr/>
        </p:nvSpPr>
        <p:spPr>
          <a:xfrm>
            <a:off x="628650" y="5972175"/>
            <a:ext cx="21907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HOLD R2</a:t>
            </a:r>
          </a:p>
        </p:txBody>
      </p:sp>
      <p:sp>
        <p:nvSpPr>
          <p:cNvPr id="39" name="release-active">
            <a:extLst>
              <a:ext uri="{FF2B5EF4-FFF2-40B4-BE49-F238E27FC236}">
                <a16:creationId xmlns:a16="http://schemas.microsoft.com/office/drawing/2014/main" id="{DD07BF03-FA0C-41FE-9AF2-FA59618CD9A8}"/>
              </a:ext>
            </a:extLst>
          </p:cNvPr>
          <p:cNvSpPr>
            <a:spLocks noGrp="1"/>
          </p:cNvSpPr>
          <p:nvPr/>
        </p:nvSpPr>
        <p:spPr>
          <a:xfrm>
            <a:off x="8143875" y="5960107"/>
            <a:ext cx="23812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RELEASE R2</a:t>
            </a:r>
          </a:p>
        </p:txBody>
      </p:sp>
      <p:sp>
        <p:nvSpPr>
          <p:cNvPr id="40" name="two-things">
            <a:extLst>
              <a:ext uri="{FF2B5EF4-FFF2-40B4-BE49-F238E27FC236}">
                <a16:creationId xmlns:a16="http://schemas.microsoft.com/office/drawing/2014/main" id="{6FD6EA22-CE01-4F64-9EDC-0A65A983E1D4}"/>
              </a:ext>
            </a:extLst>
          </p:cNvPr>
          <p:cNvSpPr>
            <a:spLocks noGrp="1"/>
          </p:cNvSpPr>
          <p:nvPr/>
        </p:nvSpPr>
        <p:spPr>
          <a:xfrm>
            <a:off x="8143875" y="2143125"/>
            <a:ext cx="3333750" cy="438150"/>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TWO THINGS AT ONCE</a:t>
            </a:r>
          </a:p>
        </p:txBody>
      </p:sp>
      <p:sp>
        <p:nvSpPr>
          <p:cNvPr id="41" name="page">
            <a:extLst>
              <a:ext uri="{FF2B5EF4-FFF2-40B4-BE49-F238E27FC236}">
                <a16:creationId xmlns:a16="http://schemas.microsoft.com/office/drawing/2014/main" id="{E311F7DB-2265-4866-8B27-9AE3FD2BAB1A}"/>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07</a:t>
            </a:r>
          </a:p>
        </p:txBody>
      </p:sp>
      <p:sp>
        <p:nvSpPr>
          <p:cNvPr id="45" name="r2-timing-line">
            <a:extLst>
              <a:ext uri="{FF2B5EF4-FFF2-40B4-BE49-F238E27FC236}">
                <a16:creationId xmlns:a16="http://schemas.microsoft.com/office/drawing/2014/main" id="{495E36CD-5B79-48A1-AF09-84AB550BB981}"/>
              </a:ext>
            </a:extLst>
          </p:cNvPr>
          <p:cNvSpPr>
            <a:spLocks noGrp="1"/>
          </p:cNvSpPr>
          <p:nvPr/>
        </p:nvSpPr>
        <p:spPr>
          <a:xfrm>
            <a:off x="2603500" y="6103936"/>
            <a:ext cx="5407025" cy="45719"/>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74047790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37"/>
                                  </p:tgtEl>
                                  <p:attrNameLst>
                                    <p:attrName>style.visibility</p:attrName>
                                  </p:attrNameLst>
                                </p:cBhvr>
                                <p:to>
                                  <p:strVal val="visible"/>
                                </p:to>
                              </p:set>
                            </p:childTnLst>
                          </p:cTn>
                        </p:par>
                        <p:par>
                          <p:cTn id="6" presetID="1" presetClass="entr" presetSubtype="0" fill="hold" nodeType="withEffect">
                            <p:stCondLst>
                              <p:cond delay="1000"/>
                            </p:stCondLst>
                            <p:childTnLst>
                              <p:set>
                                <p:cBhvr>
                                  <p:cTn id="7" dur="1" fill="hold">
                                    <p:stCondLst>
                                      <p:cond delay="0"/>
                                    </p:stCondLst>
                                  </p:cTn>
                                  <p:tgtEl>
                                    <p:spTgt spid="6"/>
                                  </p:tgtEl>
                                  <p:attrNameLst>
                                    <p:attrName>style.visibility</p:attrName>
                                  </p:attrNameLst>
                                </p:cBhvr>
                                <p:to>
                                  <p:strVal val="visible"/>
                                </p:to>
                              </p:set>
                            </p:childTnLst>
                          </p:cTn>
                        </p:par>
                        <p:par>
                          <p:cTn id="8" presetID="1" presetClass="entr" presetSubtype="0" fill="hold" nodeType="withEffect">
                            <p:stCondLst>
                              <p:cond delay="1000"/>
                            </p:stCondLst>
                            <p:childTnLst>
                              <p:set>
                                <p:cBhvr>
                                  <p:cTn id="9" dur="1" fill="hold">
                                    <p:stCondLst>
                                      <p:cond delay="0"/>
                                    </p:stCondLst>
                                  </p:cTn>
                                  <p:tgtEl>
                                    <p:spTgt spid="18"/>
                                  </p:tgtEl>
                                  <p:attrNameLst>
                                    <p:attrName>style.visibility</p:attrName>
                                  </p:attrNameLst>
                                </p:cBhvr>
                                <p:to>
                                  <p:strVal val="visible"/>
                                </p:to>
                              </p:set>
                            </p:childTnLst>
                          </p:cTn>
                        </p:par>
                        <p:par>
                          <p:cTn id="10" presetID="1" presetClass="entr" presetSubtype="0" fill="hold" nodeType="withEffect">
                            <p:stCondLst>
                              <p:cond delay="1000"/>
                            </p:stCondLst>
                            <p:childTnLst>
                              <p:set>
                                <p:cBhvr>
                                  <p:cTn id="11" dur="1" fill="hold">
                                    <p:stCondLst>
                                      <p:cond delay="0"/>
                                    </p:stCondLst>
                                  </p:cTn>
                                  <p:tgtEl>
                                    <p:spTgt spid="19"/>
                                  </p:tgtEl>
                                  <p:attrNameLst>
                                    <p:attrName>style.visibility</p:attrName>
                                  </p:attrNameLst>
                                </p:cBhvr>
                                <p:to>
                                  <p:strVal val="visible"/>
                                </p:to>
                              </p:set>
                            </p:childTnLst>
                          </p:cTn>
                        </p:par>
                        <p:par>
                          <p:cTn id="12" presetID="1" presetClass="entr" presetSubtype="0" fill="hold" nodeType="withEffect">
                            <p:stCondLst>
                              <p:cond delay="1000"/>
                            </p:stCondLst>
                            <p:childTnLst>
                              <p:set>
                                <p:cBhvr>
                                  <p:cTn id="13" dur="1" fill="hold">
                                    <p:stCondLst>
                                      <p:cond delay="0"/>
                                    </p:stCondLst>
                                  </p:cTn>
                                  <p:tgtEl>
                                    <p:spTgt spid="20"/>
                                  </p:tgtEl>
                                  <p:attrNameLst>
                                    <p:attrName>style.visibility</p:attrName>
                                  </p:attrNameLst>
                                </p:cBhvr>
                                <p:to>
                                  <p:strVal val="visible"/>
                                </p:to>
                              </p:set>
                            </p:childTnLst>
                          </p:cTn>
                        </p:par>
                        <p:par>
                          <p:cTn id="14" presetID="1" presetClass="exit" presetSubtype="0" fill="hold" nodeType="withEffect">
                            <p:stCondLst>
                              <p:cond delay="2000"/>
                            </p:stCondLst>
                            <p:childTnLst>
                              <p:set>
                                <p:cBhvr>
                                  <p:cTn id="15" dur="1" fill="hold">
                                    <p:stCondLst>
                                      <p:cond delay="0"/>
                                    </p:stCondLst>
                                  </p:cTn>
                                  <p:tgtEl>
                                    <p:spTgt spid="6"/>
                                  </p:tgtEl>
                                  <p:attrNameLst>
                                    <p:attrName>style.visibility</p:attrName>
                                  </p:attrNameLst>
                                </p:cBhvr>
                                <p:to>
                                  <p:strVal val="hidden"/>
                                </p:to>
                              </p:set>
                            </p:childTnLst>
                          </p:cTn>
                        </p:par>
                        <p:par>
                          <p:cTn id="16" presetID="1" presetClass="entr" presetSubtype="0" fill="hold" nodeType="withEffect">
                            <p:stCondLst>
                              <p:cond delay="200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nodeType="withEffect">
                            <p:stCondLst>
                              <p:cond delay="2360"/>
                            </p:stCondLst>
                            <p:childTnLst>
                              <p:set>
                                <p:cBhvr>
                                  <p:cTn id="19" dur="1" fill="hold">
                                    <p:stCondLst>
                                      <p:cond delay="0"/>
                                    </p:stCondLst>
                                  </p:cTn>
                                  <p:tgtEl>
                                    <p:spTgt spid="21"/>
                                  </p:tgtEl>
                                  <p:attrNameLst>
                                    <p:attrName>style.visibility</p:attrName>
                                  </p:attrNameLst>
                                </p:cBhvr>
                                <p:to>
                                  <p:strVal val="visible"/>
                                </p:to>
                              </p:set>
                            </p:childTnLst>
                          </p:cTn>
                        </p:par>
                        <p:par>
                          <p:cTn id="20" presetID="1" presetClass="entr" presetSubtype="0" fill="hold" nodeType="withEffect">
                            <p:stCondLst>
                              <p:cond delay="2360"/>
                            </p:stCondLst>
                            <p:childTnLst>
                              <p:set>
                                <p:cBhvr>
                                  <p:cTn id="21" dur="1" fill="hold">
                                    <p:stCondLst>
                                      <p:cond delay="0"/>
                                    </p:stCondLst>
                                  </p:cTn>
                                  <p:tgtEl>
                                    <p:spTgt spid="22"/>
                                  </p:tgtEl>
                                  <p:attrNameLst>
                                    <p:attrName>style.visibility</p:attrName>
                                  </p:attrNameLst>
                                </p:cBhvr>
                                <p:to>
                                  <p:strVal val="visible"/>
                                </p:to>
                              </p:set>
                            </p:childTnLst>
                          </p:cTn>
                        </p:par>
                        <p:par>
                          <p:cTn id="22" presetID="1" presetClass="entr" presetSubtype="0" fill="hold" nodeType="withEffect">
                            <p:stCondLst>
                              <p:cond delay="2860"/>
                            </p:stCondLst>
                            <p:childTnLst>
                              <p:set>
                                <p:cBhvr>
                                  <p:cTn id="23" dur="1" fill="hold">
                                    <p:stCondLst>
                                      <p:cond delay="0"/>
                                    </p:stCondLst>
                                  </p:cTn>
                                  <p:tgtEl>
                                    <p:spTgt spid="23"/>
                                  </p:tgtEl>
                                  <p:attrNameLst>
                                    <p:attrName>style.visibility</p:attrName>
                                  </p:attrNameLst>
                                </p:cBhvr>
                                <p:to>
                                  <p:strVal val="visible"/>
                                </p:to>
                              </p:set>
                            </p:childTnLst>
                          </p:cTn>
                        </p:par>
                        <p:par>
                          <p:cTn id="24" presetID="1" presetClass="exit" presetSubtype="0" fill="hold" nodeType="withEffect">
                            <p:stCondLst>
                              <p:cond delay="3000"/>
                            </p:stCondLst>
                            <p:childTnLst>
                              <p:set>
                                <p:cBhvr>
                                  <p:cTn id="25" dur="1" fill="hold">
                                    <p:stCondLst>
                                      <p:cond delay="0"/>
                                    </p:stCondLst>
                                  </p:cTn>
                                  <p:tgtEl>
                                    <p:spTgt spid="8"/>
                                  </p:tgtEl>
                                  <p:attrNameLst>
                                    <p:attrName>style.visibility</p:attrName>
                                  </p:attrNameLst>
                                </p:cBhvr>
                                <p:to>
                                  <p:strVal val="hidden"/>
                                </p:to>
                              </p:set>
                            </p:childTnLst>
                          </p:cTn>
                        </p:par>
                        <p:par>
                          <p:cTn id="26" presetID="1" presetClass="entr" presetSubtype="0" fill="hold" nodeType="withEffect">
                            <p:stCondLst>
                              <p:cond delay="300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nodeType="withEffect">
                            <p:stCondLst>
                              <p:cond delay="336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ntr" presetSubtype="0" fill="hold" nodeType="withEffect">
                            <p:stCondLst>
                              <p:cond delay="336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nodeType="withEffect">
                            <p:stCondLst>
                              <p:cond delay="3860"/>
                            </p:stCondLst>
                            <p:childTnLst>
                              <p:set>
                                <p:cBhvr>
                                  <p:cTn id="33" dur="1" fill="hold">
                                    <p:stCondLst>
                                      <p:cond delay="0"/>
                                    </p:stCondLst>
                                  </p:cTn>
                                  <p:tgtEl>
                                    <p:spTgt spid="26"/>
                                  </p:tgtEl>
                                  <p:attrNameLst>
                                    <p:attrName>style.visibility</p:attrName>
                                  </p:attrNameLst>
                                </p:cBhvr>
                                <p:to>
                                  <p:strVal val="visible"/>
                                </p:to>
                              </p:set>
                            </p:childTnLst>
                          </p:cTn>
                        </p:par>
                        <p:par>
                          <p:cTn id="34" presetID="1" presetClass="exit" presetSubtype="0" fill="hold" nodeType="withEffect">
                            <p:stCondLst>
                              <p:cond delay="4000"/>
                            </p:stCondLst>
                            <p:childTnLst>
                              <p:set>
                                <p:cBhvr>
                                  <p:cTn id="35" dur="1" fill="hold">
                                    <p:stCondLst>
                                      <p:cond delay="0"/>
                                    </p:stCondLst>
                                  </p:cTn>
                                  <p:tgtEl>
                                    <p:spTgt spid="10"/>
                                  </p:tgtEl>
                                  <p:attrNameLst>
                                    <p:attrName>style.visibility</p:attrName>
                                  </p:attrNameLst>
                                </p:cBhvr>
                                <p:to>
                                  <p:strVal val="hidden"/>
                                </p:to>
                              </p:set>
                            </p:childTnLst>
                          </p:cTn>
                        </p:par>
                        <p:par>
                          <p:cTn id="36" presetID="1" presetClass="entr" presetSubtype="0" fill="hold" nodeType="withEffect">
                            <p:stCondLst>
                              <p:cond delay="4000"/>
                            </p:stCondLst>
                            <p:childTnLst>
                              <p:set>
                                <p:cBhvr>
                                  <p:cTn id="37" dur="1" fill="hold">
                                    <p:stCondLst>
                                      <p:cond delay="0"/>
                                    </p:stCondLst>
                                  </p:cTn>
                                  <p:tgtEl>
                                    <p:spTgt spid="12"/>
                                  </p:tgtEl>
                                  <p:attrNameLst>
                                    <p:attrName>style.visibility</p:attrName>
                                  </p:attrNameLst>
                                </p:cBhvr>
                                <p:to>
                                  <p:strVal val="visible"/>
                                </p:to>
                              </p:set>
                            </p:childTnLst>
                          </p:cTn>
                        </p:par>
                        <p:par>
                          <p:cTn id="38" presetID="1" presetClass="entr" presetSubtype="0" fill="hold" nodeType="withEffect">
                            <p:stCondLst>
                              <p:cond delay="4360"/>
                            </p:stCondLst>
                            <p:childTnLst>
                              <p:set>
                                <p:cBhvr>
                                  <p:cTn id="39" dur="1" fill="hold">
                                    <p:stCondLst>
                                      <p:cond delay="0"/>
                                    </p:stCondLst>
                                  </p:cTn>
                                  <p:tgtEl>
                                    <p:spTgt spid="27"/>
                                  </p:tgtEl>
                                  <p:attrNameLst>
                                    <p:attrName>style.visibility</p:attrName>
                                  </p:attrNameLst>
                                </p:cBhvr>
                                <p:to>
                                  <p:strVal val="visible"/>
                                </p:to>
                              </p:set>
                            </p:childTnLst>
                          </p:cTn>
                        </p:par>
                        <p:par>
                          <p:cTn id="40" presetID="1" presetClass="entr" presetSubtype="0" fill="hold" nodeType="withEffect">
                            <p:stCondLst>
                              <p:cond delay="4360"/>
                            </p:stCondLst>
                            <p:childTnLst>
                              <p:set>
                                <p:cBhvr>
                                  <p:cTn id="41" dur="1" fill="hold">
                                    <p:stCondLst>
                                      <p:cond delay="0"/>
                                    </p:stCondLst>
                                  </p:cTn>
                                  <p:tgtEl>
                                    <p:spTgt spid="28"/>
                                  </p:tgtEl>
                                  <p:attrNameLst>
                                    <p:attrName>style.visibility</p:attrName>
                                  </p:attrNameLst>
                                </p:cBhvr>
                                <p:to>
                                  <p:strVal val="visible"/>
                                </p:to>
                              </p:set>
                            </p:childTnLst>
                          </p:cTn>
                        </p:par>
                        <p:par>
                          <p:cTn id="42" presetID="1" presetClass="entr" presetSubtype="0" fill="hold" nodeType="withEffect">
                            <p:stCondLst>
                              <p:cond delay="4860"/>
                            </p:stCondLst>
                            <p:childTnLst>
                              <p:set>
                                <p:cBhvr>
                                  <p:cTn id="43" dur="1" fill="hold">
                                    <p:stCondLst>
                                      <p:cond delay="0"/>
                                    </p:stCondLst>
                                  </p:cTn>
                                  <p:tgtEl>
                                    <p:spTgt spid="29"/>
                                  </p:tgtEl>
                                  <p:attrNameLst>
                                    <p:attrName>style.visibility</p:attrName>
                                  </p:attrNameLst>
                                </p:cBhvr>
                                <p:to>
                                  <p:strVal val="visible"/>
                                </p:to>
                              </p:set>
                            </p:childTnLst>
                          </p:cTn>
                        </p:par>
                        <p:par>
                          <p:cTn id="44" presetID="1" presetClass="exit" presetSubtype="0" fill="hold" nodeType="withEffect">
                            <p:stCondLst>
                              <p:cond delay="5000"/>
                            </p:stCondLst>
                            <p:childTnLst>
                              <p:set>
                                <p:cBhvr>
                                  <p:cTn id="45" dur="1" fill="hold">
                                    <p:stCondLst>
                                      <p:cond delay="0"/>
                                    </p:stCondLst>
                                  </p:cTn>
                                  <p:tgtEl>
                                    <p:spTgt spid="12"/>
                                  </p:tgtEl>
                                  <p:attrNameLst>
                                    <p:attrName>style.visibility</p:attrName>
                                  </p:attrNameLst>
                                </p:cBhvr>
                                <p:to>
                                  <p:strVal val="hidden"/>
                                </p:to>
                              </p:set>
                            </p:childTnLst>
                          </p:cTn>
                        </p:par>
                        <p:par>
                          <p:cTn id="46" presetID="1" presetClass="entr" presetSubtype="0" fill="hold" nodeType="withEffect">
                            <p:stCondLst>
                              <p:cond delay="5000"/>
                            </p:stCondLst>
                            <p:childTnLst>
                              <p:set>
                                <p:cBhvr>
                                  <p:cTn id="47" dur="1" fill="hold">
                                    <p:stCondLst>
                                      <p:cond delay="0"/>
                                    </p:stCondLst>
                                  </p:cTn>
                                  <p:tgtEl>
                                    <p:spTgt spid="14"/>
                                  </p:tgtEl>
                                  <p:attrNameLst>
                                    <p:attrName>style.visibility</p:attrName>
                                  </p:attrNameLst>
                                </p:cBhvr>
                                <p:to>
                                  <p:strVal val="visible"/>
                                </p:to>
                              </p:set>
                            </p:childTnLst>
                          </p:cTn>
                        </p:par>
                        <p:par>
                          <p:cTn id="48" presetID="1" presetClass="entr" presetSubtype="0" fill="hold" nodeType="withEffect">
                            <p:stCondLst>
                              <p:cond delay="5360"/>
                            </p:stCondLst>
                            <p:childTnLst>
                              <p:set>
                                <p:cBhvr>
                                  <p:cTn id="49" dur="1" fill="hold">
                                    <p:stCondLst>
                                      <p:cond delay="0"/>
                                    </p:stCondLst>
                                  </p:cTn>
                                  <p:tgtEl>
                                    <p:spTgt spid="30"/>
                                  </p:tgtEl>
                                  <p:attrNameLst>
                                    <p:attrName>style.visibility</p:attrName>
                                  </p:attrNameLst>
                                </p:cBhvr>
                                <p:to>
                                  <p:strVal val="visible"/>
                                </p:to>
                              </p:set>
                            </p:childTnLst>
                          </p:cTn>
                        </p:par>
                        <p:par>
                          <p:cTn id="50" presetID="1" presetClass="entr" presetSubtype="0" fill="hold" nodeType="withEffect">
                            <p:stCondLst>
                              <p:cond delay="5360"/>
                            </p:stCondLst>
                            <p:childTnLst>
                              <p:set>
                                <p:cBhvr>
                                  <p:cTn id="51" dur="1" fill="hold">
                                    <p:stCondLst>
                                      <p:cond delay="0"/>
                                    </p:stCondLst>
                                  </p:cTn>
                                  <p:tgtEl>
                                    <p:spTgt spid="31"/>
                                  </p:tgtEl>
                                  <p:attrNameLst>
                                    <p:attrName>style.visibility</p:attrName>
                                  </p:attrNameLst>
                                </p:cBhvr>
                                <p:to>
                                  <p:strVal val="visible"/>
                                </p:to>
                              </p:set>
                            </p:childTnLst>
                          </p:cTn>
                        </p:par>
                        <p:par>
                          <p:cTn id="52" presetID="1" presetClass="entr" presetSubtype="0" fill="hold" nodeType="withEffect">
                            <p:stCondLst>
                              <p:cond delay="5860"/>
                            </p:stCondLst>
                            <p:childTnLst>
                              <p:set>
                                <p:cBhvr>
                                  <p:cTn id="53" dur="1" fill="hold">
                                    <p:stCondLst>
                                      <p:cond delay="0"/>
                                    </p:stCondLst>
                                  </p:cTn>
                                  <p:tgtEl>
                                    <p:spTgt spid="32"/>
                                  </p:tgtEl>
                                  <p:attrNameLst>
                                    <p:attrName>style.visibility</p:attrName>
                                  </p:attrNameLst>
                                </p:cBhvr>
                                <p:to>
                                  <p:strVal val="visible"/>
                                </p:to>
                              </p:set>
                            </p:childTnLst>
                          </p:cTn>
                        </p:par>
                        <p:par>
                          <p:cTn id="54" presetID="1" presetClass="exit" presetSubtype="0" fill="hold" nodeType="withEffect">
                            <p:stCondLst>
                              <p:cond delay="6000"/>
                            </p:stCondLst>
                            <p:childTnLst>
                              <p:set>
                                <p:cBhvr>
                                  <p:cTn id="55" dur="1" fill="hold">
                                    <p:stCondLst>
                                      <p:cond delay="0"/>
                                    </p:stCondLst>
                                  </p:cTn>
                                  <p:tgtEl>
                                    <p:spTgt spid="14"/>
                                  </p:tgtEl>
                                  <p:attrNameLst>
                                    <p:attrName>style.visibility</p:attrName>
                                  </p:attrNameLst>
                                </p:cBhvr>
                                <p:to>
                                  <p:strVal val="hidden"/>
                                </p:to>
                              </p:set>
                            </p:childTnLst>
                          </p:cTn>
                        </p:par>
                        <p:par>
                          <p:cTn id="56" presetID="1" presetClass="entr" presetSubtype="0" fill="hold" nodeType="withEffect">
                            <p:stCondLst>
                              <p:cond delay="7000"/>
                            </p:stCondLst>
                            <p:childTnLst>
                              <p:set>
                                <p:cBhvr>
                                  <p:cTn id="57" dur="1" fill="hold">
                                    <p:stCondLst>
                                      <p:cond delay="0"/>
                                    </p:stCondLst>
                                  </p:cTn>
                                  <p:tgtEl>
                                    <p:spTgt spid="16"/>
                                  </p:tgtEl>
                                  <p:attrNameLst>
                                    <p:attrName>style.visibility</p:attrName>
                                  </p:attrNameLst>
                                </p:cBhvr>
                                <p:to>
                                  <p:strVal val="visible"/>
                                </p:to>
                              </p:set>
                            </p:childTnLst>
                          </p:cTn>
                        </p:par>
                        <p:par>
                          <p:cTn id="58" presetID="1" presetClass="exit" presetSubtype="0" fill="hold" nodeType="withEffect">
                            <p:stCondLst>
                              <p:cond delay="7000"/>
                            </p:stCondLst>
                            <p:childTnLst>
                              <p:set>
                                <p:cBhvr>
                                  <p:cTn id="59" dur="1" fill="hold">
                                    <p:stCondLst>
                                      <p:cond delay="0"/>
                                    </p:stCondLst>
                                  </p:cTn>
                                  <p:tgtEl>
                                    <p:spTgt spid="20"/>
                                  </p:tgtEl>
                                  <p:attrNameLst>
                                    <p:attrName>style.visibility</p:attrName>
                                  </p:attrNameLst>
                                </p:cBhvr>
                                <p:to>
                                  <p:strVal val="hidden"/>
                                </p:to>
                              </p:set>
                            </p:childTnLst>
                          </p:cTn>
                        </p:par>
                        <p:par>
                          <p:cTn id="60" presetID="1" presetClass="exit" presetSubtype="0" fill="hold" nodeType="withEffect">
                            <p:stCondLst>
                              <p:cond delay="7000"/>
                            </p:stCondLst>
                            <p:childTnLst>
                              <p:set>
                                <p:cBhvr>
                                  <p:cTn id="61" dur="1" fill="hold">
                                    <p:stCondLst>
                                      <p:cond delay="0"/>
                                    </p:stCondLst>
                                  </p:cTn>
                                  <p:tgtEl>
                                    <p:spTgt spid="23"/>
                                  </p:tgtEl>
                                  <p:attrNameLst>
                                    <p:attrName>style.visibility</p:attrName>
                                  </p:attrNameLst>
                                </p:cBhvr>
                                <p:to>
                                  <p:strVal val="hidden"/>
                                </p:to>
                              </p:set>
                            </p:childTnLst>
                          </p:cTn>
                        </p:par>
                        <p:par>
                          <p:cTn id="62" presetID="1" presetClass="exit" presetSubtype="0" fill="hold" nodeType="withEffect">
                            <p:stCondLst>
                              <p:cond delay="7000"/>
                            </p:stCondLst>
                            <p:childTnLst>
                              <p:set>
                                <p:cBhvr>
                                  <p:cTn id="63" dur="1" fill="hold">
                                    <p:stCondLst>
                                      <p:cond delay="0"/>
                                    </p:stCondLst>
                                  </p:cTn>
                                  <p:tgtEl>
                                    <p:spTgt spid="26"/>
                                  </p:tgtEl>
                                  <p:attrNameLst>
                                    <p:attrName>style.visibility</p:attrName>
                                  </p:attrNameLst>
                                </p:cBhvr>
                                <p:to>
                                  <p:strVal val="hidden"/>
                                </p:to>
                              </p:set>
                            </p:childTnLst>
                          </p:cTn>
                        </p:par>
                        <p:par>
                          <p:cTn id="64" presetID="1" presetClass="exit" presetSubtype="0" fill="hold" nodeType="withEffect">
                            <p:stCondLst>
                              <p:cond delay="7000"/>
                            </p:stCondLst>
                            <p:childTnLst>
                              <p:set>
                                <p:cBhvr>
                                  <p:cTn id="65" dur="1" fill="hold">
                                    <p:stCondLst>
                                      <p:cond delay="0"/>
                                    </p:stCondLst>
                                  </p:cTn>
                                  <p:tgtEl>
                                    <p:spTgt spid="29"/>
                                  </p:tgtEl>
                                  <p:attrNameLst>
                                    <p:attrName>style.visibility</p:attrName>
                                  </p:attrNameLst>
                                </p:cBhvr>
                                <p:to>
                                  <p:strVal val="hidden"/>
                                </p:to>
                              </p:set>
                            </p:childTnLst>
                          </p:cTn>
                        </p:par>
                        <p:par>
                          <p:cTn id="66" presetID="1" presetClass="exit" presetSubtype="0" fill="hold" nodeType="withEffect">
                            <p:stCondLst>
                              <p:cond delay="7000"/>
                            </p:stCondLst>
                            <p:childTnLst>
                              <p:set>
                                <p:cBhvr>
                                  <p:cTn id="67" dur="1" fill="hold">
                                    <p:stCondLst>
                                      <p:cond delay="0"/>
                                    </p:stCondLst>
                                  </p:cTn>
                                  <p:tgtEl>
                                    <p:spTgt spid="32"/>
                                  </p:tgtEl>
                                  <p:attrNameLst>
                                    <p:attrName>style.visibility</p:attrName>
                                  </p:attrNameLst>
                                </p:cBhvr>
                                <p:to>
                                  <p:strVal val="hidden"/>
                                </p:to>
                              </p:set>
                            </p:childTnLst>
                          </p:cTn>
                        </p:par>
                        <p:par>
                          <p:cTn id="68" presetID="1" presetClass="exit" presetSubtype="0" fill="hold" nodeType="withEffect">
                            <p:stCondLst>
                              <p:cond delay="7000"/>
                            </p:stCondLst>
                            <p:childTnLst>
                              <p:set>
                                <p:cBhvr>
                                  <p:cTn id="69" dur="1" fill="hold">
                                    <p:stCondLst>
                                      <p:cond delay="0"/>
                                    </p:stCondLst>
                                  </p:cTn>
                                  <p:tgtEl>
                                    <p:spTgt spid="37"/>
                                  </p:tgtEl>
                                  <p:attrNameLst>
                                    <p:attrName>style.visibility</p:attrName>
                                  </p:attrNameLst>
                                </p:cBhvr>
                                <p:to>
                                  <p:strVal val="hidden"/>
                                </p:to>
                              </p:set>
                            </p:childTnLst>
                          </p:cTn>
                        </p:par>
                        <p:par>
                          <p:cTn id="70" presetID="1" presetClass="exit" presetSubtype="0" fill="hold" nodeType="withEffect">
                            <p:stCondLst>
                              <p:cond delay="7000"/>
                            </p:stCondLst>
                            <p:childTnLst>
                              <p:set>
                                <p:cBhvr>
                                  <p:cTn id="71" dur="1" fill="hold">
                                    <p:stCondLst>
                                      <p:cond delay="0"/>
                                    </p:stCondLst>
                                  </p:cTn>
                                  <p:tgtEl>
                                    <p:spTgt spid="18"/>
                                  </p:tgtEl>
                                  <p:attrNameLst>
                                    <p:attrName>style.visibility</p:attrName>
                                  </p:attrNameLst>
                                </p:cBhvr>
                                <p:to>
                                  <p:strVal val="hidden"/>
                                </p:to>
                              </p:set>
                            </p:childTnLst>
                          </p:cTn>
                        </p:par>
                        <p:par>
                          <p:cTn id="72" presetID="1" presetClass="exit" presetSubtype="0" fill="hold" nodeType="withEffect">
                            <p:stCondLst>
                              <p:cond delay="7000"/>
                            </p:stCondLst>
                            <p:childTnLst>
                              <p:set>
                                <p:cBhvr>
                                  <p:cTn id="73" dur="1" fill="hold">
                                    <p:stCondLst>
                                      <p:cond delay="0"/>
                                    </p:stCondLst>
                                  </p:cTn>
                                  <p:tgtEl>
                                    <p:spTgt spid="21"/>
                                  </p:tgtEl>
                                  <p:attrNameLst>
                                    <p:attrName>style.visibility</p:attrName>
                                  </p:attrNameLst>
                                </p:cBhvr>
                                <p:to>
                                  <p:strVal val="hidden"/>
                                </p:to>
                              </p:set>
                            </p:childTnLst>
                          </p:cTn>
                        </p:par>
                        <p:par>
                          <p:cTn id="74" presetID="1" presetClass="exit" presetSubtype="0" fill="hold" nodeType="withEffect">
                            <p:stCondLst>
                              <p:cond delay="7000"/>
                            </p:stCondLst>
                            <p:childTnLst>
                              <p:set>
                                <p:cBhvr>
                                  <p:cTn id="75" dur="1" fill="hold">
                                    <p:stCondLst>
                                      <p:cond delay="0"/>
                                    </p:stCondLst>
                                  </p:cTn>
                                  <p:tgtEl>
                                    <p:spTgt spid="24"/>
                                  </p:tgtEl>
                                  <p:attrNameLst>
                                    <p:attrName>style.visibility</p:attrName>
                                  </p:attrNameLst>
                                </p:cBhvr>
                                <p:to>
                                  <p:strVal val="hidden"/>
                                </p:to>
                              </p:set>
                            </p:childTnLst>
                          </p:cTn>
                        </p:par>
                        <p:par>
                          <p:cTn id="76" presetID="1" presetClass="exit" presetSubtype="0" fill="hold" nodeType="withEffect">
                            <p:stCondLst>
                              <p:cond delay="7000"/>
                            </p:stCondLst>
                            <p:childTnLst>
                              <p:set>
                                <p:cBhvr>
                                  <p:cTn id="77" dur="1" fill="hold">
                                    <p:stCondLst>
                                      <p:cond delay="0"/>
                                    </p:stCondLst>
                                  </p:cTn>
                                  <p:tgtEl>
                                    <p:spTgt spid="27"/>
                                  </p:tgtEl>
                                  <p:attrNameLst>
                                    <p:attrName>style.visibility</p:attrName>
                                  </p:attrNameLst>
                                </p:cBhvr>
                                <p:to>
                                  <p:strVal val="hidden"/>
                                </p:to>
                              </p:set>
                            </p:childTnLst>
                          </p:cTn>
                        </p:par>
                        <p:par>
                          <p:cTn id="78" presetID="1" presetClass="exit" presetSubtype="0" fill="hold" nodeType="withEffect">
                            <p:stCondLst>
                              <p:cond delay="7000"/>
                            </p:stCondLst>
                            <p:childTnLst>
                              <p:set>
                                <p:cBhvr>
                                  <p:cTn id="79" dur="1" fill="hold">
                                    <p:stCondLst>
                                      <p:cond delay="0"/>
                                    </p:stCondLst>
                                  </p:cTn>
                                  <p:tgtEl>
                                    <p:spTgt spid="30"/>
                                  </p:tgtEl>
                                  <p:attrNameLst>
                                    <p:attrName>style.visibility</p:attrName>
                                  </p:attrNameLst>
                                </p:cBhvr>
                                <p:to>
                                  <p:strVal val="hidden"/>
                                </p:to>
                              </p:set>
                            </p:childTnLst>
                          </p:cTn>
                        </p:par>
                        <p:par>
                          <p:cTn id="80" presetID="1" presetClass="exit" presetSubtype="0" fill="hold" nodeType="withEffect">
                            <p:stCondLst>
                              <p:cond delay="7000"/>
                            </p:stCondLst>
                            <p:childTnLst>
                              <p:set>
                                <p:cBhvr>
                                  <p:cTn id="81" dur="1" fill="hold">
                                    <p:stCondLst>
                                      <p:cond delay="0"/>
                                    </p:stCondLst>
                                  </p:cTn>
                                  <p:tgtEl>
                                    <p:spTgt spid="19"/>
                                  </p:tgtEl>
                                  <p:attrNameLst>
                                    <p:attrName>style.visibility</p:attrName>
                                  </p:attrNameLst>
                                </p:cBhvr>
                                <p:to>
                                  <p:strVal val="hidden"/>
                                </p:to>
                              </p:set>
                            </p:childTnLst>
                          </p:cTn>
                        </p:par>
                        <p:par>
                          <p:cTn id="82" presetID="1" presetClass="exit" presetSubtype="0" fill="hold" nodeType="withEffect">
                            <p:stCondLst>
                              <p:cond delay="7000"/>
                            </p:stCondLst>
                            <p:childTnLst>
                              <p:set>
                                <p:cBhvr>
                                  <p:cTn id="83" dur="1" fill="hold">
                                    <p:stCondLst>
                                      <p:cond delay="0"/>
                                    </p:stCondLst>
                                  </p:cTn>
                                  <p:tgtEl>
                                    <p:spTgt spid="22"/>
                                  </p:tgtEl>
                                  <p:attrNameLst>
                                    <p:attrName>style.visibility</p:attrName>
                                  </p:attrNameLst>
                                </p:cBhvr>
                                <p:to>
                                  <p:strVal val="hidden"/>
                                </p:to>
                              </p:set>
                            </p:childTnLst>
                          </p:cTn>
                        </p:par>
                        <p:par>
                          <p:cTn id="84" presetID="1" presetClass="exit" presetSubtype="0" fill="hold" nodeType="withEffect">
                            <p:stCondLst>
                              <p:cond delay="7000"/>
                            </p:stCondLst>
                            <p:childTnLst>
                              <p:set>
                                <p:cBhvr>
                                  <p:cTn id="85" dur="1" fill="hold">
                                    <p:stCondLst>
                                      <p:cond delay="0"/>
                                    </p:stCondLst>
                                  </p:cTn>
                                  <p:tgtEl>
                                    <p:spTgt spid="25"/>
                                  </p:tgtEl>
                                  <p:attrNameLst>
                                    <p:attrName>style.visibility</p:attrName>
                                  </p:attrNameLst>
                                </p:cBhvr>
                                <p:to>
                                  <p:strVal val="hidden"/>
                                </p:to>
                              </p:set>
                            </p:childTnLst>
                          </p:cTn>
                        </p:par>
                        <p:par>
                          <p:cTn id="86" presetID="1" presetClass="exit" presetSubtype="0" fill="hold" nodeType="withEffect">
                            <p:stCondLst>
                              <p:cond delay="7000"/>
                            </p:stCondLst>
                            <p:childTnLst>
                              <p:set>
                                <p:cBhvr>
                                  <p:cTn id="87" dur="1" fill="hold">
                                    <p:stCondLst>
                                      <p:cond delay="0"/>
                                    </p:stCondLst>
                                  </p:cTn>
                                  <p:tgtEl>
                                    <p:spTgt spid="28"/>
                                  </p:tgtEl>
                                  <p:attrNameLst>
                                    <p:attrName>style.visibility</p:attrName>
                                  </p:attrNameLst>
                                </p:cBhvr>
                                <p:to>
                                  <p:strVal val="hidden"/>
                                </p:to>
                              </p:set>
                            </p:childTnLst>
                          </p:cTn>
                        </p:par>
                        <p:par>
                          <p:cTn id="88" presetID="1" presetClass="exit" presetSubtype="0" fill="hold" nodeType="withEffect">
                            <p:stCondLst>
                              <p:cond delay="7000"/>
                            </p:stCondLst>
                            <p:childTnLst>
                              <p:set>
                                <p:cBhvr>
                                  <p:cTn id="89" dur="1" fill="hold">
                                    <p:stCondLst>
                                      <p:cond delay="0"/>
                                    </p:stCondLst>
                                  </p:cTn>
                                  <p:tgtEl>
                                    <p:spTgt spid="31"/>
                                  </p:tgtEl>
                                  <p:attrNameLst>
                                    <p:attrName>style.visibility</p:attrName>
                                  </p:attrNameLst>
                                </p:cBhvr>
                                <p:to>
                                  <p:strVal val="hidden"/>
                                </p:to>
                              </p:set>
                            </p:childTnLst>
                          </p:cTn>
                        </p:par>
                        <p:par>
                          <p:cTn id="90" presetID="1" presetClass="entr" presetSubtype="0" fill="hold" nodeType="withEffect">
                            <p:stCondLst>
                              <p:cond delay="7000"/>
                            </p:stCondLst>
                            <p:childTnLst>
                              <p:set>
                                <p:cBhvr>
                                  <p:cTn id="91" dur="1" fill="hold">
                                    <p:stCondLst>
                                      <p:cond delay="0"/>
                                    </p:stCondLst>
                                  </p:cTn>
                                  <p:tgtEl>
                                    <p:spTgt spid="39"/>
                                  </p:tgtEl>
                                  <p:attrNameLst>
                                    <p:attrName>style.visibility</p:attrName>
                                  </p:attrNameLst>
                                </p:cBhvr>
                                <p:to>
                                  <p:strVal val="visible"/>
                                </p:to>
                              </p:set>
                            </p:childTnLst>
                          </p:cTn>
                        </p:par>
                        <p:par>
                          <p:cTn id="92" presetID="1" presetClass="entr" presetSubtype="0" fill="hold" nodeType="withEffect">
                            <p:stCondLst>
                              <p:cond delay="8000"/>
                            </p:stCondLst>
                            <p:childTnLst>
                              <p:set>
                                <p:cBhvr>
                                  <p:cTn id="93" dur="1" fill="hold">
                                    <p:stCondLst>
                                      <p:cond delay="0"/>
                                    </p:stCondLst>
                                  </p:cTn>
                                  <p:tgtEl>
                                    <p:spTgt spid="40"/>
                                  </p:tgtEl>
                                  <p:attrNameLst>
                                    <p:attrName>style.visibility</p:attrName>
                                  </p:attrNameLst>
                                </p:cBhvr>
                                <p:to>
                                  <p:strVal val="visible"/>
                                </p:to>
                              </p:set>
                            </p:childTnLst>
                          </p:cTn>
                        </p:par>
                        <p:par>
                          <p:cTn id="94" presetID="1" presetClass="exit" presetSubtype="0" fill="hold" nodeType="withEffect">
                            <p:stCondLst>
                              <p:cond delay="8500"/>
                            </p:stCondLst>
                            <p:childTnLst>
                              <p:set>
                                <p:cBhvr>
                                  <p:cTn id="95" dur="1" fill="hold">
                                    <p:stCondLst>
                                      <p:cond delay="0"/>
                                    </p:stCondLst>
                                  </p:cTn>
                                  <p:tgtEl>
                                    <p:spTgt spid="16"/>
                                  </p:tgtEl>
                                  <p:attrNameLst>
                                    <p:attrName>style.visibility</p:attrName>
                                  </p:attrNameLst>
                                </p:cBhvr>
                                <p:to>
                                  <p:strVal val="hidden"/>
                                </p:to>
                              </p:set>
                            </p:childTnLst>
                          </p:cTn>
                        </p:par>
                        <p:par>
                          <p:cTn id="96" presetID="22" presetClass="entr" presetSubtype="8" fill="hold" nodeType="withEffect">
                            <p:stCondLst>
                              <p:cond delay="1000"/>
                            </p:stCondLst>
                            <p:childTnLst>
                              <p:set>
                                <p:cBhvr>
                                  <p:cTn id="97" dur="1" fill="hold">
                                    <p:stCondLst>
                                      <p:cond delay="0"/>
                                    </p:stCondLst>
                                  </p:cTn>
                                  <p:tgtEl>
                                    <p:spTgt spid="45"/>
                                  </p:tgtEl>
                                  <p:attrNameLst>
                                    <p:attrName>style.visibility</p:attrName>
                                  </p:attrNameLst>
                                </p:cBhvr>
                                <p:to>
                                  <p:strVal val="visible"/>
                                </p:to>
                              </p:set>
                              <p:animEffect transition="in" filter="wipe(left)">
                                <p:cBhvr>
                                  <p:cTn id="98" dur="6000" fill="hold"/>
                                  <p:tgtEl>
                                    <p:spTgt spid="45"/>
                                  </p:tgtEl>
                                </p:cBhvr>
                              </p:animEffect>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7" name="title">
            <a:extLst>
              <a:ext uri="{FF2B5EF4-FFF2-40B4-BE49-F238E27FC236}">
                <a16:creationId xmlns:a16="http://schemas.microsoft.com/office/drawing/2014/main" id="{2C3B3777-0455-49FC-864D-4F63C1203824}"/>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Magic enters the combo</a:t>
            </a:r>
          </a:p>
        </p:txBody>
      </p:sp>
      <p:sp>
        <p:nvSpPr>
          <p:cNvPr id="2" name="desc">
            <a:extLst>
              <a:ext uri="{FF2B5EF4-FFF2-40B4-BE49-F238E27FC236}">
                <a16:creationId xmlns:a16="http://schemas.microsoft.com/office/drawing/2014/main" id="{7303D0CA-6B76-4176-8DF4-7594D85FD43F}"/>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Cast occupies position 3, then the chain continues with X4 and X5</a:t>
            </a:r>
          </a:p>
        </p:txBody>
      </p:sp>
      <p:pic>
        <p:nvPicPr>
          <p:cNvPr id="39" name="Picture 38"/>
          <p:cNvPicPr>
            <a:picLocks noChangeAspect="1"/>
          </p:cNvPicPr>
          <p:nvPr/>
        </p:nvPicPr>
        <p:blipFill>
          <a:blip r:embed="rId3"/>
          <a:stretch/>
        </p:blipFill>
        <p:spPr>
          <a:xfrm>
            <a:off x="3429000" y="1428750"/>
            <a:ext cx="5334000" cy="3333750"/>
          </a:xfrm>
          <a:prstGeom prst="rect">
            <a:avLst/>
          </a:prstGeom>
        </p:spPr>
      </p:pic>
      <p:sp>
        <p:nvSpPr>
          <p:cNvPr id="4" name="melee-label">
            <a:extLst>
              <a:ext uri="{FF2B5EF4-FFF2-40B4-BE49-F238E27FC236}">
                <a16:creationId xmlns:a16="http://schemas.microsoft.com/office/drawing/2014/main" id="{BE440185-1EA9-41BC-B3AB-56864BEFF792}"/>
              </a:ext>
            </a:extLst>
          </p:cNvPr>
          <p:cNvSpPr>
            <a:spLocks noGrp="1"/>
          </p:cNvSpPr>
          <p:nvPr/>
        </p:nvSpPr>
        <p:spPr>
          <a:xfrm>
            <a:off x="628650" y="49339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Melee</a:t>
            </a:r>
          </a:p>
        </p:txBody>
      </p:sp>
      <p:sp>
        <p:nvSpPr>
          <p:cNvPr id="5" name="command-0">
            <a:extLst>
              <a:ext uri="{FF2B5EF4-FFF2-40B4-BE49-F238E27FC236}">
                <a16:creationId xmlns:a16="http://schemas.microsoft.com/office/drawing/2014/main" id="{1D55246C-E6FB-4001-99BC-F9D3306DBB75}"/>
              </a:ext>
            </a:extLst>
          </p:cNvPr>
          <p:cNvSpPr>
            <a:spLocks noGrp="1"/>
          </p:cNvSpPr>
          <p:nvPr/>
        </p:nvSpPr>
        <p:spPr>
          <a:xfrm>
            <a:off x="26955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X1</a:t>
            </a:r>
          </a:p>
        </p:txBody>
      </p:sp>
      <p:sp>
        <p:nvSpPr>
          <p:cNvPr id="6" name="active-0">
            <a:extLst>
              <a:ext uri="{FF2B5EF4-FFF2-40B4-BE49-F238E27FC236}">
                <a16:creationId xmlns:a16="http://schemas.microsoft.com/office/drawing/2014/main" id="{33B3B6E5-0E8A-477C-A43E-163928C1485D}"/>
              </a:ext>
            </a:extLst>
          </p:cNvPr>
          <p:cNvSpPr>
            <a:spLocks noGrp="1"/>
          </p:cNvSpPr>
          <p:nvPr/>
        </p:nvSpPr>
        <p:spPr>
          <a:xfrm>
            <a:off x="26955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X1</a:t>
            </a:r>
          </a:p>
        </p:txBody>
      </p:sp>
      <p:sp>
        <p:nvSpPr>
          <p:cNvPr id="7" name="command-1">
            <a:extLst>
              <a:ext uri="{FF2B5EF4-FFF2-40B4-BE49-F238E27FC236}">
                <a16:creationId xmlns:a16="http://schemas.microsoft.com/office/drawing/2014/main" id="{A3C75E0E-A015-4928-8705-25EA8178426D}"/>
              </a:ext>
            </a:extLst>
          </p:cNvPr>
          <p:cNvSpPr>
            <a:spLocks noGrp="1"/>
          </p:cNvSpPr>
          <p:nvPr/>
        </p:nvSpPr>
        <p:spPr>
          <a:xfrm>
            <a:off x="393382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X2</a:t>
            </a:r>
          </a:p>
        </p:txBody>
      </p:sp>
      <p:sp>
        <p:nvSpPr>
          <p:cNvPr id="8" name="active-1">
            <a:extLst>
              <a:ext uri="{FF2B5EF4-FFF2-40B4-BE49-F238E27FC236}">
                <a16:creationId xmlns:a16="http://schemas.microsoft.com/office/drawing/2014/main" id="{4B8310E6-2149-452C-BA9F-FA828B7C1BA1}"/>
              </a:ext>
            </a:extLst>
          </p:cNvPr>
          <p:cNvSpPr>
            <a:spLocks noGrp="1"/>
          </p:cNvSpPr>
          <p:nvPr/>
        </p:nvSpPr>
        <p:spPr>
          <a:xfrm>
            <a:off x="393382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X2</a:t>
            </a:r>
          </a:p>
        </p:txBody>
      </p:sp>
      <p:sp>
        <p:nvSpPr>
          <p:cNvPr id="9" name="command-2">
            <a:extLst>
              <a:ext uri="{FF2B5EF4-FFF2-40B4-BE49-F238E27FC236}">
                <a16:creationId xmlns:a16="http://schemas.microsoft.com/office/drawing/2014/main" id="{1557EFA1-44E4-42BB-8F2B-B716AE457FF7}"/>
              </a:ext>
            </a:extLst>
          </p:cNvPr>
          <p:cNvSpPr>
            <a:spLocks noGrp="1"/>
          </p:cNvSpPr>
          <p:nvPr/>
        </p:nvSpPr>
        <p:spPr>
          <a:xfrm>
            <a:off x="5029200" y="4933950"/>
            <a:ext cx="60960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CAST</a:t>
            </a:r>
          </a:p>
        </p:txBody>
      </p:sp>
      <p:sp>
        <p:nvSpPr>
          <p:cNvPr id="10" name="active-2">
            <a:extLst>
              <a:ext uri="{FF2B5EF4-FFF2-40B4-BE49-F238E27FC236}">
                <a16:creationId xmlns:a16="http://schemas.microsoft.com/office/drawing/2014/main" id="{95216447-ED22-4D29-A3D6-6422629013ED}"/>
              </a:ext>
            </a:extLst>
          </p:cNvPr>
          <p:cNvSpPr>
            <a:spLocks noGrp="1"/>
          </p:cNvSpPr>
          <p:nvPr/>
        </p:nvSpPr>
        <p:spPr>
          <a:xfrm>
            <a:off x="5029200" y="4933950"/>
            <a:ext cx="60960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CAST</a:t>
            </a:r>
          </a:p>
        </p:txBody>
      </p:sp>
      <p:sp>
        <p:nvSpPr>
          <p:cNvPr id="11" name="command-3">
            <a:extLst>
              <a:ext uri="{FF2B5EF4-FFF2-40B4-BE49-F238E27FC236}">
                <a16:creationId xmlns:a16="http://schemas.microsoft.com/office/drawing/2014/main" id="{7FF14C8A-C47C-4D47-BD94-D2DE2FB4926B}"/>
              </a:ext>
            </a:extLst>
          </p:cNvPr>
          <p:cNvSpPr>
            <a:spLocks noGrp="1"/>
          </p:cNvSpPr>
          <p:nvPr/>
        </p:nvSpPr>
        <p:spPr>
          <a:xfrm>
            <a:off x="641032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X4</a:t>
            </a:r>
          </a:p>
        </p:txBody>
      </p:sp>
      <p:sp>
        <p:nvSpPr>
          <p:cNvPr id="12" name="active-3">
            <a:extLst>
              <a:ext uri="{FF2B5EF4-FFF2-40B4-BE49-F238E27FC236}">
                <a16:creationId xmlns:a16="http://schemas.microsoft.com/office/drawing/2014/main" id="{DC9AB6BB-AC47-45D8-A194-7A2BE44D753B}"/>
              </a:ext>
            </a:extLst>
          </p:cNvPr>
          <p:cNvSpPr>
            <a:spLocks noGrp="1"/>
          </p:cNvSpPr>
          <p:nvPr/>
        </p:nvSpPr>
        <p:spPr>
          <a:xfrm>
            <a:off x="641032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X4</a:t>
            </a:r>
          </a:p>
        </p:txBody>
      </p:sp>
      <p:sp>
        <p:nvSpPr>
          <p:cNvPr id="13" name="command-4">
            <a:extLst>
              <a:ext uri="{FF2B5EF4-FFF2-40B4-BE49-F238E27FC236}">
                <a16:creationId xmlns:a16="http://schemas.microsoft.com/office/drawing/2014/main" id="{DDB8B08B-F6BF-4730-B861-3030F2A442A0}"/>
              </a:ext>
            </a:extLst>
          </p:cNvPr>
          <p:cNvSpPr>
            <a:spLocks noGrp="1"/>
          </p:cNvSpPr>
          <p:nvPr/>
        </p:nvSpPr>
        <p:spPr>
          <a:xfrm>
            <a:off x="76485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X5</a:t>
            </a:r>
          </a:p>
        </p:txBody>
      </p:sp>
      <p:sp>
        <p:nvSpPr>
          <p:cNvPr id="14" name="active-4">
            <a:extLst>
              <a:ext uri="{FF2B5EF4-FFF2-40B4-BE49-F238E27FC236}">
                <a16:creationId xmlns:a16="http://schemas.microsoft.com/office/drawing/2014/main" id="{2C7F5473-F229-4B87-8353-46247C7CEB28}"/>
              </a:ext>
            </a:extLst>
          </p:cNvPr>
          <p:cNvSpPr>
            <a:spLocks noGrp="1"/>
          </p:cNvSpPr>
          <p:nvPr/>
        </p:nvSpPr>
        <p:spPr>
          <a:xfrm>
            <a:off x="76485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X5</a:t>
            </a:r>
          </a:p>
        </p:txBody>
      </p:sp>
      <p:sp>
        <p:nvSpPr>
          <p:cNvPr id="15" name="queue-label">
            <a:extLst>
              <a:ext uri="{FF2B5EF4-FFF2-40B4-BE49-F238E27FC236}">
                <a16:creationId xmlns:a16="http://schemas.microsoft.com/office/drawing/2014/main" id="{9E4BD4D2-D94A-4BCA-8D32-0E134333529C}"/>
              </a:ext>
            </a:extLst>
          </p:cNvPr>
          <p:cNvSpPr>
            <a:spLocks noGrp="1"/>
          </p:cNvSpPr>
          <p:nvPr/>
        </p:nvSpPr>
        <p:spPr>
          <a:xfrm>
            <a:off x="628650" y="54673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Generated orbs</a:t>
            </a:r>
          </a:p>
        </p:txBody>
      </p:sp>
      <p:sp>
        <p:nvSpPr>
          <p:cNvPr id="16" name="orb-0">
            <a:extLst>
              <a:ext uri="{FF2B5EF4-FFF2-40B4-BE49-F238E27FC236}">
                <a16:creationId xmlns:a16="http://schemas.microsoft.com/office/drawing/2014/main" id="{344B87C7-31BF-4EEE-9F6D-D1F6233615AF}"/>
              </a:ext>
            </a:extLst>
          </p:cNvPr>
          <p:cNvSpPr>
            <a:spLocks noGrp="1"/>
          </p:cNvSpPr>
          <p:nvPr/>
        </p:nvSpPr>
        <p:spPr>
          <a:xfrm>
            <a:off x="2657475" y="5467350"/>
            <a:ext cx="400050" cy="400050"/>
          </a:xfrm>
          <a:prstGeom prst="ellipse">
            <a:avLst/>
          </a:prstGeom>
          <a:solidFill>
            <a:srgbClr val="E6533F"/>
          </a:solidFill>
          <a:ln w="0">
            <a:solidFill>
              <a:srgbClr val="E6533F"/>
            </a:solidFill>
          </a:ln>
        </p:spPr>
        <p:txBody>
          <a:bodyPr/>
          <a:lstStyle/>
          <a:p>
            <a:endParaRPr lang="en-US"/>
          </a:p>
        </p:txBody>
      </p:sp>
      <p:sp>
        <p:nvSpPr>
          <p:cNvPr id="17" name="orb-letter-0">
            <a:extLst>
              <a:ext uri="{FF2B5EF4-FFF2-40B4-BE49-F238E27FC236}">
                <a16:creationId xmlns:a16="http://schemas.microsoft.com/office/drawing/2014/main" id="{921AF968-6664-4FC9-B511-EF02BAFEE1C1}"/>
              </a:ext>
            </a:extLst>
          </p:cNvPr>
          <p:cNvSpPr>
            <a:spLocks noGrp="1"/>
          </p:cNvSpPr>
          <p:nvPr/>
        </p:nvSpPr>
        <p:spPr>
          <a:xfrm>
            <a:off x="2724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18" name="charged-0">
            <a:extLst>
              <a:ext uri="{FF2B5EF4-FFF2-40B4-BE49-F238E27FC236}">
                <a16:creationId xmlns:a16="http://schemas.microsoft.com/office/drawing/2014/main" id="{BCA7022D-DA4C-457E-B85A-B8263C3BC80E}"/>
              </a:ext>
            </a:extLst>
          </p:cNvPr>
          <p:cNvSpPr>
            <a:spLocks noGrp="1"/>
          </p:cNvSpPr>
          <p:nvPr/>
        </p:nvSpPr>
        <p:spPr>
          <a:xfrm>
            <a:off x="2657475" y="5467350"/>
            <a:ext cx="400050" cy="400050"/>
          </a:xfrm>
          <a:prstGeom prst="ellipse">
            <a:avLst/>
          </a:prstGeom>
          <a:noFill/>
          <a:ln w="38100">
            <a:solidFill>
              <a:srgbClr val="DDB968"/>
            </a:solidFill>
          </a:ln>
        </p:spPr>
        <p:txBody>
          <a:bodyPr/>
          <a:lstStyle/>
          <a:p>
            <a:endParaRPr lang="en-US"/>
          </a:p>
        </p:txBody>
      </p:sp>
      <p:sp>
        <p:nvSpPr>
          <p:cNvPr id="19" name="orb-1">
            <a:extLst>
              <a:ext uri="{FF2B5EF4-FFF2-40B4-BE49-F238E27FC236}">
                <a16:creationId xmlns:a16="http://schemas.microsoft.com/office/drawing/2014/main" id="{CD2AB01A-4B96-451E-95A8-2DD0D6EF4A7E}"/>
              </a:ext>
            </a:extLst>
          </p:cNvPr>
          <p:cNvSpPr>
            <a:spLocks noGrp="1"/>
          </p:cNvSpPr>
          <p:nvPr/>
        </p:nvSpPr>
        <p:spPr>
          <a:xfrm>
            <a:off x="3895725" y="5467350"/>
            <a:ext cx="400050" cy="400050"/>
          </a:xfrm>
          <a:prstGeom prst="ellipse">
            <a:avLst/>
          </a:prstGeom>
          <a:solidFill>
            <a:srgbClr val="E6533F"/>
          </a:solidFill>
          <a:ln w="0">
            <a:solidFill>
              <a:srgbClr val="E6533F"/>
            </a:solidFill>
          </a:ln>
        </p:spPr>
        <p:txBody>
          <a:bodyPr/>
          <a:lstStyle/>
          <a:p>
            <a:endParaRPr lang="en-US"/>
          </a:p>
        </p:txBody>
      </p:sp>
      <p:sp>
        <p:nvSpPr>
          <p:cNvPr id="20" name="orb-letter-1">
            <a:extLst>
              <a:ext uri="{FF2B5EF4-FFF2-40B4-BE49-F238E27FC236}">
                <a16:creationId xmlns:a16="http://schemas.microsoft.com/office/drawing/2014/main" id="{CBFCA822-D63E-4D21-AEC2-E2C87B0DF8E7}"/>
              </a:ext>
            </a:extLst>
          </p:cNvPr>
          <p:cNvSpPr>
            <a:spLocks noGrp="1"/>
          </p:cNvSpPr>
          <p:nvPr/>
        </p:nvSpPr>
        <p:spPr>
          <a:xfrm>
            <a:off x="39624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1" name="charged-1">
            <a:extLst>
              <a:ext uri="{FF2B5EF4-FFF2-40B4-BE49-F238E27FC236}">
                <a16:creationId xmlns:a16="http://schemas.microsoft.com/office/drawing/2014/main" id="{10A428FD-47C5-4456-AC58-E15BA11DE2B7}"/>
              </a:ext>
            </a:extLst>
          </p:cNvPr>
          <p:cNvSpPr>
            <a:spLocks noGrp="1"/>
          </p:cNvSpPr>
          <p:nvPr/>
        </p:nvSpPr>
        <p:spPr>
          <a:xfrm>
            <a:off x="3895725" y="5467350"/>
            <a:ext cx="400050" cy="400050"/>
          </a:xfrm>
          <a:prstGeom prst="ellipse">
            <a:avLst/>
          </a:prstGeom>
          <a:noFill/>
          <a:ln w="38100">
            <a:solidFill>
              <a:srgbClr val="DDB968"/>
            </a:solidFill>
          </a:ln>
        </p:spPr>
        <p:txBody>
          <a:bodyPr/>
          <a:lstStyle/>
          <a:p>
            <a:endParaRPr lang="en-US"/>
          </a:p>
        </p:txBody>
      </p:sp>
      <p:sp>
        <p:nvSpPr>
          <p:cNvPr id="22" name="orb-3">
            <a:extLst>
              <a:ext uri="{FF2B5EF4-FFF2-40B4-BE49-F238E27FC236}">
                <a16:creationId xmlns:a16="http://schemas.microsoft.com/office/drawing/2014/main" id="{04AC41BD-0AEC-426B-8125-3E74B1A96C76}"/>
              </a:ext>
            </a:extLst>
          </p:cNvPr>
          <p:cNvSpPr>
            <a:spLocks noGrp="1"/>
          </p:cNvSpPr>
          <p:nvPr/>
        </p:nvSpPr>
        <p:spPr>
          <a:xfrm>
            <a:off x="6372225" y="5467350"/>
            <a:ext cx="400050" cy="400050"/>
          </a:xfrm>
          <a:prstGeom prst="ellipse">
            <a:avLst/>
          </a:prstGeom>
          <a:solidFill>
            <a:srgbClr val="E6533F"/>
          </a:solidFill>
          <a:ln w="0">
            <a:solidFill>
              <a:srgbClr val="E6533F"/>
            </a:solidFill>
          </a:ln>
        </p:spPr>
        <p:txBody>
          <a:bodyPr/>
          <a:lstStyle/>
          <a:p>
            <a:endParaRPr lang="en-US"/>
          </a:p>
        </p:txBody>
      </p:sp>
      <p:sp>
        <p:nvSpPr>
          <p:cNvPr id="23" name="orb-letter-3">
            <a:extLst>
              <a:ext uri="{FF2B5EF4-FFF2-40B4-BE49-F238E27FC236}">
                <a16:creationId xmlns:a16="http://schemas.microsoft.com/office/drawing/2014/main" id="{FDD458DB-A97D-4F96-B289-E1790BD999EC}"/>
              </a:ext>
            </a:extLst>
          </p:cNvPr>
          <p:cNvSpPr>
            <a:spLocks noGrp="1"/>
          </p:cNvSpPr>
          <p:nvPr/>
        </p:nvSpPr>
        <p:spPr>
          <a:xfrm>
            <a:off x="64389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5" name="orb-4">
            <a:extLst>
              <a:ext uri="{FF2B5EF4-FFF2-40B4-BE49-F238E27FC236}">
                <a16:creationId xmlns:a16="http://schemas.microsoft.com/office/drawing/2014/main" id="{1A53F2DE-B7C3-4093-ADDB-AEA6322F6CCA}"/>
              </a:ext>
            </a:extLst>
          </p:cNvPr>
          <p:cNvSpPr>
            <a:spLocks noGrp="1"/>
          </p:cNvSpPr>
          <p:nvPr/>
        </p:nvSpPr>
        <p:spPr>
          <a:xfrm>
            <a:off x="7610475" y="5467350"/>
            <a:ext cx="400050" cy="400050"/>
          </a:xfrm>
          <a:prstGeom prst="ellipse">
            <a:avLst/>
          </a:prstGeom>
          <a:solidFill>
            <a:srgbClr val="E6533F"/>
          </a:solidFill>
          <a:ln w="0">
            <a:solidFill>
              <a:srgbClr val="E6533F"/>
            </a:solidFill>
          </a:ln>
        </p:spPr>
        <p:txBody>
          <a:bodyPr/>
          <a:lstStyle/>
          <a:p>
            <a:endParaRPr lang="en-US"/>
          </a:p>
        </p:txBody>
      </p:sp>
      <p:sp>
        <p:nvSpPr>
          <p:cNvPr id="26" name="orb-letter-4">
            <a:extLst>
              <a:ext uri="{FF2B5EF4-FFF2-40B4-BE49-F238E27FC236}">
                <a16:creationId xmlns:a16="http://schemas.microsoft.com/office/drawing/2014/main" id="{CC0AB252-BB18-4F10-A05E-3EE97DDADEC8}"/>
              </a:ext>
            </a:extLst>
          </p:cNvPr>
          <p:cNvSpPr>
            <a:spLocks noGrp="1"/>
          </p:cNvSpPr>
          <p:nvPr/>
        </p:nvSpPr>
        <p:spPr>
          <a:xfrm>
            <a:off x="7677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2" name="hold-active">
            <a:extLst>
              <a:ext uri="{FF2B5EF4-FFF2-40B4-BE49-F238E27FC236}">
                <a16:creationId xmlns:a16="http://schemas.microsoft.com/office/drawing/2014/main" id="{97EFF8F0-1219-4E70-AE1E-AC6DB804D750}"/>
              </a:ext>
            </a:extLst>
          </p:cNvPr>
          <p:cNvSpPr>
            <a:spLocks noGrp="1"/>
          </p:cNvSpPr>
          <p:nvPr/>
        </p:nvSpPr>
        <p:spPr>
          <a:xfrm>
            <a:off x="628650" y="6000750"/>
            <a:ext cx="21907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HOLD R2</a:t>
            </a:r>
          </a:p>
        </p:txBody>
      </p:sp>
      <p:sp>
        <p:nvSpPr>
          <p:cNvPr id="34" name="release-active">
            <a:extLst>
              <a:ext uri="{FF2B5EF4-FFF2-40B4-BE49-F238E27FC236}">
                <a16:creationId xmlns:a16="http://schemas.microsoft.com/office/drawing/2014/main" id="{143598BA-C1CB-4113-83FC-4E6535F03E38}"/>
              </a:ext>
            </a:extLst>
          </p:cNvPr>
          <p:cNvSpPr>
            <a:spLocks noGrp="1"/>
          </p:cNvSpPr>
          <p:nvPr/>
        </p:nvSpPr>
        <p:spPr>
          <a:xfrm>
            <a:off x="4724400" y="6000750"/>
            <a:ext cx="23812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RELEASE R2</a:t>
            </a:r>
          </a:p>
        </p:txBody>
      </p:sp>
      <p:sp>
        <p:nvSpPr>
          <p:cNvPr id="35" name="magic-cue">
            <a:extLst>
              <a:ext uri="{FF2B5EF4-FFF2-40B4-BE49-F238E27FC236}">
                <a16:creationId xmlns:a16="http://schemas.microsoft.com/office/drawing/2014/main" id="{D0C38211-B595-4F2A-98AB-96D880D5630C}"/>
              </a:ext>
            </a:extLst>
          </p:cNvPr>
          <p:cNvSpPr>
            <a:spLocks noGrp="1"/>
          </p:cNvSpPr>
          <p:nvPr/>
        </p:nvSpPr>
        <p:spPr>
          <a:xfrm>
            <a:off x="8048625" y="2143125"/>
            <a:ext cx="3524250" cy="438150"/>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MAGIC IS PART OF THE COMBO</a:t>
            </a:r>
          </a:p>
        </p:txBody>
      </p:sp>
      <p:sp>
        <p:nvSpPr>
          <p:cNvPr id="36" name="page">
            <a:extLst>
              <a:ext uri="{FF2B5EF4-FFF2-40B4-BE49-F238E27FC236}">
                <a16:creationId xmlns:a16="http://schemas.microsoft.com/office/drawing/2014/main" id="{F4470EDC-A376-4391-9F0B-D2A4C5B1D7F0}"/>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08</a:t>
            </a:r>
          </a:p>
        </p:txBody>
      </p:sp>
      <p:sp>
        <p:nvSpPr>
          <p:cNvPr id="40" name="r2-timing-line">
            <a:extLst>
              <a:ext uri="{FF2B5EF4-FFF2-40B4-BE49-F238E27FC236}">
                <a16:creationId xmlns:a16="http://schemas.microsoft.com/office/drawing/2014/main" id="{495E36CD-5B79-48A1-AF09-84AB550BB981}"/>
              </a:ext>
            </a:extLst>
          </p:cNvPr>
          <p:cNvSpPr>
            <a:spLocks noGrp="1"/>
          </p:cNvSpPr>
          <p:nvPr/>
        </p:nvSpPr>
        <p:spPr>
          <a:xfrm>
            <a:off x="2657475" y="6267450"/>
            <a:ext cx="2009775" cy="38100"/>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1648506677"/>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32"/>
                                  </p:tgtEl>
                                  <p:attrNameLst>
                                    <p:attrName>style.visibility</p:attrName>
                                  </p:attrNameLst>
                                </p:cBhvr>
                                <p:to>
                                  <p:strVal val="visible"/>
                                </p:to>
                              </p:set>
                            </p:childTnLst>
                          </p:cTn>
                        </p:par>
                        <p:par>
                          <p:cTn id="6" presetID="1" presetClass="entr" presetSubtype="0" fill="hold" nodeType="withEffect">
                            <p:stCondLst>
                              <p:cond delay="1000"/>
                            </p:stCondLst>
                            <p:childTnLst>
                              <p:set>
                                <p:cBhvr>
                                  <p:cTn id="7" dur="1" fill="hold">
                                    <p:stCondLst>
                                      <p:cond delay="0"/>
                                    </p:stCondLst>
                                  </p:cTn>
                                  <p:tgtEl>
                                    <p:spTgt spid="6"/>
                                  </p:tgtEl>
                                  <p:attrNameLst>
                                    <p:attrName>style.visibility</p:attrName>
                                  </p:attrNameLst>
                                </p:cBhvr>
                                <p:to>
                                  <p:strVal val="visible"/>
                                </p:to>
                              </p:set>
                            </p:childTnLst>
                          </p:cTn>
                        </p:par>
                        <p:par>
                          <p:cTn id="8" presetID="1" presetClass="entr" presetSubtype="0" fill="hold" nodeType="withEffect">
                            <p:stCondLst>
                              <p:cond delay="1000"/>
                            </p:stCondLst>
                            <p:childTnLst>
                              <p:set>
                                <p:cBhvr>
                                  <p:cTn id="9" dur="1" fill="hold">
                                    <p:stCondLst>
                                      <p:cond delay="0"/>
                                    </p:stCondLst>
                                  </p:cTn>
                                  <p:tgtEl>
                                    <p:spTgt spid="16"/>
                                  </p:tgtEl>
                                  <p:attrNameLst>
                                    <p:attrName>style.visibility</p:attrName>
                                  </p:attrNameLst>
                                </p:cBhvr>
                                <p:to>
                                  <p:strVal val="visible"/>
                                </p:to>
                              </p:set>
                            </p:childTnLst>
                          </p:cTn>
                        </p:par>
                        <p:par>
                          <p:cTn id="10" presetID="1" presetClass="entr" presetSubtype="0" fill="hold" nodeType="withEffect">
                            <p:stCondLst>
                              <p:cond delay="1000"/>
                            </p:stCondLst>
                            <p:childTnLst>
                              <p:set>
                                <p:cBhvr>
                                  <p:cTn id="11" dur="1" fill="hold">
                                    <p:stCondLst>
                                      <p:cond delay="0"/>
                                    </p:stCondLst>
                                  </p:cTn>
                                  <p:tgtEl>
                                    <p:spTgt spid="17"/>
                                  </p:tgtEl>
                                  <p:attrNameLst>
                                    <p:attrName>style.visibility</p:attrName>
                                  </p:attrNameLst>
                                </p:cBhvr>
                                <p:to>
                                  <p:strVal val="visible"/>
                                </p:to>
                              </p:set>
                            </p:childTnLst>
                          </p:cTn>
                        </p:par>
                        <p:par>
                          <p:cTn id="12" presetID="1" presetClass="entr" presetSubtype="0" fill="hold" nodeType="withEffect">
                            <p:stCondLst>
                              <p:cond delay="1000"/>
                            </p:stCondLst>
                            <p:childTnLst>
                              <p:set>
                                <p:cBhvr>
                                  <p:cTn id="13" dur="1" fill="hold">
                                    <p:stCondLst>
                                      <p:cond delay="0"/>
                                    </p:stCondLst>
                                  </p:cTn>
                                  <p:tgtEl>
                                    <p:spTgt spid="18"/>
                                  </p:tgtEl>
                                  <p:attrNameLst>
                                    <p:attrName>style.visibility</p:attrName>
                                  </p:attrNameLst>
                                </p:cBhvr>
                                <p:to>
                                  <p:strVal val="visible"/>
                                </p:to>
                              </p:set>
                            </p:childTnLst>
                          </p:cTn>
                        </p:par>
                        <p:par>
                          <p:cTn id="14" presetID="1" presetClass="exit" presetSubtype="0" fill="hold" nodeType="withEffect">
                            <p:stCondLst>
                              <p:cond delay="2000"/>
                            </p:stCondLst>
                            <p:childTnLst>
                              <p:set>
                                <p:cBhvr>
                                  <p:cTn id="15" dur="1" fill="hold">
                                    <p:stCondLst>
                                      <p:cond delay="0"/>
                                    </p:stCondLst>
                                  </p:cTn>
                                  <p:tgtEl>
                                    <p:spTgt spid="6"/>
                                  </p:tgtEl>
                                  <p:attrNameLst>
                                    <p:attrName>style.visibility</p:attrName>
                                  </p:attrNameLst>
                                </p:cBhvr>
                                <p:to>
                                  <p:strVal val="hidden"/>
                                </p:to>
                              </p:set>
                            </p:childTnLst>
                          </p:cTn>
                        </p:par>
                        <p:par>
                          <p:cTn id="16" presetID="1" presetClass="entr" presetSubtype="0" fill="hold" nodeType="withEffect">
                            <p:stCondLst>
                              <p:cond delay="200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nodeType="withEffect">
                            <p:stCondLst>
                              <p:cond delay="236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nodeType="withEffect">
                            <p:stCondLst>
                              <p:cond delay="2360"/>
                            </p:stCondLst>
                            <p:childTnLst>
                              <p:set>
                                <p:cBhvr>
                                  <p:cTn id="21" dur="1" fill="hold">
                                    <p:stCondLst>
                                      <p:cond delay="0"/>
                                    </p:stCondLst>
                                  </p:cTn>
                                  <p:tgtEl>
                                    <p:spTgt spid="20"/>
                                  </p:tgtEl>
                                  <p:attrNameLst>
                                    <p:attrName>style.visibility</p:attrName>
                                  </p:attrNameLst>
                                </p:cBhvr>
                                <p:to>
                                  <p:strVal val="visible"/>
                                </p:to>
                              </p:set>
                            </p:childTnLst>
                          </p:cTn>
                        </p:par>
                        <p:par>
                          <p:cTn id="22" presetID="1" presetClass="entr" presetSubtype="0" fill="hold" nodeType="withEffect">
                            <p:stCondLst>
                              <p:cond delay="2860"/>
                            </p:stCondLst>
                            <p:childTnLst>
                              <p:set>
                                <p:cBhvr>
                                  <p:cTn id="23" dur="1" fill="hold">
                                    <p:stCondLst>
                                      <p:cond delay="0"/>
                                    </p:stCondLst>
                                  </p:cTn>
                                  <p:tgtEl>
                                    <p:spTgt spid="21"/>
                                  </p:tgtEl>
                                  <p:attrNameLst>
                                    <p:attrName>style.visibility</p:attrName>
                                  </p:attrNameLst>
                                </p:cBhvr>
                                <p:to>
                                  <p:strVal val="visible"/>
                                </p:to>
                              </p:set>
                            </p:childTnLst>
                          </p:cTn>
                        </p:par>
                        <p:par>
                          <p:cTn id="24" presetID="1" presetClass="exit" presetSubtype="0" fill="hold" nodeType="withEffect">
                            <p:stCondLst>
                              <p:cond delay="3000"/>
                            </p:stCondLst>
                            <p:childTnLst>
                              <p:set>
                                <p:cBhvr>
                                  <p:cTn id="25" dur="1" fill="hold">
                                    <p:stCondLst>
                                      <p:cond delay="0"/>
                                    </p:stCondLst>
                                  </p:cTn>
                                  <p:tgtEl>
                                    <p:spTgt spid="8"/>
                                  </p:tgtEl>
                                  <p:attrNameLst>
                                    <p:attrName>style.visibility</p:attrName>
                                  </p:attrNameLst>
                                </p:cBhvr>
                                <p:to>
                                  <p:strVal val="hidden"/>
                                </p:to>
                              </p:set>
                            </p:childTnLst>
                          </p:cTn>
                        </p:par>
                        <p:par>
                          <p:cTn id="26" presetID="1" presetClass="entr" presetSubtype="0" fill="hold" nodeType="withEffect">
                            <p:stCondLst>
                              <p:cond delay="300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xit" presetSubtype="0" fill="hold" nodeType="withEffect">
                            <p:stCondLst>
                              <p:cond delay="3000"/>
                            </p:stCondLst>
                            <p:childTnLst>
                              <p:set>
                                <p:cBhvr>
                                  <p:cTn id="29" dur="1" fill="hold">
                                    <p:stCondLst>
                                      <p:cond delay="0"/>
                                    </p:stCondLst>
                                  </p:cTn>
                                  <p:tgtEl>
                                    <p:spTgt spid="18"/>
                                  </p:tgtEl>
                                  <p:attrNameLst>
                                    <p:attrName>style.visibility</p:attrName>
                                  </p:attrNameLst>
                                </p:cBhvr>
                                <p:to>
                                  <p:strVal val="hidden"/>
                                </p:to>
                              </p:set>
                            </p:childTnLst>
                          </p:cTn>
                        </p:par>
                        <p:par>
                          <p:cTn id="30" presetID="1" presetClass="exit" presetSubtype="0" fill="hold" nodeType="withEffect">
                            <p:stCondLst>
                              <p:cond delay="3000"/>
                            </p:stCondLst>
                            <p:childTnLst>
                              <p:set>
                                <p:cBhvr>
                                  <p:cTn id="31" dur="1" fill="hold">
                                    <p:stCondLst>
                                      <p:cond delay="0"/>
                                    </p:stCondLst>
                                  </p:cTn>
                                  <p:tgtEl>
                                    <p:spTgt spid="21"/>
                                  </p:tgtEl>
                                  <p:attrNameLst>
                                    <p:attrName>style.visibility</p:attrName>
                                  </p:attrNameLst>
                                </p:cBhvr>
                                <p:to>
                                  <p:strVal val="hidden"/>
                                </p:to>
                              </p:set>
                            </p:childTnLst>
                          </p:cTn>
                        </p:par>
                        <p:par>
                          <p:cTn id="32" presetID="1" presetClass="exit" presetSubtype="0" fill="hold" nodeType="withEffect">
                            <p:stCondLst>
                              <p:cond delay="3000"/>
                            </p:stCondLst>
                            <p:childTnLst>
                              <p:set>
                                <p:cBhvr>
                                  <p:cTn id="33" dur="1" fill="hold">
                                    <p:stCondLst>
                                      <p:cond delay="0"/>
                                    </p:stCondLst>
                                  </p:cTn>
                                  <p:tgtEl>
                                    <p:spTgt spid="32"/>
                                  </p:tgtEl>
                                  <p:attrNameLst>
                                    <p:attrName>style.visibility</p:attrName>
                                  </p:attrNameLst>
                                </p:cBhvr>
                                <p:to>
                                  <p:strVal val="hidden"/>
                                </p:to>
                              </p:set>
                            </p:childTnLst>
                          </p:cTn>
                        </p:par>
                        <p:par>
                          <p:cTn id="34" presetID="1" presetClass="exit" presetSubtype="0" fill="hold" nodeType="withEffect">
                            <p:stCondLst>
                              <p:cond delay="3000"/>
                            </p:stCondLst>
                            <p:childTnLst>
                              <p:set>
                                <p:cBhvr>
                                  <p:cTn id="35" dur="1" fill="hold">
                                    <p:stCondLst>
                                      <p:cond delay="0"/>
                                    </p:stCondLst>
                                  </p:cTn>
                                  <p:tgtEl>
                                    <p:spTgt spid="16"/>
                                  </p:tgtEl>
                                  <p:attrNameLst>
                                    <p:attrName>style.visibility</p:attrName>
                                  </p:attrNameLst>
                                </p:cBhvr>
                                <p:to>
                                  <p:strVal val="hidden"/>
                                </p:to>
                              </p:set>
                            </p:childTnLst>
                          </p:cTn>
                        </p:par>
                        <p:par>
                          <p:cTn id="36" presetID="1" presetClass="exit" presetSubtype="0" fill="hold" nodeType="withEffect">
                            <p:stCondLst>
                              <p:cond delay="3000"/>
                            </p:stCondLst>
                            <p:childTnLst>
                              <p:set>
                                <p:cBhvr>
                                  <p:cTn id="37" dur="1" fill="hold">
                                    <p:stCondLst>
                                      <p:cond delay="0"/>
                                    </p:stCondLst>
                                  </p:cTn>
                                  <p:tgtEl>
                                    <p:spTgt spid="19"/>
                                  </p:tgtEl>
                                  <p:attrNameLst>
                                    <p:attrName>style.visibility</p:attrName>
                                  </p:attrNameLst>
                                </p:cBhvr>
                                <p:to>
                                  <p:strVal val="hidden"/>
                                </p:to>
                              </p:set>
                            </p:childTnLst>
                          </p:cTn>
                        </p:par>
                        <p:par>
                          <p:cTn id="38" presetID="1" presetClass="exit" presetSubtype="0" fill="hold" nodeType="withEffect">
                            <p:stCondLst>
                              <p:cond delay="3000"/>
                            </p:stCondLst>
                            <p:childTnLst>
                              <p:set>
                                <p:cBhvr>
                                  <p:cTn id="39" dur="1" fill="hold">
                                    <p:stCondLst>
                                      <p:cond delay="0"/>
                                    </p:stCondLst>
                                  </p:cTn>
                                  <p:tgtEl>
                                    <p:spTgt spid="17"/>
                                  </p:tgtEl>
                                  <p:attrNameLst>
                                    <p:attrName>style.visibility</p:attrName>
                                  </p:attrNameLst>
                                </p:cBhvr>
                                <p:to>
                                  <p:strVal val="hidden"/>
                                </p:to>
                              </p:set>
                            </p:childTnLst>
                          </p:cTn>
                        </p:par>
                        <p:par>
                          <p:cTn id="40" presetID="1" presetClass="exit" presetSubtype="0" fill="hold" nodeType="withEffect">
                            <p:stCondLst>
                              <p:cond delay="3000"/>
                            </p:stCondLst>
                            <p:childTnLst>
                              <p:set>
                                <p:cBhvr>
                                  <p:cTn id="41" dur="1" fill="hold">
                                    <p:stCondLst>
                                      <p:cond delay="0"/>
                                    </p:stCondLst>
                                  </p:cTn>
                                  <p:tgtEl>
                                    <p:spTgt spid="20"/>
                                  </p:tgtEl>
                                  <p:attrNameLst>
                                    <p:attrName>style.visibility</p:attrName>
                                  </p:attrNameLst>
                                </p:cBhvr>
                                <p:to>
                                  <p:strVal val="hidden"/>
                                </p:to>
                              </p:set>
                            </p:childTnLst>
                          </p:cTn>
                        </p:par>
                        <p:par>
                          <p:cTn id="42" presetID="1" presetClass="entr" presetSubtype="0" fill="hold" nodeType="withEffect">
                            <p:stCondLst>
                              <p:cond delay="3000"/>
                            </p:stCondLst>
                            <p:childTnLst>
                              <p:set>
                                <p:cBhvr>
                                  <p:cTn id="43" dur="1" fill="hold">
                                    <p:stCondLst>
                                      <p:cond delay="0"/>
                                    </p:stCondLst>
                                  </p:cTn>
                                  <p:tgtEl>
                                    <p:spTgt spid="34"/>
                                  </p:tgtEl>
                                  <p:attrNameLst>
                                    <p:attrName>style.visibility</p:attrName>
                                  </p:attrNameLst>
                                </p:cBhvr>
                                <p:to>
                                  <p:strVal val="visible"/>
                                </p:to>
                              </p:set>
                            </p:childTnLst>
                          </p:cTn>
                        </p:par>
                        <p:par>
                          <p:cTn id="44" presetID="1" presetClass="exit" presetSubtype="0" fill="hold" nodeType="withEffect">
                            <p:stCondLst>
                              <p:cond delay="4000"/>
                            </p:stCondLst>
                            <p:childTnLst>
                              <p:set>
                                <p:cBhvr>
                                  <p:cTn id="45" dur="1" fill="hold">
                                    <p:stCondLst>
                                      <p:cond delay="0"/>
                                    </p:stCondLst>
                                  </p:cTn>
                                  <p:tgtEl>
                                    <p:spTgt spid="10"/>
                                  </p:tgtEl>
                                  <p:attrNameLst>
                                    <p:attrName>style.visibility</p:attrName>
                                  </p:attrNameLst>
                                </p:cBhvr>
                                <p:to>
                                  <p:strVal val="hidden"/>
                                </p:to>
                              </p:set>
                            </p:childTnLst>
                          </p:cTn>
                        </p:par>
                        <p:par>
                          <p:cTn id="46" presetID="1" presetClass="entr" presetSubtype="0" fill="hold" nodeType="withEffect">
                            <p:stCondLst>
                              <p:cond delay="4100"/>
                            </p:stCondLst>
                            <p:childTnLst>
                              <p:set>
                                <p:cBhvr>
                                  <p:cTn id="47" dur="1" fill="hold">
                                    <p:stCondLst>
                                      <p:cond delay="0"/>
                                    </p:stCondLst>
                                  </p:cTn>
                                  <p:tgtEl>
                                    <p:spTgt spid="12"/>
                                  </p:tgtEl>
                                  <p:attrNameLst>
                                    <p:attrName>style.visibility</p:attrName>
                                  </p:attrNameLst>
                                </p:cBhvr>
                                <p:to>
                                  <p:strVal val="visible"/>
                                </p:to>
                              </p:set>
                            </p:childTnLst>
                          </p:cTn>
                        </p:par>
                        <p:par>
                          <p:cTn id="48" presetID="1" presetClass="entr" presetSubtype="0" fill="hold" nodeType="withEffect">
                            <p:stCondLst>
                              <p:cond delay="4360"/>
                            </p:stCondLst>
                            <p:childTnLst>
                              <p:set>
                                <p:cBhvr>
                                  <p:cTn id="49" dur="1" fill="hold">
                                    <p:stCondLst>
                                      <p:cond delay="0"/>
                                    </p:stCondLst>
                                  </p:cTn>
                                  <p:tgtEl>
                                    <p:spTgt spid="22"/>
                                  </p:tgtEl>
                                  <p:attrNameLst>
                                    <p:attrName>style.visibility</p:attrName>
                                  </p:attrNameLst>
                                </p:cBhvr>
                                <p:to>
                                  <p:strVal val="visible"/>
                                </p:to>
                              </p:set>
                            </p:childTnLst>
                          </p:cTn>
                        </p:par>
                        <p:par>
                          <p:cTn id="50" presetID="1" presetClass="entr" presetSubtype="0" fill="hold" nodeType="withEffect">
                            <p:stCondLst>
                              <p:cond delay="4360"/>
                            </p:stCondLst>
                            <p:childTnLst>
                              <p:set>
                                <p:cBhvr>
                                  <p:cTn id="51" dur="1" fill="hold">
                                    <p:stCondLst>
                                      <p:cond delay="0"/>
                                    </p:stCondLst>
                                  </p:cTn>
                                  <p:tgtEl>
                                    <p:spTgt spid="23"/>
                                  </p:tgtEl>
                                  <p:attrNameLst>
                                    <p:attrName>style.visibility</p:attrName>
                                  </p:attrNameLst>
                                </p:cBhvr>
                                <p:to>
                                  <p:strVal val="visible"/>
                                </p:to>
                              </p:set>
                            </p:childTnLst>
                          </p:cTn>
                        </p:par>
                        <p:par>
                          <p:cTn id="52" presetID="1" presetClass="exit" presetSubtype="0" fill="hold" nodeType="withEffect">
                            <p:stCondLst>
                              <p:cond delay="5000"/>
                            </p:stCondLst>
                            <p:childTnLst>
                              <p:set>
                                <p:cBhvr>
                                  <p:cTn id="53" dur="1" fill="hold">
                                    <p:stCondLst>
                                      <p:cond delay="0"/>
                                    </p:stCondLst>
                                  </p:cTn>
                                  <p:tgtEl>
                                    <p:spTgt spid="12"/>
                                  </p:tgtEl>
                                  <p:attrNameLst>
                                    <p:attrName>style.visibility</p:attrName>
                                  </p:attrNameLst>
                                </p:cBhvr>
                                <p:to>
                                  <p:strVal val="hidden"/>
                                </p:to>
                              </p:set>
                            </p:childTnLst>
                          </p:cTn>
                        </p:par>
                        <p:par>
                          <p:cTn id="54" presetID="1" presetClass="entr" presetSubtype="0" fill="hold" nodeType="withEffect">
                            <p:stCondLst>
                              <p:cond delay="5200"/>
                            </p:stCondLst>
                            <p:childTnLst>
                              <p:set>
                                <p:cBhvr>
                                  <p:cTn id="55" dur="1" fill="hold">
                                    <p:stCondLst>
                                      <p:cond delay="0"/>
                                    </p:stCondLst>
                                  </p:cTn>
                                  <p:tgtEl>
                                    <p:spTgt spid="14"/>
                                  </p:tgtEl>
                                  <p:attrNameLst>
                                    <p:attrName>style.visibility</p:attrName>
                                  </p:attrNameLst>
                                </p:cBhvr>
                                <p:to>
                                  <p:strVal val="visible"/>
                                </p:to>
                              </p:set>
                            </p:childTnLst>
                          </p:cTn>
                        </p:par>
                        <p:par>
                          <p:cTn id="56" presetID="1" presetClass="entr" presetSubtype="0" fill="hold" nodeType="withEffect">
                            <p:stCondLst>
                              <p:cond delay="5360"/>
                            </p:stCondLst>
                            <p:childTnLst>
                              <p:set>
                                <p:cBhvr>
                                  <p:cTn id="57" dur="1" fill="hold">
                                    <p:stCondLst>
                                      <p:cond delay="0"/>
                                    </p:stCondLst>
                                  </p:cTn>
                                  <p:tgtEl>
                                    <p:spTgt spid="25"/>
                                  </p:tgtEl>
                                  <p:attrNameLst>
                                    <p:attrName>style.visibility</p:attrName>
                                  </p:attrNameLst>
                                </p:cBhvr>
                                <p:to>
                                  <p:strVal val="visible"/>
                                </p:to>
                              </p:set>
                            </p:childTnLst>
                          </p:cTn>
                        </p:par>
                        <p:par>
                          <p:cTn id="58" presetID="1" presetClass="entr" presetSubtype="0" fill="hold" nodeType="withEffect">
                            <p:stCondLst>
                              <p:cond delay="5360"/>
                            </p:stCondLst>
                            <p:childTnLst>
                              <p:set>
                                <p:cBhvr>
                                  <p:cTn id="59" dur="1" fill="hold">
                                    <p:stCondLst>
                                      <p:cond delay="0"/>
                                    </p:stCondLst>
                                  </p:cTn>
                                  <p:tgtEl>
                                    <p:spTgt spid="26"/>
                                  </p:tgtEl>
                                  <p:attrNameLst>
                                    <p:attrName>style.visibility</p:attrName>
                                  </p:attrNameLst>
                                </p:cBhvr>
                                <p:to>
                                  <p:strVal val="visible"/>
                                </p:to>
                              </p:set>
                            </p:childTnLst>
                          </p:cTn>
                        </p:par>
                        <p:par>
                          <p:cTn id="60" presetID="1" presetClass="exit" presetSubtype="0" fill="hold" nodeType="withEffect">
                            <p:stCondLst>
                              <p:cond delay="6000"/>
                            </p:stCondLst>
                            <p:childTnLst>
                              <p:set>
                                <p:cBhvr>
                                  <p:cTn id="61" dur="1" fill="hold">
                                    <p:stCondLst>
                                      <p:cond delay="0"/>
                                    </p:stCondLst>
                                  </p:cTn>
                                  <p:tgtEl>
                                    <p:spTgt spid="14"/>
                                  </p:tgtEl>
                                  <p:attrNameLst>
                                    <p:attrName>style.visibility</p:attrName>
                                  </p:attrNameLst>
                                </p:cBhvr>
                                <p:to>
                                  <p:strVal val="hidden"/>
                                </p:to>
                              </p:set>
                            </p:childTnLst>
                          </p:cTn>
                        </p:par>
                        <p:par>
                          <p:cTn id="62" presetID="1" presetClass="entr" presetSubtype="0" fill="hold" nodeType="withEffect">
                            <p:stCondLst>
                              <p:cond delay="6000"/>
                            </p:stCondLst>
                            <p:childTnLst>
                              <p:set>
                                <p:cBhvr>
                                  <p:cTn id="63" dur="1" fill="hold">
                                    <p:stCondLst>
                                      <p:cond delay="0"/>
                                    </p:stCondLst>
                                  </p:cTn>
                                  <p:tgtEl>
                                    <p:spTgt spid="35"/>
                                  </p:tgtEl>
                                  <p:attrNameLst>
                                    <p:attrName>style.visibility</p:attrName>
                                  </p:attrNameLst>
                                </p:cBhvr>
                                <p:to>
                                  <p:strVal val="visible"/>
                                </p:to>
                              </p:set>
                            </p:childTnLst>
                          </p:cTn>
                        </p:par>
                        <p:par>
                          <p:cTn id="64" presetID="22" presetClass="entr" presetSubtype="8" fill="hold" nodeType="withEffect">
                            <p:stCondLst>
                              <p:cond delay="1000"/>
                            </p:stCondLst>
                            <p:childTnLst>
                              <p:set>
                                <p:cBhvr>
                                  <p:cTn id="65" dur="1" fill="hold">
                                    <p:stCondLst>
                                      <p:cond delay="0"/>
                                    </p:stCondLst>
                                  </p:cTn>
                                  <p:tgtEl>
                                    <p:spTgt spid="40"/>
                                  </p:tgtEl>
                                  <p:attrNameLst>
                                    <p:attrName>style.visibility</p:attrName>
                                  </p:attrNameLst>
                                </p:cBhvr>
                                <p:to>
                                  <p:strVal val="visible"/>
                                </p:to>
                              </p:set>
                              <p:animEffect transition="in" filter="wipe(left)">
                                <p:cBhvr>
                                  <p:cTn id="66" dur="2000" fill="hold"/>
                                  <p:tgtEl>
                                    <p:spTgt spid="40"/>
                                  </p:tgtEl>
                                </p:cBhvr>
                              </p:animEffect>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2" name="title"/>
          <p:cNvSpPr>
            <a:spLocks noGrp="1"/>
          </p:cNvSpPr>
          <p:nvPr/>
        </p:nvSpPr>
        <p:spPr>
          <a:xfrm>
            <a:off x="609600" y="400050"/>
            <a:ext cx="11049000" cy="666750"/>
          </a:xfrm>
          <a:prstGeom prst="rect">
            <a:avLst/>
          </a:prstGeom>
          <a:noFill/>
          <a:ln w="0">
            <a:noFill/>
          </a:ln>
        </p:spPr>
        <p:txBody>
          <a:bodyPr lIns="0" tIns="0" rIns="0" bIns="0" anchor="ctr">
            <a:noAutofit/>
          </a:bodyPr>
          <a:lstStyle/>
          <a:p>
            <a:pPr algn="l">
              <a:defRPr sz="3000" b="1">
                <a:solidFill>
                  <a:srgbClr val="F4F0E8"/>
                </a:solidFill>
                <a:latin typeface="Aptos"/>
                <a:ea typeface="Aptos"/>
                <a:cs typeface="Aptos"/>
              </a:defRPr>
            </a:pPr>
            <a:r>
              <a:rPr sz="3000" b="1" dirty="0">
                <a:solidFill>
                  <a:srgbClr val="F4F0E8"/>
                </a:solidFill>
                <a:latin typeface="Aptos"/>
                <a:ea typeface="Aptos"/>
                <a:cs typeface="Aptos"/>
              </a:rPr>
              <a:t>WHAT IF I’M ABOUT TO OVERCHARGE?</a:t>
            </a:r>
          </a:p>
        </p:txBody>
      </p:sp>
      <p:sp>
        <p:nvSpPr>
          <p:cNvPr id="3" name="divider"/>
          <p:cNvSpPr>
            <a:spLocks noGrp="1"/>
          </p:cNvSpPr>
          <p:nvPr/>
        </p:nvSpPr>
        <p:spPr>
          <a:xfrm>
            <a:off x="7810500" y="1524000"/>
            <a:ext cx="11430" cy="4629150"/>
          </a:xfrm>
          <a:prstGeom prst="rect">
            <a:avLst/>
          </a:prstGeom>
          <a:solidFill>
            <a:srgbClr val="5E7079"/>
          </a:solidFill>
          <a:ln w="20320">
            <a:noFill/>
          </a:ln>
        </p:spPr>
        <p:txBody>
          <a:bodyPr/>
          <a:lstStyle/>
          <a:p>
            <a:endParaRPr lang="en-US"/>
          </a:p>
        </p:txBody>
      </p:sp>
      <p:sp>
        <p:nvSpPr>
          <p:cNvPr id="4" name="ui-label"/>
          <p:cNvSpPr>
            <a:spLocks noGrp="1"/>
          </p:cNvSpPr>
          <p:nvPr/>
        </p:nvSpPr>
        <p:spPr>
          <a:xfrm>
            <a:off x="609600" y="4429125"/>
            <a:ext cx="3143250" cy="266700"/>
          </a:xfrm>
          <a:prstGeom prst="rect">
            <a:avLst/>
          </a:prstGeom>
          <a:noFill/>
          <a:ln w="0">
            <a:noFill/>
          </a:ln>
        </p:spPr>
        <p:txBody>
          <a:bodyPr lIns="0" tIns="0" rIns="0" bIns="0" anchor="ctr">
            <a:noAutofit/>
          </a:bodyPr>
          <a:lstStyle/>
          <a:p>
            <a:pPr algn="l">
              <a:defRPr sz="1600" b="0">
                <a:solidFill>
                  <a:srgbClr val="A7B9C4"/>
                </a:solidFill>
                <a:latin typeface="Aptos"/>
                <a:ea typeface="Aptos"/>
                <a:cs typeface="Aptos"/>
              </a:defRPr>
            </a:pPr>
            <a:r>
              <a:rPr sz="1600" b="0" dirty="0">
                <a:solidFill>
                  <a:srgbClr val="A7B9C4"/>
                </a:solidFill>
                <a:latin typeface="Aptos"/>
                <a:ea typeface="Aptos"/>
                <a:cs typeface="Aptos"/>
              </a:rPr>
              <a:t>CHARGED FIRE ORBS</a:t>
            </a:r>
          </a:p>
        </p:txBody>
      </p:sp>
      <p:sp>
        <p:nvSpPr>
          <p:cNvPr id="5" name="orb-0"/>
          <p:cNvSpPr>
            <a:spLocks noGrp="1"/>
          </p:cNvSpPr>
          <p:nvPr/>
        </p:nvSpPr>
        <p:spPr>
          <a:xfrm>
            <a:off x="3333750" y="4391025"/>
            <a:ext cx="361950" cy="361950"/>
          </a:xfrm>
          <a:prstGeom prst="ellipse">
            <a:avLst/>
          </a:prstGeom>
          <a:solidFill>
            <a:srgbClr val="ED5441"/>
          </a:solidFill>
          <a:ln w="20320">
            <a:solidFill>
              <a:srgbClr val="DDB968"/>
            </a:solidFill>
          </a:ln>
        </p:spPr>
        <p:txBody>
          <a:bodyPr/>
          <a:lstStyle/>
          <a:p>
            <a:endParaRPr lang="en-US"/>
          </a:p>
        </p:txBody>
      </p:sp>
      <p:sp>
        <p:nvSpPr>
          <p:cNvPr id="6" name="orb-F-0"/>
          <p:cNvSpPr>
            <a:spLocks noGrp="1"/>
          </p:cNvSpPr>
          <p:nvPr/>
        </p:nvSpPr>
        <p:spPr>
          <a:xfrm>
            <a:off x="3438525" y="4457700"/>
            <a:ext cx="190500" cy="238125"/>
          </a:xfrm>
          <a:prstGeom prst="rect">
            <a:avLst/>
          </a:prstGeom>
          <a:noFill/>
          <a:ln w="0">
            <a:noFill/>
          </a:ln>
        </p:spPr>
        <p:txBody>
          <a:bodyPr lIns="0" tIns="0" rIns="0" bIns="0" anchor="ctr">
            <a:noAutofit/>
          </a:bodyPr>
          <a:lstStyle/>
          <a:p>
            <a:pPr algn="l">
              <a:defRPr sz="1700" b="1">
                <a:solidFill>
                  <a:srgbClr val="F4F0E8"/>
                </a:solidFill>
                <a:latin typeface="Aptos"/>
                <a:ea typeface="Aptos"/>
                <a:cs typeface="Aptos"/>
              </a:defRPr>
            </a:pPr>
            <a:r>
              <a:rPr sz="1700" b="1" dirty="0">
                <a:solidFill>
                  <a:srgbClr val="F4F0E8"/>
                </a:solidFill>
                <a:latin typeface="Aptos"/>
                <a:ea typeface="Aptos"/>
                <a:cs typeface="Aptos"/>
              </a:rPr>
              <a:t>F</a:t>
            </a:r>
          </a:p>
        </p:txBody>
      </p:sp>
      <p:sp>
        <p:nvSpPr>
          <p:cNvPr id="7" name="orb-1"/>
          <p:cNvSpPr>
            <a:spLocks noGrp="1"/>
          </p:cNvSpPr>
          <p:nvPr/>
        </p:nvSpPr>
        <p:spPr>
          <a:xfrm>
            <a:off x="4000500" y="4391025"/>
            <a:ext cx="361950" cy="361950"/>
          </a:xfrm>
          <a:prstGeom prst="ellipse">
            <a:avLst/>
          </a:prstGeom>
          <a:solidFill>
            <a:srgbClr val="ED5441"/>
          </a:solidFill>
          <a:ln w="20320">
            <a:solidFill>
              <a:srgbClr val="DDB968"/>
            </a:solidFill>
          </a:ln>
        </p:spPr>
        <p:txBody>
          <a:bodyPr/>
          <a:lstStyle/>
          <a:p>
            <a:endParaRPr lang="en-US"/>
          </a:p>
        </p:txBody>
      </p:sp>
      <p:sp>
        <p:nvSpPr>
          <p:cNvPr id="8" name="orb-F-1"/>
          <p:cNvSpPr>
            <a:spLocks noGrp="1"/>
          </p:cNvSpPr>
          <p:nvPr/>
        </p:nvSpPr>
        <p:spPr>
          <a:xfrm>
            <a:off x="4105275" y="4457700"/>
            <a:ext cx="190500" cy="238125"/>
          </a:xfrm>
          <a:prstGeom prst="rect">
            <a:avLst/>
          </a:prstGeom>
          <a:noFill/>
          <a:ln w="0">
            <a:noFill/>
          </a:ln>
        </p:spPr>
        <p:txBody>
          <a:bodyPr lIns="0" tIns="0" rIns="0" bIns="0" anchor="ctr">
            <a:noAutofit/>
          </a:bodyPr>
          <a:lstStyle/>
          <a:p>
            <a:pPr algn="l">
              <a:defRPr sz="1700" b="1">
                <a:solidFill>
                  <a:srgbClr val="F4F0E8"/>
                </a:solidFill>
                <a:latin typeface="Aptos"/>
                <a:ea typeface="Aptos"/>
                <a:cs typeface="Aptos"/>
              </a:defRPr>
            </a:pPr>
            <a:r>
              <a:rPr sz="1700" b="1" dirty="0">
                <a:solidFill>
                  <a:srgbClr val="F4F0E8"/>
                </a:solidFill>
                <a:latin typeface="Aptos"/>
                <a:ea typeface="Aptos"/>
                <a:cs typeface="Aptos"/>
              </a:rPr>
              <a:t>F</a:t>
            </a:r>
          </a:p>
        </p:txBody>
      </p:sp>
      <p:sp>
        <p:nvSpPr>
          <p:cNvPr id="9" name="orb-2"/>
          <p:cNvSpPr>
            <a:spLocks noGrp="1"/>
          </p:cNvSpPr>
          <p:nvPr/>
        </p:nvSpPr>
        <p:spPr>
          <a:xfrm>
            <a:off x="4667250" y="4391025"/>
            <a:ext cx="361950" cy="361950"/>
          </a:xfrm>
          <a:prstGeom prst="ellipse">
            <a:avLst/>
          </a:prstGeom>
          <a:solidFill>
            <a:srgbClr val="ED5441"/>
          </a:solidFill>
          <a:ln w="20320">
            <a:solidFill>
              <a:srgbClr val="DDB968"/>
            </a:solidFill>
          </a:ln>
        </p:spPr>
        <p:txBody>
          <a:bodyPr/>
          <a:lstStyle/>
          <a:p>
            <a:endParaRPr lang="en-US"/>
          </a:p>
        </p:txBody>
      </p:sp>
      <p:sp>
        <p:nvSpPr>
          <p:cNvPr id="10" name="orb-F-2"/>
          <p:cNvSpPr>
            <a:spLocks noGrp="1"/>
          </p:cNvSpPr>
          <p:nvPr/>
        </p:nvSpPr>
        <p:spPr>
          <a:xfrm>
            <a:off x="4772025" y="4457700"/>
            <a:ext cx="190500" cy="238125"/>
          </a:xfrm>
          <a:prstGeom prst="rect">
            <a:avLst/>
          </a:prstGeom>
          <a:noFill/>
          <a:ln w="0">
            <a:noFill/>
          </a:ln>
        </p:spPr>
        <p:txBody>
          <a:bodyPr lIns="0" tIns="0" rIns="0" bIns="0" anchor="ctr">
            <a:noAutofit/>
          </a:bodyPr>
          <a:lstStyle/>
          <a:p>
            <a:pPr algn="l">
              <a:defRPr sz="1700" b="1">
                <a:solidFill>
                  <a:srgbClr val="F4F0E8"/>
                </a:solidFill>
                <a:latin typeface="Aptos"/>
                <a:ea typeface="Aptos"/>
                <a:cs typeface="Aptos"/>
              </a:defRPr>
            </a:pPr>
            <a:r>
              <a:rPr sz="1700" b="1" dirty="0">
                <a:solidFill>
                  <a:srgbClr val="F4F0E8"/>
                </a:solidFill>
                <a:latin typeface="Aptos"/>
                <a:ea typeface="Aptos"/>
                <a:cs typeface="Aptos"/>
              </a:rPr>
              <a:t>F</a:t>
            </a:r>
          </a:p>
        </p:txBody>
      </p:sp>
      <p:sp>
        <p:nvSpPr>
          <p:cNvPr id="11" name="orb-3"/>
          <p:cNvSpPr>
            <a:spLocks noGrp="1"/>
          </p:cNvSpPr>
          <p:nvPr/>
        </p:nvSpPr>
        <p:spPr>
          <a:xfrm>
            <a:off x="5334000" y="4391025"/>
            <a:ext cx="361950" cy="361950"/>
          </a:xfrm>
          <a:prstGeom prst="ellipse">
            <a:avLst/>
          </a:prstGeom>
          <a:solidFill>
            <a:srgbClr val="0D1B24"/>
          </a:solidFill>
          <a:ln w="20320">
            <a:solidFill>
              <a:srgbClr val="A7B9C4"/>
            </a:solidFill>
          </a:ln>
        </p:spPr>
        <p:txBody>
          <a:bodyPr/>
          <a:lstStyle/>
          <a:p>
            <a:endParaRPr lang="en-US"/>
          </a:p>
        </p:txBody>
      </p:sp>
      <p:sp>
        <p:nvSpPr>
          <p:cNvPr id="12" name="progress-label"/>
          <p:cNvSpPr>
            <a:spLocks noGrp="1"/>
          </p:cNvSpPr>
          <p:nvPr/>
        </p:nvSpPr>
        <p:spPr>
          <a:xfrm>
            <a:off x="609600" y="5124450"/>
            <a:ext cx="2428875" cy="238125"/>
          </a:xfrm>
          <a:prstGeom prst="rect">
            <a:avLst/>
          </a:prstGeom>
          <a:noFill/>
          <a:ln w="0">
            <a:noFill/>
          </a:ln>
        </p:spPr>
        <p:txBody>
          <a:bodyPr lIns="0" tIns="0" rIns="0" bIns="0" anchor="ctr">
            <a:noAutofit/>
          </a:bodyPr>
          <a:lstStyle/>
          <a:p>
            <a:pPr algn="l">
              <a:defRPr sz="1500" b="0">
                <a:solidFill>
                  <a:srgbClr val="A7B9C4"/>
                </a:solidFill>
                <a:latin typeface="Aptos"/>
                <a:ea typeface="Aptos"/>
                <a:cs typeface="Aptos"/>
              </a:defRPr>
            </a:pPr>
            <a:r>
              <a:rPr sz="1500" b="0" dirty="0">
                <a:solidFill>
                  <a:srgbClr val="A7B9C4"/>
                </a:solidFill>
                <a:latin typeface="Aptos"/>
                <a:ea typeface="Aptos"/>
                <a:cs typeface="Aptos"/>
              </a:rPr>
              <a:t>CHARGE PROGRESS</a:t>
            </a:r>
          </a:p>
        </p:txBody>
      </p:sp>
      <p:sp>
        <p:nvSpPr>
          <p:cNvPr id="13" name="progress-track"/>
          <p:cNvSpPr>
            <a:spLocks noGrp="1"/>
          </p:cNvSpPr>
          <p:nvPr/>
        </p:nvSpPr>
        <p:spPr>
          <a:xfrm>
            <a:off x="3333750" y="5238750"/>
            <a:ext cx="2667000" cy="47625"/>
          </a:xfrm>
          <a:prstGeom prst="rect">
            <a:avLst/>
          </a:prstGeom>
          <a:solidFill>
            <a:srgbClr val="5E7079"/>
          </a:solidFill>
          <a:ln w="20320">
            <a:noFill/>
          </a:ln>
        </p:spPr>
        <p:txBody>
          <a:bodyPr/>
          <a:lstStyle/>
          <a:p>
            <a:endParaRPr lang="en-US"/>
          </a:p>
        </p:txBody>
      </p:sp>
      <p:sp>
        <p:nvSpPr>
          <p:cNvPr id="14" name="threshold"/>
          <p:cNvSpPr>
            <a:spLocks noGrp="1"/>
          </p:cNvSpPr>
          <p:nvPr/>
        </p:nvSpPr>
        <p:spPr>
          <a:xfrm>
            <a:off x="5981700" y="5105400"/>
            <a:ext cx="28575" cy="295275"/>
          </a:xfrm>
          <a:prstGeom prst="rect">
            <a:avLst/>
          </a:prstGeom>
          <a:solidFill>
            <a:srgbClr val="DDB968"/>
          </a:solidFill>
          <a:ln w="20320">
            <a:noFill/>
          </a:ln>
        </p:spPr>
        <p:txBody>
          <a:bodyPr/>
          <a:lstStyle/>
          <a:p>
            <a:endParaRPr lang="en-US"/>
          </a:p>
        </p:txBody>
      </p:sp>
      <p:sp>
        <p:nvSpPr>
          <p:cNvPr id="15" name="threshold-label"/>
          <p:cNvSpPr>
            <a:spLocks noGrp="1"/>
          </p:cNvSpPr>
          <p:nvPr/>
        </p:nvSpPr>
        <p:spPr>
          <a:xfrm>
            <a:off x="6086475" y="5114925"/>
            <a:ext cx="1314450" cy="247650"/>
          </a:xfrm>
          <a:prstGeom prst="rect">
            <a:avLst/>
          </a:prstGeom>
          <a:noFill/>
          <a:ln w="0">
            <a:noFill/>
          </a:ln>
        </p:spPr>
        <p:txBody>
          <a:bodyPr lIns="0" tIns="0" rIns="0" bIns="0" anchor="ctr">
            <a:noAutofit/>
          </a:bodyPr>
          <a:lstStyle/>
          <a:p>
            <a:pPr algn="l">
              <a:defRPr sz="1600" b="1">
                <a:solidFill>
                  <a:srgbClr val="DDB968"/>
                </a:solidFill>
                <a:latin typeface="Aptos"/>
                <a:ea typeface="Aptos"/>
                <a:cs typeface="Aptos"/>
              </a:defRPr>
            </a:pPr>
            <a:r>
              <a:rPr sz="1600" b="1" dirty="0">
                <a:solidFill>
                  <a:srgbClr val="DDB968"/>
                </a:solidFill>
                <a:latin typeface="Aptos"/>
                <a:ea typeface="Aptos"/>
                <a:cs typeface="Aptos"/>
              </a:rPr>
              <a:t>NEXT ORB</a:t>
            </a:r>
          </a:p>
        </p:txBody>
      </p:sp>
      <p:sp>
        <p:nvSpPr>
          <p:cNvPr id="16" name="progress-fill"/>
          <p:cNvSpPr>
            <a:spLocks noGrp="1"/>
          </p:cNvSpPr>
          <p:nvPr/>
        </p:nvSpPr>
        <p:spPr>
          <a:xfrm>
            <a:off x="3333750" y="5238750"/>
            <a:ext cx="2047875" cy="47625"/>
          </a:xfrm>
          <a:prstGeom prst="rect">
            <a:avLst/>
          </a:prstGeom>
          <a:solidFill>
            <a:srgbClr val="DDB968"/>
          </a:solidFill>
          <a:ln w="20320">
            <a:noFill/>
          </a:ln>
        </p:spPr>
        <p:txBody>
          <a:bodyPr/>
          <a:lstStyle/>
          <a:p>
            <a:endParaRPr lang="en-US"/>
          </a:p>
        </p:txBody>
      </p:sp>
      <p:sp>
        <p:nvSpPr>
          <p:cNvPr id="17" name="held"/>
          <p:cNvSpPr>
            <a:spLocks noGrp="1"/>
          </p:cNvSpPr>
          <p:nvPr/>
        </p:nvSpPr>
        <p:spPr>
          <a:xfrm>
            <a:off x="5000625" y="5495925"/>
            <a:ext cx="2381250" cy="304800"/>
          </a:xfrm>
          <a:prstGeom prst="rect">
            <a:avLst/>
          </a:prstGeom>
          <a:noFill/>
          <a:ln w="0">
            <a:noFill/>
          </a:ln>
        </p:spPr>
        <p:txBody>
          <a:bodyPr lIns="0" tIns="0" rIns="0" bIns="0" anchor="ctr">
            <a:noAutofit/>
          </a:bodyPr>
          <a:lstStyle/>
          <a:p>
            <a:pPr algn="l">
              <a:defRPr sz="1700" b="1">
                <a:solidFill>
                  <a:srgbClr val="DDB968"/>
                </a:solidFill>
                <a:latin typeface="Aptos"/>
                <a:ea typeface="Aptos"/>
                <a:cs typeface="Aptos"/>
              </a:defRPr>
            </a:pPr>
            <a:r>
              <a:rPr sz="1700" b="1" dirty="0">
                <a:solidFill>
                  <a:srgbClr val="DDB968"/>
                </a:solidFill>
                <a:latin typeface="Aptos"/>
                <a:ea typeface="Aptos"/>
                <a:cs typeface="Aptos"/>
              </a:rPr>
              <a:t>Ⅱ  HELD BRIEFLY</a:t>
            </a:r>
          </a:p>
        </p:txBody>
      </p:sp>
      <p:sp>
        <p:nvSpPr>
          <p:cNvPr id="18" name="advance"/>
          <p:cNvSpPr>
            <a:spLocks noGrp="1"/>
          </p:cNvSpPr>
          <p:nvPr/>
        </p:nvSpPr>
        <p:spPr>
          <a:xfrm>
            <a:off x="3333750" y="5495925"/>
            <a:ext cx="2000250" cy="304800"/>
          </a:xfrm>
          <a:prstGeom prst="rect">
            <a:avLst/>
          </a:prstGeom>
          <a:noFill/>
          <a:ln w="0">
            <a:noFill/>
          </a:ln>
        </p:spPr>
        <p:txBody>
          <a:bodyPr lIns="0" tIns="0" rIns="0" bIns="0" anchor="ctr">
            <a:noAutofit/>
          </a:bodyPr>
          <a:lstStyle/>
          <a:p>
            <a:pPr algn="l">
              <a:defRPr sz="1700" b="1">
                <a:solidFill>
                  <a:srgbClr val="DDB968"/>
                </a:solidFill>
                <a:latin typeface="Aptos"/>
                <a:ea typeface="Aptos"/>
                <a:cs typeface="Aptos"/>
              </a:defRPr>
            </a:pPr>
            <a:r>
              <a:rPr sz="1700" b="1" dirty="0">
                <a:solidFill>
                  <a:srgbClr val="DDB968"/>
                </a:solidFill>
                <a:latin typeface="Aptos"/>
                <a:ea typeface="Aptos"/>
                <a:cs typeface="Aptos"/>
              </a:rPr>
              <a:t>CHARGING…</a:t>
            </a:r>
          </a:p>
        </p:txBody>
      </p:sp>
      <p:sp>
        <p:nvSpPr>
          <p:cNvPr id="19" name="cue-0"/>
          <p:cNvSpPr>
            <a:spLocks noGrp="1"/>
          </p:cNvSpPr>
          <p:nvPr/>
        </p:nvSpPr>
        <p:spPr>
          <a:xfrm>
            <a:off x="609600" y="6010275"/>
            <a:ext cx="6953250" cy="352425"/>
          </a:xfrm>
          <a:prstGeom prst="rect">
            <a:avLst/>
          </a:prstGeom>
          <a:noFill/>
          <a:ln w="0">
            <a:noFill/>
          </a:ln>
        </p:spPr>
        <p:txBody>
          <a:bodyPr lIns="0" tIns="0" rIns="0" bIns="0" anchor="ctr">
            <a:noAutofit/>
          </a:bodyPr>
          <a:lstStyle/>
          <a:p>
            <a:pPr algn="l">
              <a:defRPr sz="2100" b="1">
                <a:solidFill>
                  <a:srgbClr val="DDB968"/>
                </a:solidFill>
                <a:latin typeface="Aptos"/>
                <a:ea typeface="Aptos"/>
                <a:cs typeface="Aptos"/>
              </a:defRPr>
            </a:pPr>
            <a:r>
              <a:rPr sz="2100" b="1" dirty="0">
                <a:solidFill>
                  <a:srgbClr val="DDB968"/>
                </a:solidFill>
                <a:latin typeface="Aptos"/>
                <a:ea typeface="Aptos"/>
                <a:cs typeface="Aptos"/>
              </a:rPr>
              <a:t>FULL PRESS → CHARGE CONTINUES</a:t>
            </a:r>
          </a:p>
        </p:txBody>
      </p:sp>
      <p:sp>
        <p:nvSpPr>
          <p:cNvPr id="20" name="cue-1"/>
          <p:cNvSpPr>
            <a:spLocks noGrp="1"/>
          </p:cNvSpPr>
          <p:nvPr/>
        </p:nvSpPr>
        <p:spPr>
          <a:xfrm>
            <a:off x="609600" y="6010275"/>
            <a:ext cx="6953250" cy="352425"/>
          </a:xfrm>
          <a:prstGeom prst="rect">
            <a:avLst/>
          </a:prstGeom>
          <a:noFill/>
          <a:ln w="0">
            <a:noFill/>
          </a:ln>
        </p:spPr>
        <p:txBody>
          <a:bodyPr lIns="0" tIns="0" rIns="0" bIns="0" anchor="ctr">
            <a:noAutofit/>
          </a:bodyPr>
          <a:lstStyle/>
          <a:p>
            <a:pPr algn="l">
              <a:defRPr sz="2100" b="1">
                <a:solidFill>
                  <a:srgbClr val="DDB968"/>
                </a:solidFill>
                <a:latin typeface="Aptos"/>
                <a:ea typeface="Aptos"/>
                <a:cs typeface="Aptos"/>
              </a:defRPr>
            </a:pPr>
            <a:r>
              <a:rPr sz="2100" b="1" dirty="0">
                <a:solidFill>
                  <a:srgbClr val="DDB968"/>
                </a:solidFill>
                <a:latin typeface="Aptos"/>
                <a:ea typeface="Aptos"/>
                <a:cs typeface="Aptos"/>
              </a:rPr>
              <a:t>HALF PRESS → PROGRESS STOPS BRIEFLY</a:t>
            </a:r>
          </a:p>
        </p:txBody>
      </p:sp>
      <p:sp>
        <p:nvSpPr>
          <p:cNvPr id="21" name="cue-2"/>
          <p:cNvSpPr>
            <a:spLocks noGrp="1"/>
          </p:cNvSpPr>
          <p:nvPr/>
        </p:nvSpPr>
        <p:spPr>
          <a:xfrm>
            <a:off x="609600" y="6010275"/>
            <a:ext cx="6953250" cy="352425"/>
          </a:xfrm>
          <a:prstGeom prst="rect">
            <a:avLst/>
          </a:prstGeom>
          <a:noFill/>
          <a:ln w="0">
            <a:noFill/>
          </a:ln>
        </p:spPr>
        <p:txBody>
          <a:bodyPr lIns="0" tIns="0" rIns="0" bIns="0" anchor="ctr">
            <a:noAutofit/>
          </a:bodyPr>
          <a:lstStyle/>
          <a:p>
            <a:pPr algn="l">
              <a:defRPr sz="2100" b="1">
                <a:solidFill>
                  <a:srgbClr val="DDB968"/>
                </a:solidFill>
                <a:latin typeface="Aptos"/>
                <a:ea typeface="Aptos"/>
                <a:cs typeface="Aptos"/>
              </a:defRPr>
            </a:pPr>
            <a:r>
              <a:rPr sz="2100" b="1" dirty="0">
                <a:solidFill>
                  <a:srgbClr val="DDB968"/>
                </a:solidFill>
                <a:latin typeface="Aptos"/>
                <a:ea typeface="Aptos"/>
                <a:cs typeface="Aptos"/>
              </a:rPr>
              <a:t>KEEP FIGHTING</a:t>
            </a:r>
          </a:p>
        </p:txBody>
      </p:sp>
      <p:sp>
        <p:nvSpPr>
          <p:cNvPr id="22" name="cue-3"/>
          <p:cNvSpPr>
            <a:spLocks noGrp="1"/>
          </p:cNvSpPr>
          <p:nvPr/>
        </p:nvSpPr>
        <p:spPr>
          <a:xfrm>
            <a:off x="609600" y="6010275"/>
            <a:ext cx="6953250" cy="352425"/>
          </a:xfrm>
          <a:prstGeom prst="rect">
            <a:avLst/>
          </a:prstGeom>
          <a:noFill/>
          <a:ln w="0">
            <a:noFill/>
          </a:ln>
        </p:spPr>
        <p:txBody>
          <a:bodyPr lIns="0" tIns="0" rIns="0" bIns="0" anchor="ctr">
            <a:noAutofit/>
          </a:bodyPr>
          <a:lstStyle/>
          <a:p>
            <a:pPr algn="l">
              <a:defRPr sz="2100" b="1">
                <a:solidFill>
                  <a:srgbClr val="DDB968"/>
                </a:solidFill>
                <a:latin typeface="Aptos"/>
                <a:ea typeface="Aptos"/>
                <a:cs typeface="Aptos"/>
              </a:defRPr>
            </a:pPr>
            <a:r>
              <a:rPr sz="2100" b="1" dirty="0">
                <a:solidFill>
                  <a:srgbClr val="DDB968"/>
                </a:solidFill>
                <a:latin typeface="Aptos"/>
                <a:ea typeface="Aptos"/>
                <a:cs typeface="Aptos"/>
              </a:rPr>
              <a:t>OPENING</a:t>
            </a:r>
          </a:p>
        </p:txBody>
      </p:sp>
      <p:sp>
        <p:nvSpPr>
          <p:cNvPr id="23" name="cue-4"/>
          <p:cNvSpPr>
            <a:spLocks noGrp="1"/>
          </p:cNvSpPr>
          <p:nvPr/>
        </p:nvSpPr>
        <p:spPr>
          <a:xfrm>
            <a:off x="609600" y="6010275"/>
            <a:ext cx="6953250" cy="352425"/>
          </a:xfrm>
          <a:prstGeom prst="rect">
            <a:avLst/>
          </a:prstGeom>
          <a:noFill/>
          <a:ln w="0">
            <a:noFill/>
          </a:ln>
        </p:spPr>
        <p:txBody>
          <a:bodyPr lIns="0" tIns="0" rIns="0" bIns="0" anchor="ctr">
            <a:noAutofit/>
          </a:bodyPr>
          <a:lstStyle/>
          <a:p>
            <a:pPr algn="l">
              <a:defRPr sz="2100" b="1">
                <a:solidFill>
                  <a:srgbClr val="DDB968"/>
                </a:solidFill>
                <a:latin typeface="Aptos"/>
                <a:ea typeface="Aptos"/>
                <a:cs typeface="Aptos"/>
              </a:defRPr>
            </a:pPr>
            <a:r>
              <a:rPr sz="2100" b="1" dirty="0">
                <a:solidFill>
                  <a:srgbClr val="DDB968"/>
                </a:solidFill>
                <a:latin typeface="Aptos"/>
                <a:ea typeface="Aptos"/>
                <a:cs typeface="Aptos"/>
              </a:rPr>
              <a:t>RELEASE → CAST</a:t>
            </a:r>
          </a:p>
        </p:txBody>
      </p:sp>
      <p:pic>
        <p:nvPicPr>
          <p:cNvPr id="24" name="controller-full press"/>
          <p:cNvPicPr>
            <a:picLocks noChangeAspect="1"/>
          </p:cNvPicPr>
          <p:nvPr/>
        </p:nvPicPr>
        <p:blipFill>
          <a:blip r:embed="rId3"/>
          <a:srcRect t="17277" r="6164" b="26745"/>
          <a:stretch/>
        </p:blipFill>
        <p:spPr>
          <a:xfrm>
            <a:off x="8058150" y="1895475"/>
            <a:ext cx="3524250" cy="2800350"/>
          </a:xfrm>
          <a:prstGeom prst="rect">
            <a:avLst/>
          </a:prstGeom>
        </p:spPr>
      </p:pic>
      <p:sp>
        <p:nvSpPr>
          <p:cNvPr id="25" name="controller-label-0"/>
          <p:cNvSpPr>
            <a:spLocks noGrp="1"/>
          </p:cNvSpPr>
          <p:nvPr/>
        </p:nvSpPr>
        <p:spPr>
          <a:xfrm>
            <a:off x="8229600" y="5000625"/>
            <a:ext cx="3333750" cy="419100"/>
          </a:xfrm>
          <a:prstGeom prst="rect">
            <a:avLst/>
          </a:prstGeom>
          <a:noFill/>
          <a:ln w="0">
            <a:noFill/>
          </a:ln>
        </p:spPr>
        <p:txBody>
          <a:bodyPr lIns="0" tIns="0" rIns="0" bIns="0" anchor="ctr">
            <a:noAutofit/>
          </a:bodyPr>
          <a:lstStyle/>
          <a:p>
            <a:pPr algn="l">
              <a:defRPr sz="2600" b="1">
                <a:solidFill>
                  <a:srgbClr val="DDB968"/>
                </a:solidFill>
                <a:latin typeface="Aptos"/>
                <a:ea typeface="Aptos"/>
                <a:cs typeface="Aptos"/>
              </a:defRPr>
            </a:pPr>
            <a:r>
              <a:rPr sz="2600" b="1" dirty="0">
                <a:solidFill>
                  <a:srgbClr val="DDB968"/>
                </a:solidFill>
                <a:latin typeface="Aptos"/>
                <a:ea typeface="Aptos"/>
                <a:cs typeface="Aptos"/>
              </a:rPr>
              <a:t>FULL PRESS</a:t>
            </a:r>
          </a:p>
        </p:txBody>
      </p:sp>
      <p:sp>
        <p:nvSpPr>
          <p:cNvPr id="26" name="controller-sub-0"/>
          <p:cNvSpPr>
            <a:spLocks noGrp="1"/>
          </p:cNvSpPr>
          <p:nvPr/>
        </p:nvSpPr>
        <p:spPr>
          <a:xfrm>
            <a:off x="8229600" y="5505450"/>
            <a:ext cx="3238500" cy="571500"/>
          </a:xfrm>
          <a:prstGeom prst="rect">
            <a:avLst/>
          </a:prstGeom>
          <a:noFill/>
          <a:ln w="0">
            <a:noFill/>
          </a:ln>
        </p:spPr>
        <p:txBody>
          <a:bodyPr lIns="0" tIns="0" rIns="0" bIns="0" anchor="ctr">
            <a:noAutofit/>
          </a:bodyPr>
          <a:lstStyle/>
          <a:p>
            <a:pPr algn="l">
              <a:defRPr sz="1900" b="0">
                <a:solidFill>
                  <a:srgbClr val="F4F0E8"/>
                </a:solidFill>
                <a:latin typeface="Aptos"/>
                <a:ea typeface="Aptos"/>
                <a:cs typeface="Aptos"/>
              </a:defRPr>
            </a:pPr>
            <a:r>
              <a:rPr sz="1900" b="0" dirty="0">
                <a:solidFill>
                  <a:srgbClr val="F4F0E8"/>
                </a:solidFill>
                <a:latin typeface="Aptos"/>
                <a:ea typeface="Aptos"/>
                <a:cs typeface="Aptos"/>
              </a:rPr>
              <a:t>Charge continues</a:t>
            </a:r>
          </a:p>
        </p:txBody>
      </p:sp>
      <p:pic>
        <p:nvPicPr>
          <p:cNvPr id="27" name="controller-half press"/>
          <p:cNvPicPr>
            <a:picLocks noChangeAspect="1"/>
          </p:cNvPicPr>
          <p:nvPr/>
        </p:nvPicPr>
        <p:blipFill>
          <a:blip r:embed="rId4"/>
          <a:srcRect t="17206" r="5817" b="27047"/>
          <a:stretch/>
        </p:blipFill>
        <p:spPr>
          <a:xfrm>
            <a:off x="8058150" y="1895475"/>
            <a:ext cx="3524250" cy="2800350"/>
          </a:xfrm>
          <a:prstGeom prst="rect">
            <a:avLst/>
          </a:prstGeom>
        </p:spPr>
      </p:pic>
      <p:sp>
        <p:nvSpPr>
          <p:cNvPr id="28" name="controller-label-1"/>
          <p:cNvSpPr>
            <a:spLocks noGrp="1"/>
          </p:cNvSpPr>
          <p:nvPr/>
        </p:nvSpPr>
        <p:spPr>
          <a:xfrm>
            <a:off x="8229600" y="5000625"/>
            <a:ext cx="3333750" cy="419100"/>
          </a:xfrm>
          <a:prstGeom prst="rect">
            <a:avLst/>
          </a:prstGeom>
          <a:noFill/>
          <a:ln w="0">
            <a:noFill/>
          </a:ln>
        </p:spPr>
        <p:txBody>
          <a:bodyPr lIns="0" tIns="0" rIns="0" bIns="0" anchor="ctr">
            <a:noAutofit/>
          </a:bodyPr>
          <a:lstStyle/>
          <a:p>
            <a:pPr algn="l">
              <a:defRPr sz="2600" b="1">
                <a:solidFill>
                  <a:srgbClr val="DDB968"/>
                </a:solidFill>
                <a:latin typeface="Aptos"/>
                <a:ea typeface="Aptos"/>
                <a:cs typeface="Aptos"/>
              </a:defRPr>
            </a:pPr>
            <a:r>
              <a:rPr sz="2600" b="1" dirty="0">
                <a:solidFill>
                  <a:srgbClr val="DDB968"/>
                </a:solidFill>
                <a:latin typeface="Aptos"/>
                <a:ea typeface="Aptos"/>
                <a:cs typeface="Aptos"/>
              </a:rPr>
              <a:t>HALF PRESS</a:t>
            </a:r>
          </a:p>
        </p:txBody>
      </p:sp>
      <p:sp>
        <p:nvSpPr>
          <p:cNvPr id="29" name="controller-sub-1"/>
          <p:cNvSpPr>
            <a:spLocks noGrp="1"/>
          </p:cNvSpPr>
          <p:nvPr/>
        </p:nvSpPr>
        <p:spPr>
          <a:xfrm>
            <a:off x="8229600" y="5505450"/>
            <a:ext cx="3238500" cy="571500"/>
          </a:xfrm>
          <a:prstGeom prst="rect">
            <a:avLst/>
          </a:prstGeom>
          <a:noFill/>
          <a:ln w="0">
            <a:noFill/>
          </a:ln>
        </p:spPr>
        <p:txBody>
          <a:bodyPr lIns="0" tIns="0" rIns="0" bIns="0" anchor="ctr">
            <a:noAutofit/>
          </a:bodyPr>
          <a:lstStyle/>
          <a:p>
            <a:pPr algn="l">
              <a:defRPr sz="1900" b="0">
                <a:solidFill>
                  <a:srgbClr val="F4F0E8"/>
                </a:solidFill>
                <a:latin typeface="Aptos"/>
                <a:ea typeface="Aptos"/>
                <a:cs typeface="Aptos"/>
              </a:defRPr>
            </a:pPr>
            <a:r>
              <a:rPr sz="1900" b="0" dirty="0">
                <a:solidFill>
                  <a:srgbClr val="F4F0E8"/>
                </a:solidFill>
                <a:latin typeface="Aptos"/>
                <a:ea typeface="Aptos"/>
                <a:cs typeface="Aptos"/>
              </a:rPr>
              <a:t>Progress stops briefly</a:t>
            </a:r>
          </a:p>
        </p:txBody>
      </p:sp>
      <p:pic>
        <p:nvPicPr>
          <p:cNvPr id="30" name="controller-release"/>
          <p:cNvPicPr>
            <a:picLocks noChangeAspect="1"/>
          </p:cNvPicPr>
          <p:nvPr/>
        </p:nvPicPr>
        <p:blipFill>
          <a:blip r:embed="rId5"/>
          <a:srcRect t="17277" r="6164" b="26745"/>
          <a:stretch/>
        </p:blipFill>
        <p:spPr>
          <a:xfrm>
            <a:off x="8058150" y="1895475"/>
            <a:ext cx="3524250" cy="2800350"/>
          </a:xfrm>
          <a:prstGeom prst="rect">
            <a:avLst/>
          </a:prstGeom>
        </p:spPr>
      </p:pic>
      <p:sp>
        <p:nvSpPr>
          <p:cNvPr id="31" name="controller-label-2"/>
          <p:cNvSpPr>
            <a:spLocks noGrp="1"/>
          </p:cNvSpPr>
          <p:nvPr/>
        </p:nvSpPr>
        <p:spPr>
          <a:xfrm>
            <a:off x="8229600" y="5000625"/>
            <a:ext cx="3333750" cy="419100"/>
          </a:xfrm>
          <a:prstGeom prst="rect">
            <a:avLst/>
          </a:prstGeom>
          <a:noFill/>
          <a:ln w="0">
            <a:noFill/>
          </a:ln>
        </p:spPr>
        <p:txBody>
          <a:bodyPr lIns="0" tIns="0" rIns="0" bIns="0" anchor="ctr">
            <a:noAutofit/>
          </a:bodyPr>
          <a:lstStyle/>
          <a:p>
            <a:pPr algn="l">
              <a:defRPr sz="2600" b="1">
                <a:solidFill>
                  <a:srgbClr val="DDB968"/>
                </a:solidFill>
                <a:latin typeface="Aptos"/>
                <a:ea typeface="Aptos"/>
                <a:cs typeface="Aptos"/>
              </a:defRPr>
            </a:pPr>
            <a:r>
              <a:rPr sz="2600" b="1" dirty="0">
                <a:solidFill>
                  <a:srgbClr val="DDB968"/>
                </a:solidFill>
                <a:latin typeface="Aptos"/>
                <a:ea typeface="Aptos"/>
                <a:cs typeface="Aptos"/>
              </a:rPr>
              <a:t>RELEASE</a:t>
            </a:r>
          </a:p>
        </p:txBody>
      </p:sp>
      <p:sp>
        <p:nvSpPr>
          <p:cNvPr id="32" name="controller-sub-2"/>
          <p:cNvSpPr>
            <a:spLocks noGrp="1"/>
          </p:cNvSpPr>
          <p:nvPr/>
        </p:nvSpPr>
        <p:spPr>
          <a:xfrm>
            <a:off x="8229600" y="5505450"/>
            <a:ext cx="3238500" cy="571500"/>
          </a:xfrm>
          <a:prstGeom prst="rect">
            <a:avLst/>
          </a:prstGeom>
          <a:noFill/>
          <a:ln w="0">
            <a:noFill/>
          </a:ln>
        </p:spPr>
        <p:txBody>
          <a:bodyPr lIns="0" tIns="0" rIns="0" bIns="0" anchor="ctr">
            <a:noAutofit/>
          </a:bodyPr>
          <a:lstStyle/>
          <a:p>
            <a:pPr algn="l">
              <a:defRPr sz="1900" b="0">
                <a:solidFill>
                  <a:srgbClr val="F4F0E8"/>
                </a:solidFill>
                <a:latin typeface="Aptos"/>
                <a:ea typeface="Aptos"/>
                <a:cs typeface="Aptos"/>
              </a:defRPr>
            </a:pPr>
            <a:r>
              <a:rPr sz="1900" b="0" dirty="0">
                <a:solidFill>
                  <a:srgbClr val="F4F0E8"/>
                </a:solidFill>
                <a:latin typeface="Aptos"/>
                <a:ea typeface="Aptos"/>
                <a:cs typeface="Aptos"/>
              </a:rPr>
              <a:t>Cast</a:t>
            </a:r>
          </a:p>
        </p:txBody>
      </p:sp>
      <p:sp>
        <p:nvSpPr>
          <p:cNvPr id="33" name="r2-label"/>
          <p:cNvSpPr>
            <a:spLocks noGrp="1"/>
          </p:cNvSpPr>
          <p:nvPr/>
        </p:nvSpPr>
        <p:spPr>
          <a:xfrm>
            <a:off x="8229600" y="1457325"/>
            <a:ext cx="3048000" cy="361950"/>
          </a:xfrm>
          <a:prstGeom prst="rect">
            <a:avLst/>
          </a:prstGeom>
          <a:noFill/>
          <a:ln w="0">
            <a:noFill/>
          </a:ln>
        </p:spPr>
        <p:txBody>
          <a:bodyPr lIns="0" tIns="0" rIns="0" bIns="0" anchor="ctr">
            <a:noAutofit/>
          </a:bodyPr>
          <a:lstStyle/>
          <a:p>
            <a:pPr algn="l">
              <a:defRPr sz="2200" b="1">
                <a:solidFill>
                  <a:srgbClr val="F4F0E8"/>
                </a:solidFill>
                <a:latin typeface="Aptos"/>
                <a:ea typeface="Aptos"/>
                <a:cs typeface="Aptos"/>
              </a:defRPr>
            </a:pPr>
            <a:r>
              <a:rPr sz="2200" b="1" dirty="0">
                <a:solidFill>
                  <a:srgbClr val="F4F0E8"/>
                </a:solidFill>
                <a:latin typeface="Aptos"/>
                <a:ea typeface="Aptos"/>
                <a:cs typeface="Aptos"/>
              </a:rPr>
              <a:t>R2 INPUT</a:t>
            </a:r>
          </a:p>
        </p:txBody>
      </p:sp>
      <p:pic>
        <p:nvPicPr>
          <p:cNvPr id="34" name="player-ready-0"/>
          <p:cNvPicPr>
            <a:picLocks noChangeAspect="1"/>
          </p:cNvPicPr>
          <p:nvPr/>
        </p:nvPicPr>
        <p:blipFill>
          <a:blip r:embed="rId6"/>
          <a:srcRect r="83333"/>
          <a:stretch/>
        </p:blipFill>
        <p:spPr>
          <a:xfrm>
            <a:off x="1619250" y="1266825"/>
            <a:ext cx="2952750" cy="2952750"/>
          </a:xfrm>
          <a:prstGeom prst="rect">
            <a:avLst/>
          </a:prstGeom>
        </p:spPr>
      </p:pic>
      <p:pic>
        <p:nvPicPr>
          <p:cNvPr id="35" name="player-ready-1"/>
          <p:cNvPicPr>
            <a:picLocks noChangeAspect="1"/>
          </p:cNvPicPr>
          <p:nvPr/>
        </p:nvPicPr>
        <p:blipFill>
          <a:blip r:embed="rId6"/>
          <a:srcRect l="16667" r="66667"/>
          <a:stretch/>
        </p:blipFill>
        <p:spPr>
          <a:xfrm>
            <a:off x="1619250" y="1266825"/>
            <a:ext cx="2952750" cy="2952750"/>
          </a:xfrm>
          <a:prstGeom prst="rect">
            <a:avLst/>
          </a:prstGeom>
        </p:spPr>
      </p:pic>
      <p:pic>
        <p:nvPicPr>
          <p:cNvPr id="36" name="player-ready-2"/>
          <p:cNvPicPr>
            <a:picLocks noChangeAspect="1"/>
          </p:cNvPicPr>
          <p:nvPr/>
        </p:nvPicPr>
        <p:blipFill>
          <a:blip r:embed="rId6"/>
          <a:srcRect l="33333" r="50000"/>
          <a:stretch/>
        </p:blipFill>
        <p:spPr>
          <a:xfrm>
            <a:off x="1619250" y="1266825"/>
            <a:ext cx="2952750" cy="2952750"/>
          </a:xfrm>
          <a:prstGeom prst="rect">
            <a:avLst/>
          </a:prstGeom>
        </p:spPr>
      </p:pic>
      <p:pic>
        <p:nvPicPr>
          <p:cNvPr id="37" name="player-ready-3"/>
          <p:cNvPicPr>
            <a:picLocks noChangeAspect="1"/>
          </p:cNvPicPr>
          <p:nvPr/>
        </p:nvPicPr>
        <p:blipFill>
          <a:blip r:embed="rId6"/>
          <a:srcRect l="50000" r="33333"/>
          <a:stretch/>
        </p:blipFill>
        <p:spPr>
          <a:xfrm>
            <a:off x="1619250" y="1266825"/>
            <a:ext cx="2952750" cy="2952750"/>
          </a:xfrm>
          <a:prstGeom prst="rect">
            <a:avLst/>
          </a:prstGeom>
        </p:spPr>
      </p:pic>
      <p:pic>
        <p:nvPicPr>
          <p:cNvPr id="38" name="player-ready-4"/>
          <p:cNvPicPr>
            <a:picLocks noChangeAspect="1"/>
          </p:cNvPicPr>
          <p:nvPr/>
        </p:nvPicPr>
        <p:blipFill>
          <a:blip r:embed="rId6"/>
          <a:srcRect l="66667" r="16667"/>
          <a:stretch/>
        </p:blipFill>
        <p:spPr>
          <a:xfrm>
            <a:off x="1619250" y="1266825"/>
            <a:ext cx="2952750" cy="2952750"/>
          </a:xfrm>
          <a:prstGeom prst="rect">
            <a:avLst/>
          </a:prstGeom>
        </p:spPr>
      </p:pic>
      <p:pic>
        <p:nvPicPr>
          <p:cNvPr id="39" name="player-ready-5"/>
          <p:cNvPicPr>
            <a:picLocks noChangeAspect="1"/>
          </p:cNvPicPr>
          <p:nvPr/>
        </p:nvPicPr>
        <p:blipFill>
          <a:blip r:embed="rId6"/>
          <a:srcRect l="83333"/>
          <a:stretch/>
        </p:blipFill>
        <p:spPr>
          <a:xfrm>
            <a:off x="1619250" y="1266825"/>
            <a:ext cx="2952750" cy="2952750"/>
          </a:xfrm>
          <a:prstGeom prst="rect">
            <a:avLst/>
          </a:prstGeom>
        </p:spPr>
      </p:pic>
      <p:pic>
        <p:nvPicPr>
          <p:cNvPr id="40" name="player-response-0"/>
          <p:cNvPicPr>
            <a:picLocks noChangeAspect="1"/>
          </p:cNvPicPr>
          <p:nvPr/>
        </p:nvPicPr>
        <p:blipFill>
          <a:blip r:embed="rId7"/>
          <a:srcRect r="91667"/>
          <a:stretch/>
        </p:blipFill>
        <p:spPr>
          <a:xfrm>
            <a:off x="1428750" y="1266825"/>
            <a:ext cx="2952750" cy="2952750"/>
          </a:xfrm>
          <a:prstGeom prst="rect">
            <a:avLst/>
          </a:prstGeom>
        </p:spPr>
      </p:pic>
      <p:pic>
        <p:nvPicPr>
          <p:cNvPr id="41" name="player-response-1"/>
          <p:cNvPicPr>
            <a:picLocks noChangeAspect="1"/>
          </p:cNvPicPr>
          <p:nvPr/>
        </p:nvPicPr>
        <p:blipFill>
          <a:blip r:embed="rId7"/>
          <a:srcRect l="8333" r="83333"/>
          <a:stretch/>
        </p:blipFill>
        <p:spPr>
          <a:xfrm>
            <a:off x="1428750" y="1266825"/>
            <a:ext cx="2952750" cy="2952750"/>
          </a:xfrm>
          <a:prstGeom prst="rect">
            <a:avLst/>
          </a:prstGeom>
        </p:spPr>
      </p:pic>
      <p:pic>
        <p:nvPicPr>
          <p:cNvPr id="42" name="player-response-2"/>
          <p:cNvPicPr>
            <a:picLocks noChangeAspect="1"/>
          </p:cNvPicPr>
          <p:nvPr/>
        </p:nvPicPr>
        <p:blipFill>
          <a:blip r:embed="rId7"/>
          <a:srcRect l="16667" r="75000"/>
          <a:stretch/>
        </p:blipFill>
        <p:spPr>
          <a:xfrm>
            <a:off x="1428750" y="1266825"/>
            <a:ext cx="2952750" cy="2952750"/>
          </a:xfrm>
          <a:prstGeom prst="rect">
            <a:avLst/>
          </a:prstGeom>
        </p:spPr>
      </p:pic>
      <p:pic>
        <p:nvPicPr>
          <p:cNvPr id="43" name="player-response-3"/>
          <p:cNvPicPr>
            <a:picLocks noChangeAspect="1"/>
          </p:cNvPicPr>
          <p:nvPr/>
        </p:nvPicPr>
        <p:blipFill>
          <a:blip r:embed="rId7"/>
          <a:srcRect l="25000" r="66667"/>
          <a:stretch/>
        </p:blipFill>
        <p:spPr>
          <a:xfrm>
            <a:off x="1428750" y="1266825"/>
            <a:ext cx="2952750" cy="2952750"/>
          </a:xfrm>
          <a:prstGeom prst="rect">
            <a:avLst/>
          </a:prstGeom>
        </p:spPr>
      </p:pic>
      <p:pic>
        <p:nvPicPr>
          <p:cNvPr id="44" name="player-response-4"/>
          <p:cNvPicPr>
            <a:picLocks noChangeAspect="1"/>
          </p:cNvPicPr>
          <p:nvPr/>
        </p:nvPicPr>
        <p:blipFill>
          <a:blip r:embed="rId7"/>
          <a:srcRect l="33333" r="58333"/>
          <a:stretch/>
        </p:blipFill>
        <p:spPr>
          <a:xfrm>
            <a:off x="1428750" y="1266825"/>
            <a:ext cx="2952750" cy="2952750"/>
          </a:xfrm>
          <a:prstGeom prst="rect">
            <a:avLst/>
          </a:prstGeom>
        </p:spPr>
      </p:pic>
      <p:pic>
        <p:nvPicPr>
          <p:cNvPr id="45" name="player-response-5"/>
          <p:cNvPicPr>
            <a:picLocks noChangeAspect="1"/>
          </p:cNvPicPr>
          <p:nvPr/>
        </p:nvPicPr>
        <p:blipFill>
          <a:blip r:embed="rId7"/>
          <a:srcRect l="41667" r="50000"/>
          <a:stretch/>
        </p:blipFill>
        <p:spPr>
          <a:xfrm>
            <a:off x="1428750" y="1266825"/>
            <a:ext cx="2952750" cy="2952750"/>
          </a:xfrm>
          <a:prstGeom prst="rect">
            <a:avLst/>
          </a:prstGeom>
        </p:spPr>
      </p:pic>
      <p:pic>
        <p:nvPicPr>
          <p:cNvPr id="46" name="player-response-6"/>
          <p:cNvPicPr>
            <a:picLocks noChangeAspect="1"/>
          </p:cNvPicPr>
          <p:nvPr/>
        </p:nvPicPr>
        <p:blipFill>
          <a:blip r:embed="rId7"/>
          <a:srcRect l="50000" r="41667"/>
          <a:stretch/>
        </p:blipFill>
        <p:spPr>
          <a:xfrm>
            <a:off x="1428750" y="1266825"/>
            <a:ext cx="2952750" cy="2952750"/>
          </a:xfrm>
          <a:prstGeom prst="rect">
            <a:avLst/>
          </a:prstGeom>
        </p:spPr>
      </p:pic>
      <p:pic>
        <p:nvPicPr>
          <p:cNvPr id="47" name="player-response-7"/>
          <p:cNvPicPr>
            <a:picLocks noChangeAspect="1"/>
          </p:cNvPicPr>
          <p:nvPr/>
        </p:nvPicPr>
        <p:blipFill>
          <a:blip r:embed="rId7"/>
          <a:srcRect l="58333" r="33333"/>
          <a:stretch/>
        </p:blipFill>
        <p:spPr>
          <a:xfrm>
            <a:off x="1428750" y="1266825"/>
            <a:ext cx="2952750" cy="2952750"/>
          </a:xfrm>
          <a:prstGeom prst="rect">
            <a:avLst/>
          </a:prstGeom>
        </p:spPr>
      </p:pic>
      <p:pic>
        <p:nvPicPr>
          <p:cNvPr id="48" name="player-response-8"/>
          <p:cNvPicPr>
            <a:picLocks noChangeAspect="1"/>
          </p:cNvPicPr>
          <p:nvPr/>
        </p:nvPicPr>
        <p:blipFill>
          <a:blip r:embed="rId7"/>
          <a:srcRect l="66667" r="25000"/>
          <a:stretch/>
        </p:blipFill>
        <p:spPr>
          <a:xfrm>
            <a:off x="1428750" y="1266825"/>
            <a:ext cx="2952750" cy="2952750"/>
          </a:xfrm>
          <a:prstGeom prst="rect">
            <a:avLst/>
          </a:prstGeom>
        </p:spPr>
      </p:pic>
      <p:pic>
        <p:nvPicPr>
          <p:cNvPr id="49" name="player-response-9"/>
          <p:cNvPicPr>
            <a:picLocks noChangeAspect="1"/>
          </p:cNvPicPr>
          <p:nvPr/>
        </p:nvPicPr>
        <p:blipFill>
          <a:blip r:embed="rId7"/>
          <a:srcRect l="75000" r="16667"/>
          <a:stretch/>
        </p:blipFill>
        <p:spPr>
          <a:xfrm>
            <a:off x="1428750" y="1266825"/>
            <a:ext cx="2952750" cy="2952750"/>
          </a:xfrm>
          <a:prstGeom prst="rect">
            <a:avLst/>
          </a:prstGeom>
        </p:spPr>
      </p:pic>
      <p:pic>
        <p:nvPicPr>
          <p:cNvPr id="50" name="player-response-10"/>
          <p:cNvPicPr>
            <a:picLocks noChangeAspect="1"/>
          </p:cNvPicPr>
          <p:nvPr/>
        </p:nvPicPr>
        <p:blipFill>
          <a:blip r:embed="rId7"/>
          <a:srcRect l="83333" r="8333"/>
          <a:stretch/>
        </p:blipFill>
        <p:spPr>
          <a:xfrm>
            <a:off x="1428750" y="1266825"/>
            <a:ext cx="2952750" cy="2952750"/>
          </a:xfrm>
          <a:prstGeom prst="rect">
            <a:avLst/>
          </a:prstGeom>
        </p:spPr>
      </p:pic>
      <p:pic>
        <p:nvPicPr>
          <p:cNvPr id="51" name="player-response-11"/>
          <p:cNvPicPr>
            <a:picLocks noChangeAspect="1"/>
          </p:cNvPicPr>
          <p:nvPr/>
        </p:nvPicPr>
        <p:blipFill>
          <a:blip r:embed="rId7"/>
          <a:srcRect l="91667"/>
          <a:stretch/>
        </p:blipFill>
        <p:spPr>
          <a:xfrm>
            <a:off x="1428750" y="1266825"/>
            <a:ext cx="2952750" cy="2952750"/>
          </a:xfrm>
          <a:prstGeom prst="rect">
            <a:avLst/>
          </a:prstGeom>
        </p:spPr>
      </p:pic>
      <p:pic>
        <p:nvPicPr>
          <p:cNvPr id="52" name="player-opening-0"/>
          <p:cNvPicPr>
            <a:picLocks noChangeAspect="1"/>
          </p:cNvPicPr>
          <p:nvPr/>
        </p:nvPicPr>
        <p:blipFill>
          <a:blip r:embed="rId6"/>
          <a:srcRect r="83333"/>
          <a:stretch/>
        </p:blipFill>
        <p:spPr>
          <a:xfrm>
            <a:off x="1619250" y="1266825"/>
            <a:ext cx="2952750" cy="2952750"/>
          </a:xfrm>
          <a:prstGeom prst="rect">
            <a:avLst/>
          </a:prstGeom>
        </p:spPr>
      </p:pic>
      <p:pic>
        <p:nvPicPr>
          <p:cNvPr id="53" name="player-opening-1"/>
          <p:cNvPicPr>
            <a:picLocks noChangeAspect="1"/>
          </p:cNvPicPr>
          <p:nvPr/>
        </p:nvPicPr>
        <p:blipFill>
          <a:blip r:embed="rId6"/>
          <a:srcRect l="16667" r="66667"/>
          <a:stretch/>
        </p:blipFill>
        <p:spPr>
          <a:xfrm>
            <a:off x="1619250" y="1266825"/>
            <a:ext cx="2952750" cy="2952750"/>
          </a:xfrm>
          <a:prstGeom prst="rect">
            <a:avLst/>
          </a:prstGeom>
        </p:spPr>
      </p:pic>
      <p:pic>
        <p:nvPicPr>
          <p:cNvPr id="54" name="player-opening-2"/>
          <p:cNvPicPr>
            <a:picLocks noChangeAspect="1"/>
          </p:cNvPicPr>
          <p:nvPr/>
        </p:nvPicPr>
        <p:blipFill>
          <a:blip r:embed="rId6"/>
          <a:srcRect l="33333" r="50000"/>
          <a:stretch/>
        </p:blipFill>
        <p:spPr>
          <a:xfrm>
            <a:off x="1619250" y="1266825"/>
            <a:ext cx="2952750" cy="2952750"/>
          </a:xfrm>
          <a:prstGeom prst="rect">
            <a:avLst/>
          </a:prstGeom>
        </p:spPr>
      </p:pic>
      <p:pic>
        <p:nvPicPr>
          <p:cNvPr id="55" name="player-opening-3"/>
          <p:cNvPicPr>
            <a:picLocks noChangeAspect="1"/>
          </p:cNvPicPr>
          <p:nvPr/>
        </p:nvPicPr>
        <p:blipFill>
          <a:blip r:embed="rId6"/>
          <a:srcRect l="50000" r="33333"/>
          <a:stretch/>
        </p:blipFill>
        <p:spPr>
          <a:xfrm>
            <a:off x="1619250" y="1266825"/>
            <a:ext cx="2952750" cy="2952750"/>
          </a:xfrm>
          <a:prstGeom prst="rect">
            <a:avLst/>
          </a:prstGeom>
        </p:spPr>
      </p:pic>
      <p:pic>
        <p:nvPicPr>
          <p:cNvPr id="56" name="player-opening-4"/>
          <p:cNvPicPr>
            <a:picLocks noChangeAspect="1"/>
          </p:cNvPicPr>
          <p:nvPr/>
        </p:nvPicPr>
        <p:blipFill>
          <a:blip r:embed="rId6"/>
          <a:srcRect l="66667" r="16667"/>
          <a:stretch/>
        </p:blipFill>
        <p:spPr>
          <a:xfrm>
            <a:off x="1619250" y="1266825"/>
            <a:ext cx="2952750" cy="2952750"/>
          </a:xfrm>
          <a:prstGeom prst="rect">
            <a:avLst/>
          </a:prstGeom>
        </p:spPr>
      </p:pic>
      <p:pic>
        <p:nvPicPr>
          <p:cNvPr id="57" name="player-opening-5"/>
          <p:cNvPicPr>
            <a:picLocks noChangeAspect="1"/>
          </p:cNvPicPr>
          <p:nvPr/>
        </p:nvPicPr>
        <p:blipFill>
          <a:blip r:embed="rId6"/>
          <a:srcRect l="83333"/>
          <a:stretch/>
        </p:blipFill>
        <p:spPr>
          <a:xfrm>
            <a:off x="1619250" y="1266825"/>
            <a:ext cx="2952750" cy="2952750"/>
          </a:xfrm>
          <a:prstGeom prst="rect">
            <a:avLst/>
          </a:prstGeom>
        </p:spPr>
      </p:pic>
      <p:pic>
        <p:nvPicPr>
          <p:cNvPr id="58" name="player-cast-0"/>
          <p:cNvPicPr>
            <a:picLocks noChangeAspect="1"/>
          </p:cNvPicPr>
          <p:nvPr/>
        </p:nvPicPr>
        <p:blipFill>
          <a:blip r:embed="rId8"/>
          <a:srcRect r="90000"/>
          <a:stretch/>
        </p:blipFill>
        <p:spPr>
          <a:xfrm>
            <a:off x="1619250" y="1266825"/>
            <a:ext cx="2952750" cy="2952750"/>
          </a:xfrm>
          <a:prstGeom prst="rect">
            <a:avLst/>
          </a:prstGeom>
        </p:spPr>
      </p:pic>
      <p:pic>
        <p:nvPicPr>
          <p:cNvPr id="59" name="player-cast-1"/>
          <p:cNvPicPr>
            <a:picLocks noChangeAspect="1"/>
          </p:cNvPicPr>
          <p:nvPr/>
        </p:nvPicPr>
        <p:blipFill>
          <a:blip r:embed="rId8"/>
          <a:srcRect l="10000" r="80000"/>
          <a:stretch/>
        </p:blipFill>
        <p:spPr>
          <a:xfrm>
            <a:off x="1619250" y="1266825"/>
            <a:ext cx="2952750" cy="2952750"/>
          </a:xfrm>
          <a:prstGeom prst="rect">
            <a:avLst/>
          </a:prstGeom>
        </p:spPr>
      </p:pic>
      <p:pic>
        <p:nvPicPr>
          <p:cNvPr id="60" name="player-cast-2"/>
          <p:cNvPicPr>
            <a:picLocks noChangeAspect="1"/>
          </p:cNvPicPr>
          <p:nvPr/>
        </p:nvPicPr>
        <p:blipFill>
          <a:blip r:embed="rId8"/>
          <a:srcRect l="20000" r="70000"/>
          <a:stretch/>
        </p:blipFill>
        <p:spPr>
          <a:xfrm>
            <a:off x="1619250" y="1266825"/>
            <a:ext cx="2952750" cy="2952750"/>
          </a:xfrm>
          <a:prstGeom prst="rect">
            <a:avLst/>
          </a:prstGeom>
        </p:spPr>
      </p:pic>
      <p:pic>
        <p:nvPicPr>
          <p:cNvPr id="61" name="player-cast-3"/>
          <p:cNvPicPr>
            <a:picLocks noChangeAspect="1"/>
          </p:cNvPicPr>
          <p:nvPr/>
        </p:nvPicPr>
        <p:blipFill>
          <a:blip r:embed="rId8"/>
          <a:srcRect l="30000" r="60000"/>
          <a:stretch/>
        </p:blipFill>
        <p:spPr>
          <a:xfrm>
            <a:off x="1619250" y="1266825"/>
            <a:ext cx="2952750" cy="2952750"/>
          </a:xfrm>
          <a:prstGeom prst="rect">
            <a:avLst/>
          </a:prstGeom>
        </p:spPr>
      </p:pic>
      <p:pic>
        <p:nvPicPr>
          <p:cNvPr id="62" name="player-cast-4"/>
          <p:cNvPicPr>
            <a:picLocks noChangeAspect="1"/>
          </p:cNvPicPr>
          <p:nvPr/>
        </p:nvPicPr>
        <p:blipFill>
          <a:blip r:embed="rId8"/>
          <a:srcRect l="40000" r="50000"/>
          <a:stretch/>
        </p:blipFill>
        <p:spPr>
          <a:xfrm>
            <a:off x="1619250" y="1266825"/>
            <a:ext cx="2952750" cy="2952750"/>
          </a:xfrm>
          <a:prstGeom prst="rect">
            <a:avLst/>
          </a:prstGeom>
        </p:spPr>
      </p:pic>
      <p:pic>
        <p:nvPicPr>
          <p:cNvPr id="63" name="player-cast-5"/>
          <p:cNvPicPr>
            <a:picLocks noChangeAspect="1"/>
          </p:cNvPicPr>
          <p:nvPr/>
        </p:nvPicPr>
        <p:blipFill>
          <a:blip r:embed="rId8"/>
          <a:srcRect l="50000" r="40000"/>
          <a:stretch/>
        </p:blipFill>
        <p:spPr>
          <a:xfrm>
            <a:off x="1619250" y="1266825"/>
            <a:ext cx="2952750" cy="2952750"/>
          </a:xfrm>
          <a:prstGeom prst="rect">
            <a:avLst/>
          </a:prstGeom>
        </p:spPr>
      </p:pic>
      <p:pic>
        <p:nvPicPr>
          <p:cNvPr id="64" name="player-cast-6"/>
          <p:cNvPicPr>
            <a:picLocks noChangeAspect="1"/>
          </p:cNvPicPr>
          <p:nvPr/>
        </p:nvPicPr>
        <p:blipFill>
          <a:blip r:embed="rId8"/>
          <a:srcRect l="60000" r="30000"/>
          <a:stretch/>
        </p:blipFill>
        <p:spPr>
          <a:xfrm>
            <a:off x="1619250" y="1266825"/>
            <a:ext cx="2952750" cy="2952750"/>
          </a:xfrm>
          <a:prstGeom prst="rect">
            <a:avLst/>
          </a:prstGeom>
        </p:spPr>
      </p:pic>
      <p:pic>
        <p:nvPicPr>
          <p:cNvPr id="65" name="player-cast-7"/>
          <p:cNvPicPr>
            <a:picLocks noChangeAspect="1"/>
          </p:cNvPicPr>
          <p:nvPr/>
        </p:nvPicPr>
        <p:blipFill>
          <a:blip r:embed="rId8"/>
          <a:srcRect l="70000" r="20000"/>
          <a:stretch/>
        </p:blipFill>
        <p:spPr>
          <a:xfrm>
            <a:off x="1619250" y="1266825"/>
            <a:ext cx="2952750" cy="2952750"/>
          </a:xfrm>
          <a:prstGeom prst="rect">
            <a:avLst/>
          </a:prstGeom>
        </p:spPr>
      </p:pic>
      <p:pic>
        <p:nvPicPr>
          <p:cNvPr id="66" name="player-cast-8"/>
          <p:cNvPicPr>
            <a:picLocks noChangeAspect="1"/>
          </p:cNvPicPr>
          <p:nvPr/>
        </p:nvPicPr>
        <p:blipFill>
          <a:blip r:embed="rId8"/>
          <a:srcRect l="80000" r="10000"/>
          <a:stretch/>
        </p:blipFill>
        <p:spPr>
          <a:xfrm>
            <a:off x="1619250" y="1266825"/>
            <a:ext cx="2952750" cy="2952750"/>
          </a:xfrm>
          <a:prstGeom prst="rect">
            <a:avLst/>
          </a:prstGeom>
        </p:spPr>
      </p:pic>
      <p:pic>
        <p:nvPicPr>
          <p:cNvPr id="67" name="player-cast-9"/>
          <p:cNvPicPr>
            <a:picLocks noChangeAspect="1"/>
          </p:cNvPicPr>
          <p:nvPr/>
        </p:nvPicPr>
        <p:blipFill>
          <a:blip r:embed="rId8"/>
          <a:srcRect l="90000"/>
          <a:stretch/>
        </p:blipFill>
        <p:spPr>
          <a:xfrm>
            <a:off x="1619250" y="1266825"/>
            <a:ext cx="2952750" cy="2952750"/>
          </a:xfrm>
          <a:prstGeom prst="rect">
            <a:avLst/>
          </a:prstGeom>
        </p:spPr>
      </p:pic>
      <p:pic>
        <p:nvPicPr>
          <p:cNvPr id="68" name="player-final"/>
          <p:cNvPicPr>
            <a:picLocks noChangeAspect="1"/>
          </p:cNvPicPr>
          <p:nvPr/>
        </p:nvPicPr>
        <p:blipFill>
          <a:blip r:embed="rId6"/>
          <a:srcRect r="83333"/>
          <a:stretch/>
        </p:blipFill>
        <p:spPr>
          <a:xfrm>
            <a:off x="1619250" y="1266825"/>
            <a:ext cx="2952750" cy="2952750"/>
          </a:xfrm>
          <a:prstGeom prst="rect">
            <a:avLst/>
          </a:prstGeom>
        </p:spPr>
      </p:pic>
      <p:pic>
        <p:nvPicPr>
          <p:cNvPr id="69" name="enemy-active-0"/>
          <p:cNvPicPr>
            <a:picLocks noChangeAspect="1"/>
          </p:cNvPicPr>
          <p:nvPr/>
        </p:nvPicPr>
        <p:blipFill>
          <a:blip r:embed="rId9"/>
          <a:srcRect r="83333"/>
          <a:stretch/>
        </p:blipFill>
        <p:spPr>
          <a:xfrm flipH="1">
            <a:off x="3619500" y="1266825"/>
            <a:ext cx="2952750" cy="2952750"/>
          </a:xfrm>
          <a:prstGeom prst="rect">
            <a:avLst/>
          </a:prstGeom>
        </p:spPr>
      </p:pic>
      <p:pic>
        <p:nvPicPr>
          <p:cNvPr id="70" name="enemy-active-1"/>
          <p:cNvPicPr>
            <a:picLocks noChangeAspect="1"/>
          </p:cNvPicPr>
          <p:nvPr/>
        </p:nvPicPr>
        <p:blipFill>
          <a:blip r:embed="rId9"/>
          <a:srcRect l="16667" r="66667"/>
          <a:stretch/>
        </p:blipFill>
        <p:spPr>
          <a:xfrm flipH="1">
            <a:off x="3619500" y="1266825"/>
            <a:ext cx="2952750" cy="2952750"/>
          </a:xfrm>
          <a:prstGeom prst="rect">
            <a:avLst/>
          </a:prstGeom>
        </p:spPr>
      </p:pic>
      <p:pic>
        <p:nvPicPr>
          <p:cNvPr id="71" name="enemy-active-2"/>
          <p:cNvPicPr>
            <a:picLocks noChangeAspect="1"/>
          </p:cNvPicPr>
          <p:nvPr/>
        </p:nvPicPr>
        <p:blipFill>
          <a:blip r:embed="rId9"/>
          <a:srcRect l="33333" r="50000"/>
          <a:stretch/>
        </p:blipFill>
        <p:spPr>
          <a:xfrm flipH="1">
            <a:off x="3619500" y="1266825"/>
            <a:ext cx="2952750" cy="2952750"/>
          </a:xfrm>
          <a:prstGeom prst="rect">
            <a:avLst/>
          </a:prstGeom>
        </p:spPr>
      </p:pic>
      <p:pic>
        <p:nvPicPr>
          <p:cNvPr id="72" name="enemy-active-3"/>
          <p:cNvPicPr>
            <a:picLocks noChangeAspect="1"/>
          </p:cNvPicPr>
          <p:nvPr/>
        </p:nvPicPr>
        <p:blipFill>
          <a:blip r:embed="rId9"/>
          <a:srcRect l="50000" r="33333"/>
          <a:stretch/>
        </p:blipFill>
        <p:spPr>
          <a:xfrm flipH="1">
            <a:off x="3619500" y="1266825"/>
            <a:ext cx="2952750" cy="2952750"/>
          </a:xfrm>
          <a:prstGeom prst="rect">
            <a:avLst/>
          </a:prstGeom>
        </p:spPr>
      </p:pic>
      <p:pic>
        <p:nvPicPr>
          <p:cNvPr id="73" name="enemy-active-4"/>
          <p:cNvPicPr>
            <a:picLocks noChangeAspect="1"/>
          </p:cNvPicPr>
          <p:nvPr/>
        </p:nvPicPr>
        <p:blipFill>
          <a:blip r:embed="rId9"/>
          <a:srcRect l="66667" r="16667"/>
          <a:stretch/>
        </p:blipFill>
        <p:spPr>
          <a:xfrm flipH="1">
            <a:off x="3619500" y="1266825"/>
            <a:ext cx="2952750" cy="2952750"/>
          </a:xfrm>
          <a:prstGeom prst="rect">
            <a:avLst/>
          </a:prstGeom>
        </p:spPr>
      </p:pic>
      <p:pic>
        <p:nvPicPr>
          <p:cNvPr id="74" name="enemy-active-5"/>
          <p:cNvPicPr>
            <a:picLocks noChangeAspect="1"/>
          </p:cNvPicPr>
          <p:nvPr/>
        </p:nvPicPr>
        <p:blipFill>
          <a:blip r:embed="rId9"/>
          <a:srcRect l="83333"/>
          <a:stretch/>
        </p:blipFill>
        <p:spPr>
          <a:xfrm flipH="1">
            <a:off x="3619500" y="1266825"/>
            <a:ext cx="2952750" cy="2952750"/>
          </a:xfrm>
          <a:prstGeom prst="rect">
            <a:avLst/>
          </a:prstGeom>
        </p:spPr>
      </p:pic>
      <p:pic>
        <p:nvPicPr>
          <p:cNvPr id="75" name="enemy-attack-0"/>
          <p:cNvPicPr>
            <a:picLocks noChangeAspect="1"/>
          </p:cNvPicPr>
          <p:nvPr/>
        </p:nvPicPr>
        <p:blipFill>
          <a:blip r:embed="rId10"/>
          <a:srcRect r="75000"/>
          <a:stretch/>
        </p:blipFill>
        <p:spPr>
          <a:xfrm flipH="1">
            <a:off x="3619500" y="1266825"/>
            <a:ext cx="2952750" cy="2952750"/>
          </a:xfrm>
          <a:prstGeom prst="rect">
            <a:avLst/>
          </a:prstGeom>
        </p:spPr>
      </p:pic>
      <p:pic>
        <p:nvPicPr>
          <p:cNvPr id="76" name="enemy-attack-1"/>
          <p:cNvPicPr>
            <a:picLocks noChangeAspect="1"/>
          </p:cNvPicPr>
          <p:nvPr/>
        </p:nvPicPr>
        <p:blipFill>
          <a:blip r:embed="rId10"/>
          <a:srcRect l="25000" r="50000"/>
          <a:stretch/>
        </p:blipFill>
        <p:spPr>
          <a:xfrm flipH="1">
            <a:off x="3619500" y="1266825"/>
            <a:ext cx="2952750" cy="2952750"/>
          </a:xfrm>
          <a:prstGeom prst="rect">
            <a:avLst/>
          </a:prstGeom>
        </p:spPr>
      </p:pic>
      <p:pic>
        <p:nvPicPr>
          <p:cNvPr id="77" name="enemy-attack-2"/>
          <p:cNvPicPr>
            <a:picLocks noChangeAspect="1"/>
          </p:cNvPicPr>
          <p:nvPr/>
        </p:nvPicPr>
        <p:blipFill>
          <a:blip r:embed="rId10"/>
          <a:srcRect l="50000" r="25000"/>
          <a:stretch/>
        </p:blipFill>
        <p:spPr>
          <a:xfrm flipH="1">
            <a:off x="3619500" y="1266825"/>
            <a:ext cx="2952750" cy="2952750"/>
          </a:xfrm>
          <a:prstGeom prst="rect">
            <a:avLst/>
          </a:prstGeom>
        </p:spPr>
      </p:pic>
      <p:pic>
        <p:nvPicPr>
          <p:cNvPr id="78" name="enemy-attack-3"/>
          <p:cNvPicPr>
            <a:picLocks noChangeAspect="1"/>
          </p:cNvPicPr>
          <p:nvPr/>
        </p:nvPicPr>
        <p:blipFill>
          <a:blip r:embed="rId10"/>
          <a:srcRect l="75000"/>
          <a:stretch/>
        </p:blipFill>
        <p:spPr>
          <a:xfrm flipH="1">
            <a:off x="3619500" y="1266825"/>
            <a:ext cx="2952750" cy="2952750"/>
          </a:xfrm>
          <a:prstGeom prst="rect">
            <a:avLst/>
          </a:prstGeom>
        </p:spPr>
      </p:pic>
      <p:pic>
        <p:nvPicPr>
          <p:cNvPr id="79" name="enemy-recovery"/>
          <p:cNvPicPr>
            <a:picLocks noChangeAspect="1"/>
          </p:cNvPicPr>
          <p:nvPr/>
        </p:nvPicPr>
        <p:blipFill>
          <a:blip r:embed="rId10"/>
          <a:srcRect l="75000"/>
          <a:stretch/>
        </p:blipFill>
        <p:spPr>
          <a:xfrm flipH="1">
            <a:off x="3619500" y="1266825"/>
            <a:ext cx="2952750" cy="2952750"/>
          </a:xfrm>
          <a:prstGeom prst="rect">
            <a:avLst/>
          </a:prstGeom>
        </p:spPr>
      </p:pic>
      <p:pic>
        <p:nvPicPr>
          <p:cNvPr id="80" name="enemy-hit-0"/>
          <p:cNvPicPr>
            <a:picLocks noChangeAspect="1"/>
          </p:cNvPicPr>
          <p:nvPr/>
        </p:nvPicPr>
        <p:blipFill>
          <a:blip r:embed="rId11"/>
          <a:srcRect r="75000"/>
          <a:stretch/>
        </p:blipFill>
        <p:spPr>
          <a:xfrm flipH="1">
            <a:off x="3619500" y="1266825"/>
            <a:ext cx="2952750" cy="2952750"/>
          </a:xfrm>
          <a:prstGeom prst="rect">
            <a:avLst/>
          </a:prstGeom>
        </p:spPr>
      </p:pic>
      <p:pic>
        <p:nvPicPr>
          <p:cNvPr id="81" name="enemy-hit-1"/>
          <p:cNvPicPr>
            <a:picLocks noChangeAspect="1"/>
          </p:cNvPicPr>
          <p:nvPr/>
        </p:nvPicPr>
        <p:blipFill>
          <a:blip r:embed="rId11"/>
          <a:srcRect l="25000" r="50000"/>
          <a:stretch/>
        </p:blipFill>
        <p:spPr>
          <a:xfrm flipH="1">
            <a:off x="3619500" y="1266825"/>
            <a:ext cx="2952750" cy="2952750"/>
          </a:xfrm>
          <a:prstGeom prst="rect">
            <a:avLst/>
          </a:prstGeom>
        </p:spPr>
      </p:pic>
      <p:pic>
        <p:nvPicPr>
          <p:cNvPr id="82" name="enemy-hit-2"/>
          <p:cNvPicPr>
            <a:picLocks noChangeAspect="1"/>
          </p:cNvPicPr>
          <p:nvPr/>
        </p:nvPicPr>
        <p:blipFill>
          <a:blip r:embed="rId11"/>
          <a:srcRect l="50000" r="25000"/>
          <a:stretch/>
        </p:blipFill>
        <p:spPr>
          <a:xfrm flipH="1">
            <a:off x="3619500" y="1266825"/>
            <a:ext cx="2952750" cy="2952750"/>
          </a:xfrm>
          <a:prstGeom prst="rect">
            <a:avLst/>
          </a:prstGeom>
        </p:spPr>
      </p:pic>
      <p:pic>
        <p:nvPicPr>
          <p:cNvPr id="83" name="enemy-hit-3"/>
          <p:cNvPicPr>
            <a:picLocks noChangeAspect="1"/>
          </p:cNvPicPr>
          <p:nvPr/>
        </p:nvPicPr>
        <p:blipFill>
          <a:blip r:embed="rId11"/>
          <a:srcRect l="75000"/>
          <a:stretch/>
        </p:blipFill>
        <p:spPr>
          <a:xfrm flipH="1">
            <a:off x="3619500" y="1266825"/>
            <a:ext cx="2952750" cy="2952750"/>
          </a:xfrm>
          <a:prstGeom prst="rect">
            <a:avLst/>
          </a:prstGeom>
        </p:spPr>
      </p:pic>
      <p:pic>
        <p:nvPicPr>
          <p:cNvPr id="84" name="enemy-final"/>
          <p:cNvPicPr>
            <a:picLocks noChangeAspect="1"/>
          </p:cNvPicPr>
          <p:nvPr/>
        </p:nvPicPr>
        <p:blipFill>
          <a:blip r:embed="rId9"/>
          <a:srcRect r="83333"/>
          <a:stretch/>
        </p:blipFill>
        <p:spPr>
          <a:xfrm flipH="1">
            <a:off x="3619500" y="1266825"/>
            <a:ext cx="2952750" cy="2952750"/>
          </a:xfrm>
          <a:prstGeom prst="rect">
            <a:avLst/>
          </a:prstGeom>
        </p:spPr>
      </p:pic>
      <p:pic>
        <p:nvPicPr>
          <p:cNvPr id="85" name="fire-cast-1"/>
          <p:cNvPicPr>
            <a:picLocks noChangeAspect="1"/>
          </p:cNvPicPr>
          <p:nvPr/>
        </p:nvPicPr>
        <p:blipFill>
          <a:blip r:embed="rId12"/>
          <a:stretch/>
        </p:blipFill>
        <p:spPr>
          <a:xfrm>
            <a:off x="2571750" y="1809750"/>
            <a:ext cx="2667000" cy="2667000"/>
          </a:xfrm>
          <a:prstGeom prst="rect">
            <a:avLst/>
          </a:prstGeom>
        </p:spPr>
      </p:pic>
      <p:pic>
        <p:nvPicPr>
          <p:cNvPr id="86" name="fire-cast-2"/>
          <p:cNvPicPr>
            <a:picLocks noChangeAspect="1"/>
          </p:cNvPicPr>
          <p:nvPr/>
        </p:nvPicPr>
        <p:blipFill>
          <a:blip r:embed="rId13"/>
          <a:stretch/>
        </p:blipFill>
        <p:spPr>
          <a:xfrm>
            <a:off x="2667000" y="1809750"/>
            <a:ext cx="2667000" cy="2667000"/>
          </a:xfrm>
          <a:prstGeom prst="rect">
            <a:avLst/>
          </a:prstGeom>
        </p:spPr>
      </p:pic>
      <p:pic>
        <p:nvPicPr>
          <p:cNvPr id="87" name="fire-cast-3"/>
          <p:cNvPicPr>
            <a:picLocks noChangeAspect="1"/>
          </p:cNvPicPr>
          <p:nvPr/>
        </p:nvPicPr>
        <p:blipFill>
          <a:blip r:embed="rId14"/>
          <a:stretch/>
        </p:blipFill>
        <p:spPr>
          <a:xfrm>
            <a:off x="2762250" y="1809750"/>
            <a:ext cx="2667000" cy="2667000"/>
          </a:xfrm>
          <a:prstGeom prst="rect">
            <a:avLst/>
          </a:prstGeom>
        </p:spPr>
      </p:pic>
      <p:pic>
        <p:nvPicPr>
          <p:cNvPr id="88" name="fire-cast-4"/>
          <p:cNvPicPr>
            <a:picLocks noChangeAspect="1"/>
          </p:cNvPicPr>
          <p:nvPr/>
        </p:nvPicPr>
        <p:blipFill>
          <a:blip r:embed="rId15"/>
          <a:stretch/>
        </p:blipFill>
        <p:spPr>
          <a:xfrm>
            <a:off x="2857500" y="1809750"/>
            <a:ext cx="2667000" cy="2667000"/>
          </a:xfrm>
          <a:prstGeom prst="rect">
            <a:avLst/>
          </a:prstGeom>
        </p:spPr>
      </p:pic>
      <p:pic>
        <p:nvPicPr>
          <p:cNvPr id="89" name="fire-cast-5"/>
          <p:cNvPicPr>
            <a:picLocks noChangeAspect="1"/>
          </p:cNvPicPr>
          <p:nvPr/>
        </p:nvPicPr>
        <p:blipFill>
          <a:blip r:embed="rId16"/>
          <a:stretch/>
        </p:blipFill>
        <p:spPr>
          <a:xfrm>
            <a:off x="2952750" y="1809750"/>
            <a:ext cx="2667000" cy="2667000"/>
          </a:xfrm>
          <a:prstGeom prst="rect">
            <a:avLst/>
          </a:prstGeom>
        </p:spPr>
      </p:pic>
      <p:pic>
        <p:nvPicPr>
          <p:cNvPr id="90" name="fire-cast-6"/>
          <p:cNvPicPr>
            <a:picLocks noChangeAspect="1"/>
          </p:cNvPicPr>
          <p:nvPr/>
        </p:nvPicPr>
        <p:blipFill>
          <a:blip r:embed="rId17"/>
          <a:stretch/>
        </p:blipFill>
        <p:spPr>
          <a:xfrm>
            <a:off x="3048000" y="1809750"/>
            <a:ext cx="2667000" cy="2667000"/>
          </a:xfrm>
          <a:prstGeom prst="rect">
            <a:avLst/>
          </a:prstGeom>
        </p:spPr>
      </p:pic>
      <p:pic>
        <p:nvPicPr>
          <p:cNvPr id="91" name="fire-cast-7"/>
          <p:cNvPicPr>
            <a:picLocks noChangeAspect="1"/>
          </p:cNvPicPr>
          <p:nvPr/>
        </p:nvPicPr>
        <p:blipFill>
          <a:blip r:embed="rId18"/>
          <a:stretch/>
        </p:blipFill>
        <p:spPr>
          <a:xfrm>
            <a:off x="3143250" y="1809750"/>
            <a:ext cx="2667000" cy="2667000"/>
          </a:xfrm>
          <a:prstGeom prst="rect">
            <a:avLst/>
          </a:prstGeom>
        </p:spPr>
      </p:pic>
      <p:pic>
        <p:nvPicPr>
          <p:cNvPr id="92" name="fire-cast-8"/>
          <p:cNvPicPr>
            <a:picLocks noChangeAspect="1"/>
          </p:cNvPicPr>
          <p:nvPr/>
        </p:nvPicPr>
        <p:blipFill>
          <a:blip r:embed="rId19"/>
          <a:stretch/>
        </p:blipFill>
        <p:spPr>
          <a:xfrm>
            <a:off x="3238500" y="1809750"/>
            <a:ext cx="2667000" cy="2667000"/>
          </a:xfrm>
          <a:prstGeom prst="rect">
            <a:avLst/>
          </a:prstGeom>
        </p:spPr>
      </p:pic>
      <p:pic>
        <p:nvPicPr>
          <p:cNvPr id="93" name="fire-cast-9"/>
          <p:cNvPicPr>
            <a:picLocks noChangeAspect="1"/>
          </p:cNvPicPr>
          <p:nvPr/>
        </p:nvPicPr>
        <p:blipFill>
          <a:blip r:embed="rId20"/>
          <a:stretch/>
        </p:blipFill>
        <p:spPr>
          <a:xfrm>
            <a:off x="3333750" y="1809750"/>
            <a:ext cx="2667000" cy="2667000"/>
          </a:xfrm>
          <a:prstGeom prst="rect">
            <a:avLst/>
          </a:prstGeom>
        </p:spPr>
      </p:pic>
      <p:pic>
        <p:nvPicPr>
          <p:cNvPr id="94" name="fire-cast-10"/>
          <p:cNvPicPr>
            <a:picLocks noChangeAspect="1"/>
          </p:cNvPicPr>
          <p:nvPr/>
        </p:nvPicPr>
        <p:blipFill>
          <a:blip r:embed="rId21"/>
          <a:stretch/>
        </p:blipFill>
        <p:spPr>
          <a:xfrm>
            <a:off x="3429000" y="1809750"/>
            <a:ext cx="2667000" cy="2667000"/>
          </a:xfrm>
          <a:prstGeom prst="rect">
            <a:avLst/>
          </a:prstGeom>
        </p:spPr>
      </p:pic>
      <p:sp>
        <p:nvSpPr>
          <p:cNvPr id="95" name="spell-level"/>
          <p:cNvSpPr>
            <a:spLocks noGrp="1"/>
          </p:cNvSpPr>
          <p:nvPr/>
        </p:nvSpPr>
        <p:spPr>
          <a:xfrm>
            <a:off x="857250" y="3571875"/>
            <a:ext cx="1905000" cy="342900"/>
          </a:xfrm>
          <a:prstGeom prst="rect">
            <a:avLst/>
          </a:prstGeom>
          <a:noFill/>
          <a:ln w="0">
            <a:noFill/>
          </a:ln>
        </p:spPr>
        <p:txBody>
          <a:bodyPr lIns="0" tIns="0" rIns="0" bIns="0" anchor="ctr">
            <a:noAutofit/>
          </a:bodyPr>
          <a:lstStyle/>
          <a:p>
            <a:pPr algn="l">
              <a:defRPr sz="2200" b="1">
                <a:solidFill>
                  <a:srgbClr val="ED5441"/>
                </a:solidFill>
                <a:latin typeface="Aptos"/>
                <a:ea typeface="Aptos"/>
                <a:cs typeface="Aptos"/>
              </a:defRPr>
            </a:pPr>
            <a:r>
              <a:rPr sz="2200" b="1" dirty="0">
                <a:solidFill>
                  <a:srgbClr val="ED5441"/>
                </a:solidFill>
                <a:latin typeface="Aptos"/>
                <a:ea typeface="Aptos"/>
                <a:cs typeface="Aptos"/>
              </a:rPr>
              <a:t>FIRE CAST</a:t>
            </a:r>
          </a:p>
        </p:txBody>
      </p:sp>
    </p:spTree>
    <p:extLst>
      <p:ext uri="{BB962C8B-B14F-4D97-AF65-F5344CB8AC3E}">
        <p14:creationId xmlns:p14="http://schemas.microsoft.com/office/powerpoint/2010/main" val="95055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22" presetClass="entr" presetSubtype="8" fill="hold" nodeType="withEffect">
                            <p:stCondLst>
                              <p:cond delay="0"/>
                            </p:stCondLst>
                            <p:childTnLst>
                              <p:set>
                                <p:cBhvr>
                                  <p:cTn id="5" dur="1" fill="hold">
                                    <p:stCondLst>
                                      <p:cond delay="0"/>
                                    </p:stCondLst>
                                  </p:cTn>
                                  <p:tgtEl>
                                    <p:spTgt spid="16"/>
                                  </p:tgtEl>
                                  <p:attrNameLst>
                                    <p:attrName>style.visibility</p:attrName>
                                  </p:attrNameLst>
                                </p:cBhvr>
                                <p:to>
                                  <p:strVal val="visible"/>
                                </p:to>
                              </p:set>
                              <p:animEffect transition="in" filter="wipe(left)">
                                <p:cBhvr>
                                  <p:cTn id="6" dur="2200" fill="hold"/>
                                  <p:tgtEl>
                                    <p:spTgt spid="16"/>
                                  </p:tgtEl>
                                </p:cBhvr>
                              </p:animEffec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xit" presetSubtype="0" fill="hold" nodeType="withEffect">
                            <p:stCondLst>
                              <p:cond delay="500"/>
                            </p:stCondLst>
                            <p:childTnLst>
                              <p:set>
                                <p:cBhvr>
                                  <p:cTn id="34" dur="1" fill="hold">
                                    <p:stCondLst>
                                      <p:cond delay="0"/>
                                    </p:stCondLst>
                                  </p:cTn>
                                  <p:tgtEl>
                                    <p:spTgt spid="34"/>
                                  </p:tgtEl>
                                  <p:attrNameLst>
                                    <p:attrName>style.visibility</p:attrName>
                                  </p:attrNameLst>
                                </p:cBhvr>
                                <p:to>
                                  <p:strVal val="hidden"/>
                                </p:to>
                              </p:set>
                            </p:childTnLst>
                          </p:cTn>
                        </p:par>
                        <p:par>
                          <p:cTn id="35" presetID="1" presetClass="entr" presetSubtype="0" fill="hold" nodeType="withEffect">
                            <p:stCondLst>
                              <p:cond delay="50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xit" presetSubtype="0" fill="hold" nodeType="withEffect">
                            <p:stCondLst>
                              <p:cond delay="500"/>
                            </p:stCondLst>
                            <p:childTnLst>
                              <p:set>
                                <p:cBhvr>
                                  <p:cTn id="38" dur="1" fill="hold">
                                    <p:stCondLst>
                                      <p:cond delay="0"/>
                                    </p:stCondLst>
                                  </p:cTn>
                                  <p:tgtEl>
                                    <p:spTgt spid="69"/>
                                  </p:tgtEl>
                                  <p:attrNameLst>
                                    <p:attrName>style.visibility</p:attrName>
                                  </p:attrNameLst>
                                </p:cBhvr>
                                <p:to>
                                  <p:strVal val="hidden"/>
                                </p:to>
                              </p:set>
                            </p:childTnLst>
                          </p:cTn>
                        </p:par>
                        <p:par>
                          <p:cTn id="39" presetID="1" presetClass="entr" presetSubtype="0" fill="hold" nodeType="withEffect">
                            <p:stCondLst>
                              <p:cond delay="50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xit" presetSubtype="0" fill="hold" nodeType="withEffect">
                            <p:stCondLst>
                              <p:cond delay="1000"/>
                            </p:stCondLst>
                            <p:childTnLst>
                              <p:set>
                                <p:cBhvr>
                                  <p:cTn id="42" dur="1" fill="hold">
                                    <p:stCondLst>
                                      <p:cond delay="0"/>
                                    </p:stCondLst>
                                  </p:cTn>
                                  <p:tgtEl>
                                    <p:spTgt spid="35"/>
                                  </p:tgtEl>
                                  <p:attrNameLst>
                                    <p:attrName>style.visibility</p:attrName>
                                  </p:attrNameLst>
                                </p:cBhvr>
                                <p:to>
                                  <p:strVal val="hidden"/>
                                </p:to>
                              </p:set>
                            </p:childTnLst>
                          </p:cTn>
                        </p:par>
                        <p:par>
                          <p:cTn id="43" presetID="1" presetClass="entr" presetSubtype="0" fill="hold" nodeType="withEffect">
                            <p:stCondLst>
                              <p:cond delay="100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xit" presetSubtype="0" fill="hold" nodeType="withEffect">
                            <p:stCondLst>
                              <p:cond delay="1000"/>
                            </p:stCondLst>
                            <p:childTnLst>
                              <p:set>
                                <p:cBhvr>
                                  <p:cTn id="46" dur="1" fill="hold">
                                    <p:stCondLst>
                                      <p:cond delay="0"/>
                                    </p:stCondLst>
                                  </p:cTn>
                                  <p:tgtEl>
                                    <p:spTgt spid="70"/>
                                  </p:tgtEl>
                                  <p:attrNameLst>
                                    <p:attrName>style.visibility</p:attrName>
                                  </p:attrNameLst>
                                </p:cBhvr>
                                <p:to>
                                  <p:strVal val="hidden"/>
                                </p:to>
                              </p:set>
                            </p:childTnLst>
                          </p:cTn>
                        </p:par>
                        <p:par>
                          <p:cTn id="47" presetID="1" presetClass="entr" presetSubtype="0" fill="hold" nodeType="withEffect">
                            <p:stCondLst>
                              <p:cond delay="1000"/>
                            </p:stCondLst>
                            <p:childTnLst>
                              <p:set>
                                <p:cBhvr>
                                  <p:cTn id="48" dur="1" fill="hold">
                                    <p:stCondLst>
                                      <p:cond delay="0"/>
                                    </p:stCondLst>
                                  </p:cTn>
                                  <p:tgtEl>
                                    <p:spTgt spid="71"/>
                                  </p:tgtEl>
                                  <p:attrNameLst>
                                    <p:attrName>style.visibility</p:attrName>
                                  </p:attrNameLst>
                                </p:cBhvr>
                                <p:to>
                                  <p:strVal val="visible"/>
                                </p:to>
                              </p:set>
                            </p:childTnLst>
                          </p:cTn>
                        </p:par>
                        <p:par>
                          <p:cTn id="49" presetID="1" presetClass="exit" presetSubtype="0" fill="hold" nodeType="withEffect">
                            <p:stCondLst>
                              <p:cond delay="1500"/>
                            </p:stCondLst>
                            <p:childTnLst>
                              <p:set>
                                <p:cBhvr>
                                  <p:cTn id="50" dur="1" fill="hold">
                                    <p:stCondLst>
                                      <p:cond delay="0"/>
                                    </p:stCondLst>
                                  </p:cTn>
                                  <p:tgtEl>
                                    <p:spTgt spid="36"/>
                                  </p:tgtEl>
                                  <p:attrNameLst>
                                    <p:attrName>style.visibility</p:attrName>
                                  </p:attrNameLst>
                                </p:cBhvr>
                                <p:to>
                                  <p:strVal val="hidden"/>
                                </p:to>
                              </p:set>
                            </p:childTnLst>
                          </p:cTn>
                        </p:par>
                        <p:par>
                          <p:cTn id="51" presetID="1" presetClass="entr" presetSubtype="0" fill="hold" nodeType="withEffect">
                            <p:stCondLst>
                              <p:cond delay="150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xit" presetSubtype="0" fill="hold" nodeType="withEffect">
                            <p:stCondLst>
                              <p:cond delay="1500"/>
                            </p:stCondLst>
                            <p:childTnLst>
                              <p:set>
                                <p:cBhvr>
                                  <p:cTn id="54" dur="1" fill="hold">
                                    <p:stCondLst>
                                      <p:cond delay="0"/>
                                    </p:stCondLst>
                                  </p:cTn>
                                  <p:tgtEl>
                                    <p:spTgt spid="71"/>
                                  </p:tgtEl>
                                  <p:attrNameLst>
                                    <p:attrName>style.visibility</p:attrName>
                                  </p:attrNameLst>
                                </p:cBhvr>
                                <p:to>
                                  <p:strVal val="hidden"/>
                                </p:to>
                              </p:set>
                            </p:childTnLst>
                          </p:cTn>
                        </p:par>
                        <p:par>
                          <p:cTn id="55" presetID="1" presetClass="entr" presetSubtype="0" fill="hold" nodeType="withEffect">
                            <p:stCondLst>
                              <p:cond delay="1500"/>
                            </p:stCondLst>
                            <p:childTnLst>
                              <p:set>
                                <p:cBhvr>
                                  <p:cTn id="56" dur="1" fill="hold">
                                    <p:stCondLst>
                                      <p:cond delay="0"/>
                                    </p:stCondLst>
                                  </p:cTn>
                                  <p:tgtEl>
                                    <p:spTgt spid="72"/>
                                  </p:tgtEl>
                                  <p:attrNameLst>
                                    <p:attrName>style.visibility</p:attrName>
                                  </p:attrNameLst>
                                </p:cBhvr>
                                <p:to>
                                  <p:strVal val="visible"/>
                                </p:to>
                              </p:set>
                            </p:childTnLst>
                          </p:cTn>
                        </p:par>
                        <p:par>
                          <p:cTn id="57" presetID="1" presetClass="exit" presetSubtype="0" fill="hold" nodeType="withEffect">
                            <p:stCondLst>
                              <p:cond delay="2000"/>
                            </p:stCondLst>
                            <p:childTnLst>
                              <p:set>
                                <p:cBhvr>
                                  <p:cTn id="58" dur="1" fill="hold">
                                    <p:stCondLst>
                                      <p:cond delay="0"/>
                                    </p:stCondLst>
                                  </p:cTn>
                                  <p:tgtEl>
                                    <p:spTgt spid="37"/>
                                  </p:tgtEl>
                                  <p:attrNameLst>
                                    <p:attrName>style.visibility</p:attrName>
                                  </p:attrNameLst>
                                </p:cBhvr>
                                <p:to>
                                  <p:strVal val="hidden"/>
                                </p:to>
                              </p:set>
                            </p:childTnLst>
                          </p:cTn>
                        </p:par>
                        <p:par>
                          <p:cTn id="59" presetID="1" presetClass="entr" presetSubtype="0" fill="hold" nodeType="withEffect">
                            <p:stCondLst>
                              <p:cond delay="200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xit" presetSubtype="0" fill="hold" nodeType="withEffect">
                            <p:stCondLst>
                              <p:cond delay="2000"/>
                            </p:stCondLst>
                            <p:childTnLst>
                              <p:set>
                                <p:cBhvr>
                                  <p:cTn id="62" dur="1" fill="hold">
                                    <p:stCondLst>
                                      <p:cond delay="0"/>
                                    </p:stCondLst>
                                  </p:cTn>
                                  <p:tgtEl>
                                    <p:spTgt spid="72"/>
                                  </p:tgtEl>
                                  <p:attrNameLst>
                                    <p:attrName>style.visibility</p:attrName>
                                  </p:attrNameLst>
                                </p:cBhvr>
                                <p:to>
                                  <p:strVal val="hidden"/>
                                </p:to>
                              </p:set>
                            </p:childTnLst>
                          </p:cTn>
                        </p:par>
                        <p:par>
                          <p:cTn id="63" presetID="1" presetClass="entr" presetSubtype="0" fill="hold" nodeType="withEffect">
                            <p:stCondLst>
                              <p:cond delay="2000"/>
                            </p:stCondLst>
                            <p:childTnLst>
                              <p:set>
                                <p:cBhvr>
                                  <p:cTn id="64" dur="1" fill="hold">
                                    <p:stCondLst>
                                      <p:cond delay="0"/>
                                    </p:stCondLst>
                                  </p:cTn>
                                  <p:tgtEl>
                                    <p:spTgt spid="73"/>
                                  </p:tgtEl>
                                  <p:attrNameLst>
                                    <p:attrName>style.visibility</p:attrName>
                                  </p:attrNameLst>
                                </p:cBhvr>
                                <p:to>
                                  <p:strVal val="visible"/>
                                </p:to>
                              </p:set>
                            </p:childTnLst>
                          </p:cTn>
                        </p:par>
                        <p:par>
                          <p:cTn id="65" presetID="1" presetClass="entr" presetSubtype="0" fill="hold" nodeType="withEffect">
                            <p:stCondLst>
                              <p:cond delay="2200"/>
                            </p:stCondLst>
                            <p:childTnLst>
                              <p:set>
                                <p:cBhvr>
                                  <p:cTn id="66" dur="1" fill="hold">
                                    <p:stCondLst>
                                      <p:cond delay="0"/>
                                    </p:stCondLst>
                                  </p:cTn>
                                  <p:tgtEl>
                                    <p:spTgt spid="17"/>
                                  </p:tgtEl>
                                  <p:attrNameLst>
                                    <p:attrName>style.visibility</p:attrName>
                                  </p:attrNameLst>
                                </p:cBhvr>
                                <p:to>
                                  <p:strVal val="visible"/>
                                </p:to>
                              </p:set>
                            </p:childTnLst>
                          </p:cTn>
                        </p:par>
                        <p:par>
                          <p:cTn id="67" presetID="1" presetClass="exit" presetSubtype="0" fill="hold" nodeType="withEffect">
                            <p:stCondLst>
                              <p:cond delay="2200"/>
                            </p:stCondLst>
                            <p:childTnLst>
                              <p:set>
                                <p:cBhvr>
                                  <p:cTn id="68" dur="1" fill="hold">
                                    <p:stCondLst>
                                      <p:cond delay="0"/>
                                    </p:stCondLst>
                                  </p:cTn>
                                  <p:tgtEl>
                                    <p:spTgt spid="18"/>
                                  </p:tgtEl>
                                  <p:attrNameLst>
                                    <p:attrName>style.visibility</p:attrName>
                                  </p:attrNameLst>
                                </p:cBhvr>
                                <p:to>
                                  <p:strVal val="hidden"/>
                                </p:to>
                              </p:set>
                            </p:childTnLst>
                          </p:cTn>
                        </p:par>
                        <p:par>
                          <p:cTn id="69" presetID="1" presetClass="exit" presetSubtype="0" fill="hold" nodeType="withEffect">
                            <p:stCondLst>
                              <p:cond delay="2200"/>
                            </p:stCondLst>
                            <p:childTnLst>
                              <p:set>
                                <p:cBhvr>
                                  <p:cTn id="70" dur="1" fill="hold">
                                    <p:stCondLst>
                                      <p:cond delay="0"/>
                                    </p:stCondLst>
                                  </p:cTn>
                                  <p:tgtEl>
                                    <p:spTgt spid="19"/>
                                  </p:tgtEl>
                                  <p:attrNameLst>
                                    <p:attrName>style.visibility</p:attrName>
                                  </p:attrNameLst>
                                </p:cBhvr>
                                <p:to>
                                  <p:strVal val="hidden"/>
                                </p:to>
                              </p:set>
                            </p:childTnLst>
                          </p:cTn>
                        </p:par>
                        <p:par>
                          <p:cTn id="71" presetID="1" presetClass="entr" presetSubtype="0" fill="hold" nodeType="withEffect">
                            <p:stCondLst>
                              <p:cond delay="2200"/>
                            </p:stCondLst>
                            <p:childTnLst>
                              <p:set>
                                <p:cBhvr>
                                  <p:cTn id="72" dur="1" fill="hold">
                                    <p:stCondLst>
                                      <p:cond delay="0"/>
                                    </p:stCondLst>
                                  </p:cTn>
                                  <p:tgtEl>
                                    <p:spTgt spid="20"/>
                                  </p:tgtEl>
                                  <p:attrNameLst>
                                    <p:attrName>style.visibility</p:attrName>
                                  </p:attrNameLst>
                                </p:cBhvr>
                                <p:to>
                                  <p:strVal val="visible"/>
                                </p:to>
                              </p:set>
                            </p:childTnLst>
                          </p:cTn>
                        </p:par>
                        <p:par>
                          <p:cTn id="73" presetID="1" presetClass="exit" presetSubtype="0" fill="hold" nodeType="withEffect">
                            <p:stCondLst>
                              <p:cond delay="2200"/>
                            </p:stCondLst>
                            <p:childTnLst>
                              <p:set>
                                <p:cBhvr>
                                  <p:cTn id="74" dur="1" fill="hold">
                                    <p:stCondLst>
                                      <p:cond delay="0"/>
                                    </p:stCondLst>
                                  </p:cTn>
                                  <p:tgtEl>
                                    <p:spTgt spid="24"/>
                                  </p:tgtEl>
                                  <p:attrNameLst>
                                    <p:attrName>style.visibility</p:attrName>
                                  </p:attrNameLst>
                                </p:cBhvr>
                                <p:to>
                                  <p:strVal val="hidden"/>
                                </p:to>
                              </p:set>
                            </p:childTnLst>
                          </p:cTn>
                        </p:par>
                        <p:par>
                          <p:cTn id="75" presetID="1" presetClass="exit" presetSubtype="0" fill="hold" nodeType="withEffect">
                            <p:stCondLst>
                              <p:cond delay="2200"/>
                            </p:stCondLst>
                            <p:childTnLst>
                              <p:set>
                                <p:cBhvr>
                                  <p:cTn id="76" dur="1" fill="hold">
                                    <p:stCondLst>
                                      <p:cond delay="0"/>
                                    </p:stCondLst>
                                  </p:cTn>
                                  <p:tgtEl>
                                    <p:spTgt spid="25"/>
                                  </p:tgtEl>
                                  <p:attrNameLst>
                                    <p:attrName>style.visibility</p:attrName>
                                  </p:attrNameLst>
                                </p:cBhvr>
                                <p:to>
                                  <p:strVal val="hidden"/>
                                </p:to>
                              </p:set>
                            </p:childTnLst>
                          </p:cTn>
                        </p:par>
                        <p:par>
                          <p:cTn id="77" presetID="1" presetClass="exit" presetSubtype="0" fill="hold" nodeType="withEffect">
                            <p:stCondLst>
                              <p:cond delay="2200"/>
                            </p:stCondLst>
                            <p:childTnLst>
                              <p:set>
                                <p:cBhvr>
                                  <p:cTn id="78" dur="1" fill="hold">
                                    <p:stCondLst>
                                      <p:cond delay="0"/>
                                    </p:stCondLst>
                                  </p:cTn>
                                  <p:tgtEl>
                                    <p:spTgt spid="26"/>
                                  </p:tgtEl>
                                  <p:attrNameLst>
                                    <p:attrName>style.visibility</p:attrName>
                                  </p:attrNameLst>
                                </p:cBhvr>
                                <p:to>
                                  <p:strVal val="hidden"/>
                                </p:to>
                              </p:set>
                            </p:childTnLst>
                          </p:cTn>
                        </p:par>
                        <p:par>
                          <p:cTn id="79" presetID="1" presetClass="entr" presetSubtype="0" fill="hold" nodeType="withEffect">
                            <p:stCondLst>
                              <p:cond delay="2200"/>
                            </p:stCondLst>
                            <p:childTnLst>
                              <p:set>
                                <p:cBhvr>
                                  <p:cTn id="80" dur="1" fill="hold">
                                    <p:stCondLst>
                                      <p:cond delay="0"/>
                                    </p:stCondLst>
                                  </p:cTn>
                                  <p:tgtEl>
                                    <p:spTgt spid="27"/>
                                  </p:tgtEl>
                                  <p:attrNameLst>
                                    <p:attrName>style.visibility</p:attrName>
                                  </p:attrNameLst>
                                </p:cBhvr>
                                <p:to>
                                  <p:strVal val="visible"/>
                                </p:to>
                              </p:set>
                            </p:childTnLst>
                          </p:cTn>
                        </p:par>
                        <p:par>
                          <p:cTn id="81" presetID="1" presetClass="entr" presetSubtype="0" fill="hold" nodeType="withEffect">
                            <p:stCondLst>
                              <p:cond delay="2200"/>
                            </p:stCondLst>
                            <p:childTnLst>
                              <p:set>
                                <p:cBhvr>
                                  <p:cTn id="82" dur="1" fill="hold">
                                    <p:stCondLst>
                                      <p:cond delay="0"/>
                                    </p:stCondLst>
                                  </p:cTn>
                                  <p:tgtEl>
                                    <p:spTgt spid="28"/>
                                  </p:tgtEl>
                                  <p:attrNameLst>
                                    <p:attrName>style.visibility</p:attrName>
                                  </p:attrNameLst>
                                </p:cBhvr>
                                <p:to>
                                  <p:strVal val="visible"/>
                                </p:to>
                              </p:set>
                            </p:childTnLst>
                          </p:cTn>
                        </p:par>
                        <p:par>
                          <p:cTn id="83" presetID="1" presetClass="entr" presetSubtype="0" fill="hold" nodeType="withEffect">
                            <p:stCondLst>
                              <p:cond delay="2200"/>
                            </p:stCondLst>
                            <p:childTnLst>
                              <p:set>
                                <p:cBhvr>
                                  <p:cTn id="84" dur="1" fill="hold">
                                    <p:stCondLst>
                                      <p:cond delay="0"/>
                                    </p:stCondLst>
                                  </p:cTn>
                                  <p:tgtEl>
                                    <p:spTgt spid="29"/>
                                  </p:tgtEl>
                                  <p:attrNameLst>
                                    <p:attrName>style.visibility</p:attrName>
                                  </p:attrNameLst>
                                </p:cBhvr>
                                <p:to>
                                  <p:strVal val="visible"/>
                                </p:to>
                              </p:set>
                            </p:childTnLst>
                          </p:cTn>
                        </p:par>
                        <p:par>
                          <p:cTn id="85" presetID="1" presetClass="exit" presetSubtype="0" fill="hold" nodeType="withEffect">
                            <p:stCondLst>
                              <p:cond delay="2500"/>
                            </p:stCondLst>
                            <p:childTnLst>
                              <p:set>
                                <p:cBhvr>
                                  <p:cTn id="86" dur="1" fill="hold">
                                    <p:stCondLst>
                                      <p:cond delay="0"/>
                                    </p:stCondLst>
                                  </p:cTn>
                                  <p:tgtEl>
                                    <p:spTgt spid="38"/>
                                  </p:tgtEl>
                                  <p:attrNameLst>
                                    <p:attrName>style.visibility</p:attrName>
                                  </p:attrNameLst>
                                </p:cBhvr>
                                <p:to>
                                  <p:strVal val="hidden"/>
                                </p:to>
                              </p:set>
                            </p:childTnLst>
                          </p:cTn>
                        </p:par>
                        <p:par>
                          <p:cTn id="87" presetID="1" presetClass="entr" presetSubtype="0" fill="hold" nodeType="withEffect">
                            <p:stCondLst>
                              <p:cond delay="2500"/>
                            </p:stCondLst>
                            <p:childTnLst>
                              <p:set>
                                <p:cBhvr>
                                  <p:cTn id="88" dur="1" fill="hold">
                                    <p:stCondLst>
                                      <p:cond delay="0"/>
                                    </p:stCondLst>
                                  </p:cTn>
                                  <p:tgtEl>
                                    <p:spTgt spid="39"/>
                                  </p:tgtEl>
                                  <p:attrNameLst>
                                    <p:attrName>style.visibility</p:attrName>
                                  </p:attrNameLst>
                                </p:cBhvr>
                                <p:to>
                                  <p:strVal val="visible"/>
                                </p:to>
                              </p:set>
                            </p:childTnLst>
                          </p:cTn>
                        </p:par>
                        <p:par>
                          <p:cTn id="89" presetID="1" presetClass="exit" presetSubtype="0" fill="hold" nodeType="withEffect">
                            <p:stCondLst>
                              <p:cond delay="2500"/>
                            </p:stCondLst>
                            <p:childTnLst>
                              <p:set>
                                <p:cBhvr>
                                  <p:cTn id="90" dur="1" fill="hold">
                                    <p:stCondLst>
                                      <p:cond delay="0"/>
                                    </p:stCondLst>
                                  </p:cTn>
                                  <p:tgtEl>
                                    <p:spTgt spid="73"/>
                                  </p:tgtEl>
                                  <p:attrNameLst>
                                    <p:attrName>style.visibility</p:attrName>
                                  </p:attrNameLst>
                                </p:cBhvr>
                                <p:to>
                                  <p:strVal val="hidden"/>
                                </p:to>
                              </p:set>
                            </p:childTnLst>
                          </p:cTn>
                        </p:par>
                        <p:par>
                          <p:cTn id="91" presetID="1" presetClass="entr" presetSubtype="0" fill="hold" nodeType="withEffect">
                            <p:stCondLst>
                              <p:cond delay="2500"/>
                            </p:stCondLst>
                            <p:childTnLst>
                              <p:set>
                                <p:cBhvr>
                                  <p:cTn id="92" dur="1" fill="hold">
                                    <p:stCondLst>
                                      <p:cond delay="0"/>
                                    </p:stCondLst>
                                  </p:cTn>
                                  <p:tgtEl>
                                    <p:spTgt spid="74"/>
                                  </p:tgtEl>
                                  <p:attrNameLst>
                                    <p:attrName>style.visibility</p:attrName>
                                  </p:attrNameLst>
                                </p:cBhvr>
                                <p:to>
                                  <p:strVal val="visible"/>
                                </p:to>
                              </p:set>
                            </p:childTnLst>
                          </p:cTn>
                        </p:par>
                        <p:par>
                          <p:cTn id="93" presetID="1" presetClass="exit" presetSubtype="0" fill="hold" nodeType="withEffect">
                            <p:stCondLst>
                              <p:cond delay="3000"/>
                            </p:stCondLst>
                            <p:childTnLst>
                              <p:set>
                                <p:cBhvr>
                                  <p:cTn id="94" dur="1" fill="hold">
                                    <p:stCondLst>
                                      <p:cond delay="0"/>
                                    </p:stCondLst>
                                  </p:cTn>
                                  <p:tgtEl>
                                    <p:spTgt spid="20"/>
                                  </p:tgtEl>
                                  <p:attrNameLst>
                                    <p:attrName>style.visibility</p:attrName>
                                  </p:attrNameLst>
                                </p:cBhvr>
                                <p:to>
                                  <p:strVal val="hidden"/>
                                </p:to>
                              </p:set>
                            </p:childTnLst>
                          </p:cTn>
                        </p:par>
                        <p:par>
                          <p:cTn id="95" presetID="1" presetClass="entr" presetSubtype="0" fill="hold" nodeType="withEffect">
                            <p:stCondLst>
                              <p:cond delay="3000"/>
                            </p:stCondLst>
                            <p:childTnLst>
                              <p:set>
                                <p:cBhvr>
                                  <p:cTn id="96" dur="1" fill="hold">
                                    <p:stCondLst>
                                      <p:cond delay="0"/>
                                    </p:stCondLst>
                                  </p:cTn>
                                  <p:tgtEl>
                                    <p:spTgt spid="21"/>
                                  </p:tgtEl>
                                  <p:attrNameLst>
                                    <p:attrName>style.visibility</p:attrName>
                                  </p:attrNameLst>
                                </p:cBhvr>
                                <p:to>
                                  <p:strVal val="visible"/>
                                </p:to>
                              </p:set>
                            </p:childTnLst>
                          </p:cTn>
                        </p:par>
                        <p:par>
                          <p:cTn id="97" presetID="1" presetClass="exit" presetSubtype="0" fill="hold" nodeType="withEffect">
                            <p:stCondLst>
                              <p:cond delay="3000"/>
                            </p:stCondLst>
                            <p:childTnLst>
                              <p:set>
                                <p:cBhvr>
                                  <p:cTn id="98" dur="1" fill="hold">
                                    <p:stCondLst>
                                      <p:cond delay="0"/>
                                    </p:stCondLst>
                                  </p:cTn>
                                  <p:tgtEl>
                                    <p:spTgt spid="39"/>
                                  </p:tgtEl>
                                  <p:attrNameLst>
                                    <p:attrName>style.visibility</p:attrName>
                                  </p:attrNameLst>
                                </p:cBhvr>
                                <p:to>
                                  <p:strVal val="hidden"/>
                                </p:to>
                              </p:set>
                            </p:childTnLst>
                          </p:cTn>
                        </p:par>
                        <p:par>
                          <p:cTn id="99" presetID="1" presetClass="entr" presetSubtype="0" fill="hold" nodeType="withEffect">
                            <p:stCondLst>
                              <p:cond delay="300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xit" presetSubtype="0" fill="hold" nodeType="withEffect">
                            <p:stCondLst>
                              <p:cond delay="3000"/>
                            </p:stCondLst>
                            <p:childTnLst>
                              <p:set>
                                <p:cBhvr>
                                  <p:cTn id="102" dur="1" fill="hold">
                                    <p:stCondLst>
                                      <p:cond delay="0"/>
                                    </p:stCondLst>
                                  </p:cTn>
                                  <p:tgtEl>
                                    <p:spTgt spid="74"/>
                                  </p:tgtEl>
                                  <p:attrNameLst>
                                    <p:attrName>style.visibility</p:attrName>
                                  </p:attrNameLst>
                                </p:cBhvr>
                                <p:to>
                                  <p:strVal val="hidden"/>
                                </p:to>
                              </p:set>
                            </p:childTnLst>
                          </p:cTn>
                        </p:par>
                        <p:par>
                          <p:cTn id="103" presetID="1" presetClass="entr" presetSubtype="0" fill="hold" nodeType="withEffect">
                            <p:stCondLst>
                              <p:cond delay="3000"/>
                            </p:stCondLst>
                            <p:childTnLst>
                              <p:set>
                                <p:cBhvr>
                                  <p:cTn id="104" dur="1" fill="hold">
                                    <p:stCondLst>
                                      <p:cond delay="0"/>
                                    </p:stCondLst>
                                  </p:cTn>
                                  <p:tgtEl>
                                    <p:spTgt spid="75"/>
                                  </p:tgtEl>
                                  <p:attrNameLst>
                                    <p:attrName>style.visibility</p:attrName>
                                  </p:attrNameLst>
                                </p:cBhvr>
                                <p:to>
                                  <p:strVal val="visible"/>
                                </p:to>
                              </p:set>
                            </p:childTnLst>
                          </p:cTn>
                        </p:par>
                        <p:par>
                          <p:cTn id="105" presetID="1" presetClass="exit" presetSubtype="0" fill="hold" nodeType="withEffect">
                            <p:stCondLst>
                              <p:cond delay="3117"/>
                            </p:stCondLst>
                            <p:childTnLst>
                              <p:set>
                                <p:cBhvr>
                                  <p:cTn id="106" dur="1" fill="hold">
                                    <p:stCondLst>
                                      <p:cond delay="0"/>
                                    </p:stCondLst>
                                  </p:cTn>
                                  <p:tgtEl>
                                    <p:spTgt spid="40"/>
                                  </p:tgtEl>
                                  <p:attrNameLst>
                                    <p:attrName>style.visibility</p:attrName>
                                  </p:attrNameLst>
                                </p:cBhvr>
                                <p:to>
                                  <p:strVal val="hidden"/>
                                </p:to>
                              </p:set>
                            </p:childTnLst>
                          </p:cTn>
                        </p:par>
                        <p:par>
                          <p:cTn id="107" presetID="1" presetClass="entr" presetSubtype="0" fill="hold" nodeType="withEffect">
                            <p:stCondLst>
                              <p:cond delay="3117"/>
                            </p:stCondLst>
                            <p:childTnLst>
                              <p:set>
                                <p:cBhvr>
                                  <p:cTn id="108" dur="1" fill="hold">
                                    <p:stCondLst>
                                      <p:cond delay="0"/>
                                    </p:stCondLst>
                                  </p:cTn>
                                  <p:tgtEl>
                                    <p:spTgt spid="41"/>
                                  </p:tgtEl>
                                  <p:attrNameLst>
                                    <p:attrName>style.visibility</p:attrName>
                                  </p:attrNameLst>
                                </p:cBhvr>
                                <p:to>
                                  <p:strVal val="visible"/>
                                </p:to>
                              </p:set>
                            </p:childTnLst>
                          </p:cTn>
                        </p:par>
                        <p:par>
                          <p:cTn id="109" presetID="1" presetClass="exit" presetSubtype="0" fill="hold" nodeType="withEffect">
                            <p:stCondLst>
                              <p:cond delay="3233"/>
                            </p:stCondLst>
                            <p:childTnLst>
                              <p:set>
                                <p:cBhvr>
                                  <p:cTn id="110" dur="1" fill="hold">
                                    <p:stCondLst>
                                      <p:cond delay="0"/>
                                    </p:stCondLst>
                                  </p:cTn>
                                  <p:tgtEl>
                                    <p:spTgt spid="41"/>
                                  </p:tgtEl>
                                  <p:attrNameLst>
                                    <p:attrName>style.visibility</p:attrName>
                                  </p:attrNameLst>
                                </p:cBhvr>
                                <p:to>
                                  <p:strVal val="hidden"/>
                                </p:to>
                              </p:set>
                            </p:childTnLst>
                          </p:cTn>
                        </p:par>
                        <p:par>
                          <p:cTn id="111" presetID="1" presetClass="entr" presetSubtype="0" fill="hold" nodeType="withEffect">
                            <p:stCondLst>
                              <p:cond delay="3233"/>
                            </p:stCondLst>
                            <p:childTnLst>
                              <p:set>
                                <p:cBhvr>
                                  <p:cTn id="112" dur="1" fill="hold">
                                    <p:stCondLst>
                                      <p:cond delay="0"/>
                                    </p:stCondLst>
                                  </p:cTn>
                                  <p:tgtEl>
                                    <p:spTgt spid="42"/>
                                  </p:tgtEl>
                                  <p:attrNameLst>
                                    <p:attrName>style.visibility</p:attrName>
                                  </p:attrNameLst>
                                </p:cBhvr>
                                <p:to>
                                  <p:strVal val="visible"/>
                                </p:to>
                              </p:set>
                            </p:childTnLst>
                          </p:cTn>
                        </p:par>
                        <p:par>
                          <p:cTn id="113" presetID="1" presetClass="exit" presetSubtype="0" fill="hold" nodeType="withEffect">
                            <p:stCondLst>
                              <p:cond delay="3350"/>
                            </p:stCondLst>
                            <p:childTnLst>
                              <p:set>
                                <p:cBhvr>
                                  <p:cTn id="114" dur="1" fill="hold">
                                    <p:stCondLst>
                                      <p:cond delay="0"/>
                                    </p:stCondLst>
                                  </p:cTn>
                                  <p:tgtEl>
                                    <p:spTgt spid="42"/>
                                  </p:tgtEl>
                                  <p:attrNameLst>
                                    <p:attrName>style.visibility</p:attrName>
                                  </p:attrNameLst>
                                </p:cBhvr>
                                <p:to>
                                  <p:strVal val="hidden"/>
                                </p:to>
                              </p:set>
                            </p:childTnLst>
                          </p:cTn>
                        </p:par>
                        <p:par>
                          <p:cTn id="115" presetID="1" presetClass="entr" presetSubtype="0" fill="hold" nodeType="withEffect">
                            <p:stCondLst>
                              <p:cond delay="3350"/>
                            </p:stCondLst>
                            <p:childTnLst>
                              <p:set>
                                <p:cBhvr>
                                  <p:cTn id="116" dur="1" fill="hold">
                                    <p:stCondLst>
                                      <p:cond delay="0"/>
                                    </p:stCondLst>
                                  </p:cTn>
                                  <p:tgtEl>
                                    <p:spTgt spid="43"/>
                                  </p:tgtEl>
                                  <p:attrNameLst>
                                    <p:attrName>style.visibility</p:attrName>
                                  </p:attrNameLst>
                                </p:cBhvr>
                                <p:to>
                                  <p:strVal val="visible"/>
                                </p:to>
                              </p:set>
                            </p:childTnLst>
                          </p:cTn>
                        </p:par>
                        <p:par>
                          <p:cTn id="117" presetID="1" presetClass="exit" presetSubtype="0" fill="hold" nodeType="withEffect">
                            <p:stCondLst>
                              <p:cond delay="3350"/>
                            </p:stCondLst>
                            <p:childTnLst>
                              <p:set>
                                <p:cBhvr>
                                  <p:cTn id="118" dur="1" fill="hold">
                                    <p:stCondLst>
                                      <p:cond delay="0"/>
                                    </p:stCondLst>
                                  </p:cTn>
                                  <p:tgtEl>
                                    <p:spTgt spid="75"/>
                                  </p:tgtEl>
                                  <p:attrNameLst>
                                    <p:attrName>style.visibility</p:attrName>
                                  </p:attrNameLst>
                                </p:cBhvr>
                                <p:to>
                                  <p:strVal val="hidden"/>
                                </p:to>
                              </p:set>
                            </p:childTnLst>
                          </p:cTn>
                        </p:par>
                        <p:par>
                          <p:cTn id="119" presetID="1" presetClass="entr" presetSubtype="0" fill="hold" nodeType="withEffect">
                            <p:stCondLst>
                              <p:cond delay="3350"/>
                            </p:stCondLst>
                            <p:childTnLst>
                              <p:set>
                                <p:cBhvr>
                                  <p:cTn id="120" dur="1" fill="hold">
                                    <p:stCondLst>
                                      <p:cond delay="0"/>
                                    </p:stCondLst>
                                  </p:cTn>
                                  <p:tgtEl>
                                    <p:spTgt spid="76"/>
                                  </p:tgtEl>
                                  <p:attrNameLst>
                                    <p:attrName>style.visibility</p:attrName>
                                  </p:attrNameLst>
                                </p:cBhvr>
                                <p:to>
                                  <p:strVal val="visible"/>
                                </p:to>
                              </p:set>
                            </p:childTnLst>
                          </p:cTn>
                        </p:par>
                        <p:par>
                          <p:cTn id="121" presetID="1" presetClass="exit" presetSubtype="0" fill="hold" nodeType="withEffect">
                            <p:stCondLst>
                              <p:cond delay="3467"/>
                            </p:stCondLst>
                            <p:childTnLst>
                              <p:set>
                                <p:cBhvr>
                                  <p:cTn id="122" dur="1" fill="hold">
                                    <p:stCondLst>
                                      <p:cond delay="0"/>
                                    </p:stCondLst>
                                  </p:cTn>
                                  <p:tgtEl>
                                    <p:spTgt spid="43"/>
                                  </p:tgtEl>
                                  <p:attrNameLst>
                                    <p:attrName>style.visibility</p:attrName>
                                  </p:attrNameLst>
                                </p:cBhvr>
                                <p:to>
                                  <p:strVal val="hidden"/>
                                </p:to>
                              </p:set>
                            </p:childTnLst>
                          </p:cTn>
                        </p:par>
                        <p:par>
                          <p:cTn id="123" presetID="1" presetClass="entr" presetSubtype="0" fill="hold" nodeType="withEffect">
                            <p:stCondLst>
                              <p:cond delay="3467"/>
                            </p:stCondLst>
                            <p:childTnLst>
                              <p:set>
                                <p:cBhvr>
                                  <p:cTn id="124" dur="1" fill="hold">
                                    <p:stCondLst>
                                      <p:cond delay="0"/>
                                    </p:stCondLst>
                                  </p:cTn>
                                  <p:tgtEl>
                                    <p:spTgt spid="44"/>
                                  </p:tgtEl>
                                  <p:attrNameLst>
                                    <p:attrName>style.visibility</p:attrName>
                                  </p:attrNameLst>
                                </p:cBhvr>
                                <p:to>
                                  <p:strVal val="visible"/>
                                </p:to>
                              </p:set>
                            </p:childTnLst>
                          </p:cTn>
                        </p:par>
                        <p:par>
                          <p:cTn id="125" presetID="1" presetClass="exit" presetSubtype="0" fill="hold" nodeType="withEffect">
                            <p:stCondLst>
                              <p:cond delay="3583"/>
                            </p:stCondLst>
                            <p:childTnLst>
                              <p:set>
                                <p:cBhvr>
                                  <p:cTn id="126" dur="1" fill="hold">
                                    <p:stCondLst>
                                      <p:cond delay="0"/>
                                    </p:stCondLst>
                                  </p:cTn>
                                  <p:tgtEl>
                                    <p:spTgt spid="44"/>
                                  </p:tgtEl>
                                  <p:attrNameLst>
                                    <p:attrName>style.visibility</p:attrName>
                                  </p:attrNameLst>
                                </p:cBhvr>
                                <p:to>
                                  <p:strVal val="hidden"/>
                                </p:to>
                              </p:set>
                            </p:childTnLst>
                          </p:cTn>
                        </p:par>
                        <p:par>
                          <p:cTn id="127" presetID="1" presetClass="entr" presetSubtype="0" fill="hold" nodeType="withEffect">
                            <p:stCondLst>
                              <p:cond delay="3583"/>
                            </p:stCondLst>
                            <p:childTnLst>
                              <p:set>
                                <p:cBhvr>
                                  <p:cTn id="128" dur="1" fill="hold">
                                    <p:stCondLst>
                                      <p:cond delay="0"/>
                                    </p:stCondLst>
                                  </p:cTn>
                                  <p:tgtEl>
                                    <p:spTgt spid="45"/>
                                  </p:tgtEl>
                                  <p:attrNameLst>
                                    <p:attrName>style.visibility</p:attrName>
                                  </p:attrNameLst>
                                </p:cBhvr>
                                <p:to>
                                  <p:strVal val="visible"/>
                                </p:to>
                              </p:set>
                            </p:childTnLst>
                          </p:cTn>
                        </p:par>
                        <p:par>
                          <p:cTn id="129" presetID="1" presetClass="exit" presetSubtype="0" fill="hold" nodeType="withEffect">
                            <p:stCondLst>
                              <p:cond delay="3700"/>
                            </p:stCondLst>
                            <p:childTnLst>
                              <p:set>
                                <p:cBhvr>
                                  <p:cTn id="130" dur="1" fill="hold">
                                    <p:stCondLst>
                                      <p:cond delay="0"/>
                                    </p:stCondLst>
                                  </p:cTn>
                                  <p:tgtEl>
                                    <p:spTgt spid="45"/>
                                  </p:tgtEl>
                                  <p:attrNameLst>
                                    <p:attrName>style.visibility</p:attrName>
                                  </p:attrNameLst>
                                </p:cBhvr>
                                <p:to>
                                  <p:strVal val="hidden"/>
                                </p:to>
                              </p:set>
                            </p:childTnLst>
                          </p:cTn>
                        </p:par>
                        <p:par>
                          <p:cTn id="131" presetID="1" presetClass="entr" presetSubtype="0" fill="hold" nodeType="withEffect">
                            <p:stCondLst>
                              <p:cond delay="3700"/>
                            </p:stCondLst>
                            <p:childTnLst>
                              <p:set>
                                <p:cBhvr>
                                  <p:cTn id="132" dur="1" fill="hold">
                                    <p:stCondLst>
                                      <p:cond delay="0"/>
                                    </p:stCondLst>
                                  </p:cTn>
                                  <p:tgtEl>
                                    <p:spTgt spid="46"/>
                                  </p:tgtEl>
                                  <p:attrNameLst>
                                    <p:attrName>style.visibility</p:attrName>
                                  </p:attrNameLst>
                                </p:cBhvr>
                                <p:to>
                                  <p:strVal val="visible"/>
                                </p:to>
                              </p:set>
                            </p:childTnLst>
                          </p:cTn>
                        </p:par>
                        <p:par>
                          <p:cTn id="133" presetID="1" presetClass="exit" presetSubtype="0" fill="hold" nodeType="withEffect">
                            <p:stCondLst>
                              <p:cond delay="3700"/>
                            </p:stCondLst>
                            <p:childTnLst>
                              <p:set>
                                <p:cBhvr>
                                  <p:cTn id="134" dur="1" fill="hold">
                                    <p:stCondLst>
                                      <p:cond delay="0"/>
                                    </p:stCondLst>
                                  </p:cTn>
                                  <p:tgtEl>
                                    <p:spTgt spid="76"/>
                                  </p:tgtEl>
                                  <p:attrNameLst>
                                    <p:attrName>style.visibility</p:attrName>
                                  </p:attrNameLst>
                                </p:cBhvr>
                                <p:to>
                                  <p:strVal val="hidden"/>
                                </p:to>
                              </p:set>
                            </p:childTnLst>
                          </p:cTn>
                        </p:par>
                        <p:par>
                          <p:cTn id="135" presetID="1" presetClass="entr" presetSubtype="0" fill="hold" nodeType="withEffect">
                            <p:stCondLst>
                              <p:cond delay="3700"/>
                            </p:stCondLst>
                            <p:childTnLst>
                              <p:set>
                                <p:cBhvr>
                                  <p:cTn id="136" dur="1" fill="hold">
                                    <p:stCondLst>
                                      <p:cond delay="0"/>
                                    </p:stCondLst>
                                  </p:cTn>
                                  <p:tgtEl>
                                    <p:spTgt spid="77"/>
                                  </p:tgtEl>
                                  <p:attrNameLst>
                                    <p:attrName>style.visibility</p:attrName>
                                  </p:attrNameLst>
                                </p:cBhvr>
                                <p:to>
                                  <p:strVal val="visible"/>
                                </p:to>
                              </p:set>
                            </p:childTnLst>
                          </p:cTn>
                        </p:par>
                        <p:par>
                          <p:cTn id="137" presetID="1" presetClass="exit" presetSubtype="0" fill="hold" nodeType="withEffect">
                            <p:stCondLst>
                              <p:cond delay="3817"/>
                            </p:stCondLst>
                            <p:childTnLst>
                              <p:set>
                                <p:cBhvr>
                                  <p:cTn id="138" dur="1" fill="hold">
                                    <p:stCondLst>
                                      <p:cond delay="0"/>
                                    </p:stCondLst>
                                  </p:cTn>
                                  <p:tgtEl>
                                    <p:spTgt spid="46"/>
                                  </p:tgtEl>
                                  <p:attrNameLst>
                                    <p:attrName>style.visibility</p:attrName>
                                  </p:attrNameLst>
                                </p:cBhvr>
                                <p:to>
                                  <p:strVal val="hidden"/>
                                </p:to>
                              </p:set>
                            </p:childTnLst>
                          </p:cTn>
                        </p:par>
                        <p:par>
                          <p:cTn id="139" presetID="1" presetClass="entr" presetSubtype="0" fill="hold" nodeType="withEffect">
                            <p:stCondLst>
                              <p:cond delay="3817"/>
                            </p:stCondLst>
                            <p:childTnLst>
                              <p:set>
                                <p:cBhvr>
                                  <p:cTn id="140" dur="1" fill="hold">
                                    <p:stCondLst>
                                      <p:cond delay="0"/>
                                    </p:stCondLst>
                                  </p:cTn>
                                  <p:tgtEl>
                                    <p:spTgt spid="47"/>
                                  </p:tgtEl>
                                  <p:attrNameLst>
                                    <p:attrName>style.visibility</p:attrName>
                                  </p:attrNameLst>
                                </p:cBhvr>
                                <p:to>
                                  <p:strVal val="visible"/>
                                </p:to>
                              </p:set>
                            </p:childTnLst>
                          </p:cTn>
                        </p:par>
                        <p:par>
                          <p:cTn id="141" presetID="1" presetClass="exit" presetSubtype="0" fill="hold" nodeType="withEffect">
                            <p:stCondLst>
                              <p:cond delay="3933"/>
                            </p:stCondLst>
                            <p:childTnLst>
                              <p:set>
                                <p:cBhvr>
                                  <p:cTn id="142" dur="1" fill="hold">
                                    <p:stCondLst>
                                      <p:cond delay="0"/>
                                    </p:stCondLst>
                                  </p:cTn>
                                  <p:tgtEl>
                                    <p:spTgt spid="47"/>
                                  </p:tgtEl>
                                  <p:attrNameLst>
                                    <p:attrName>style.visibility</p:attrName>
                                  </p:attrNameLst>
                                </p:cBhvr>
                                <p:to>
                                  <p:strVal val="hidden"/>
                                </p:to>
                              </p:set>
                            </p:childTnLst>
                          </p:cTn>
                        </p:par>
                        <p:par>
                          <p:cTn id="143" presetID="1" presetClass="entr" presetSubtype="0" fill="hold" nodeType="withEffect">
                            <p:stCondLst>
                              <p:cond delay="3933"/>
                            </p:stCondLst>
                            <p:childTnLst>
                              <p:set>
                                <p:cBhvr>
                                  <p:cTn id="144" dur="1" fill="hold">
                                    <p:stCondLst>
                                      <p:cond delay="0"/>
                                    </p:stCondLst>
                                  </p:cTn>
                                  <p:tgtEl>
                                    <p:spTgt spid="48"/>
                                  </p:tgtEl>
                                  <p:attrNameLst>
                                    <p:attrName>style.visibility</p:attrName>
                                  </p:attrNameLst>
                                </p:cBhvr>
                                <p:to>
                                  <p:strVal val="visible"/>
                                </p:to>
                              </p:set>
                            </p:childTnLst>
                          </p:cTn>
                        </p:par>
                        <p:par>
                          <p:cTn id="145" presetID="1" presetClass="exit" presetSubtype="0" fill="hold" nodeType="withEffect">
                            <p:stCondLst>
                              <p:cond delay="4050"/>
                            </p:stCondLst>
                            <p:childTnLst>
                              <p:set>
                                <p:cBhvr>
                                  <p:cTn id="146" dur="1" fill="hold">
                                    <p:stCondLst>
                                      <p:cond delay="0"/>
                                    </p:stCondLst>
                                  </p:cTn>
                                  <p:tgtEl>
                                    <p:spTgt spid="48"/>
                                  </p:tgtEl>
                                  <p:attrNameLst>
                                    <p:attrName>style.visibility</p:attrName>
                                  </p:attrNameLst>
                                </p:cBhvr>
                                <p:to>
                                  <p:strVal val="hidden"/>
                                </p:to>
                              </p:set>
                            </p:childTnLst>
                          </p:cTn>
                        </p:par>
                        <p:par>
                          <p:cTn id="147" presetID="1" presetClass="entr" presetSubtype="0" fill="hold" nodeType="withEffect">
                            <p:stCondLst>
                              <p:cond delay="4050"/>
                            </p:stCondLst>
                            <p:childTnLst>
                              <p:set>
                                <p:cBhvr>
                                  <p:cTn id="148" dur="1" fill="hold">
                                    <p:stCondLst>
                                      <p:cond delay="0"/>
                                    </p:stCondLst>
                                  </p:cTn>
                                  <p:tgtEl>
                                    <p:spTgt spid="49"/>
                                  </p:tgtEl>
                                  <p:attrNameLst>
                                    <p:attrName>style.visibility</p:attrName>
                                  </p:attrNameLst>
                                </p:cBhvr>
                                <p:to>
                                  <p:strVal val="visible"/>
                                </p:to>
                              </p:set>
                            </p:childTnLst>
                          </p:cTn>
                        </p:par>
                        <p:par>
                          <p:cTn id="149" presetID="1" presetClass="exit" presetSubtype="0" fill="hold" nodeType="withEffect">
                            <p:stCondLst>
                              <p:cond delay="4050"/>
                            </p:stCondLst>
                            <p:childTnLst>
                              <p:set>
                                <p:cBhvr>
                                  <p:cTn id="150" dur="1" fill="hold">
                                    <p:stCondLst>
                                      <p:cond delay="0"/>
                                    </p:stCondLst>
                                  </p:cTn>
                                  <p:tgtEl>
                                    <p:spTgt spid="77"/>
                                  </p:tgtEl>
                                  <p:attrNameLst>
                                    <p:attrName>style.visibility</p:attrName>
                                  </p:attrNameLst>
                                </p:cBhvr>
                                <p:to>
                                  <p:strVal val="hidden"/>
                                </p:to>
                              </p:set>
                            </p:childTnLst>
                          </p:cTn>
                        </p:par>
                        <p:par>
                          <p:cTn id="151" presetID="1" presetClass="entr" presetSubtype="0" fill="hold" nodeType="withEffect">
                            <p:stCondLst>
                              <p:cond delay="4050"/>
                            </p:stCondLst>
                            <p:childTnLst>
                              <p:set>
                                <p:cBhvr>
                                  <p:cTn id="152" dur="1" fill="hold">
                                    <p:stCondLst>
                                      <p:cond delay="0"/>
                                    </p:stCondLst>
                                  </p:cTn>
                                  <p:tgtEl>
                                    <p:spTgt spid="78"/>
                                  </p:tgtEl>
                                  <p:attrNameLst>
                                    <p:attrName>style.visibility</p:attrName>
                                  </p:attrNameLst>
                                </p:cBhvr>
                                <p:to>
                                  <p:strVal val="visible"/>
                                </p:to>
                              </p:set>
                            </p:childTnLst>
                          </p:cTn>
                        </p:par>
                        <p:par>
                          <p:cTn id="153" presetID="1" presetClass="exit" presetSubtype="0" fill="hold" nodeType="withEffect">
                            <p:stCondLst>
                              <p:cond delay="4167"/>
                            </p:stCondLst>
                            <p:childTnLst>
                              <p:set>
                                <p:cBhvr>
                                  <p:cTn id="154" dur="1" fill="hold">
                                    <p:stCondLst>
                                      <p:cond delay="0"/>
                                    </p:stCondLst>
                                  </p:cTn>
                                  <p:tgtEl>
                                    <p:spTgt spid="49"/>
                                  </p:tgtEl>
                                  <p:attrNameLst>
                                    <p:attrName>style.visibility</p:attrName>
                                  </p:attrNameLst>
                                </p:cBhvr>
                                <p:to>
                                  <p:strVal val="hidden"/>
                                </p:to>
                              </p:set>
                            </p:childTnLst>
                          </p:cTn>
                        </p:par>
                        <p:par>
                          <p:cTn id="155" presetID="1" presetClass="entr" presetSubtype="0" fill="hold" nodeType="withEffect">
                            <p:stCondLst>
                              <p:cond delay="4167"/>
                            </p:stCondLst>
                            <p:childTnLst>
                              <p:set>
                                <p:cBhvr>
                                  <p:cTn id="156" dur="1" fill="hold">
                                    <p:stCondLst>
                                      <p:cond delay="0"/>
                                    </p:stCondLst>
                                  </p:cTn>
                                  <p:tgtEl>
                                    <p:spTgt spid="50"/>
                                  </p:tgtEl>
                                  <p:attrNameLst>
                                    <p:attrName>style.visibility</p:attrName>
                                  </p:attrNameLst>
                                </p:cBhvr>
                                <p:to>
                                  <p:strVal val="visible"/>
                                </p:to>
                              </p:set>
                            </p:childTnLst>
                          </p:cTn>
                        </p:par>
                        <p:par>
                          <p:cTn id="157" presetID="1" presetClass="exit" presetSubtype="0" fill="hold" nodeType="withEffect">
                            <p:stCondLst>
                              <p:cond delay="4283"/>
                            </p:stCondLst>
                            <p:childTnLst>
                              <p:set>
                                <p:cBhvr>
                                  <p:cTn id="158" dur="1" fill="hold">
                                    <p:stCondLst>
                                      <p:cond delay="0"/>
                                    </p:stCondLst>
                                  </p:cTn>
                                  <p:tgtEl>
                                    <p:spTgt spid="50"/>
                                  </p:tgtEl>
                                  <p:attrNameLst>
                                    <p:attrName>style.visibility</p:attrName>
                                  </p:attrNameLst>
                                </p:cBhvr>
                                <p:to>
                                  <p:strVal val="hidden"/>
                                </p:to>
                              </p:set>
                            </p:childTnLst>
                          </p:cTn>
                        </p:par>
                        <p:par>
                          <p:cTn id="159" presetID="1" presetClass="entr" presetSubtype="0" fill="hold" nodeType="withEffect">
                            <p:stCondLst>
                              <p:cond delay="4283"/>
                            </p:stCondLst>
                            <p:childTnLst>
                              <p:set>
                                <p:cBhvr>
                                  <p:cTn id="160" dur="1" fill="hold">
                                    <p:stCondLst>
                                      <p:cond delay="0"/>
                                    </p:stCondLst>
                                  </p:cTn>
                                  <p:tgtEl>
                                    <p:spTgt spid="51"/>
                                  </p:tgtEl>
                                  <p:attrNameLst>
                                    <p:attrName>style.visibility</p:attrName>
                                  </p:attrNameLst>
                                </p:cBhvr>
                                <p:to>
                                  <p:strVal val="visible"/>
                                </p:to>
                              </p:set>
                            </p:childTnLst>
                          </p:cTn>
                        </p:par>
                        <p:par>
                          <p:cTn id="161" presetID="1" presetClass="exit" presetSubtype="0" fill="hold" nodeType="withEffect">
                            <p:stCondLst>
                              <p:cond delay="4400"/>
                            </p:stCondLst>
                            <p:childTnLst>
                              <p:set>
                                <p:cBhvr>
                                  <p:cTn id="162" dur="1" fill="hold">
                                    <p:stCondLst>
                                      <p:cond delay="0"/>
                                    </p:stCondLst>
                                  </p:cTn>
                                  <p:tgtEl>
                                    <p:spTgt spid="21"/>
                                  </p:tgtEl>
                                  <p:attrNameLst>
                                    <p:attrName>style.visibility</p:attrName>
                                  </p:attrNameLst>
                                </p:cBhvr>
                                <p:to>
                                  <p:strVal val="hidden"/>
                                </p:to>
                              </p:set>
                            </p:childTnLst>
                          </p:cTn>
                        </p:par>
                        <p:par>
                          <p:cTn id="163" presetID="1" presetClass="entr" presetSubtype="0" fill="hold" nodeType="withEffect">
                            <p:stCondLst>
                              <p:cond delay="4400"/>
                            </p:stCondLst>
                            <p:childTnLst>
                              <p:set>
                                <p:cBhvr>
                                  <p:cTn id="164" dur="1" fill="hold">
                                    <p:stCondLst>
                                      <p:cond delay="0"/>
                                    </p:stCondLst>
                                  </p:cTn>
                                  <p:tgtEl>
                                    <p:spTgt spid="22"/>
                                  </p:tgtEl>
                                  <p:attrNameLst>
                                    <p:attrName>style.visibility</p:attrName>
                                  </p:attrNameLst>
                                </p:cBhvr>
                                <p:to>
                                  <p:strVal val="visible"/>
                                </p:to>
                              </p:set>
                            </p:childTnLst>
                          </p:cTn>
                        </p:par>
                        <p:par>
                          <p:cTn id="165" presetID="1" presetClass="exit" presetSubtype="0" fill="hold" nodeType="withEffect">
                            <p:stCondLst>
                              <p:cond delay="4400"/>
                            </p:stCondLst>
                            <p:childTnLst>
                              <p:set>
                                <p:cBhvr>
                                  <p:cTn id="166" dur="1" fill="hold">
                                    <p:stCondLst>
                                      <p:cond delay="0"/>
                                    </p:stCondLst>
                                  </p:cTn>
                                  <p:tgtEl>
                                    <p:spTgt spid="51"/>
                                  </p:tgtEl>
                                  <p:attrNameLst>
                                    <p:attrName>style.visibility</p:attrName>
                                  </p:attrNameLst>
                                </p:cBhvr>
                                <p:to>
                                  <p:strVal val="hidden"/>
                                </p:to>
                              </p:set>
                            </p:childTnLst>
                          </p:cTn>
                        </p:par>
                        <p:par>
                          <p:cTn id="167" presetID="1" presetClass="entr" presetSubtype="0" fill="hold" nodeType="withEffect">
                            <p:stCondLst>
                              <p:cond delay="4400"/>
                            </p:stCondLst>
                            <p:childTnLst>
                              <p:set>
                                <p:cBhvr>
                                  <p:cTn id="168" dur="1" fill="hold">
                                    <p:stCondLst>
                                      <p:cond delay="0"/>
                                    </p:stCondLst>
                                  </p:cTn>
                                  <p:tgtEl>
                                    <p:spTgt spid="52"/>
                                  </p:tgtEl>
                                  <p:attrNameLst>
                                    <p:attrName>style.visibility</p:attrName>
                                  </p:attrNameLst>
                                </p:cBhvr>
                                <p:to>
                                  <p:strVal val="visible"/>
                                </p:to>
                              </p:set>
                            </p:childTnLst>
                          </p:cTn>
                        </p:par>
                        <p:par>
                          <p:cTn id="169" presetID="1" presetClass="exit" presetSubtype="0" fill="hold" nodeType="withEffect">
                            <p:stCondLst>
                              <p:cond delay="4400"/>
                            </p:stCondLst>
                            <p:childTnLst>
                              <p:set>
                                <p:cBhvr>
                                  <p:cTn id="170" dur="1" fill="hold">
                                    <p:stCondLst>
                                      <p:cond delay="0"/>
                                    </p:stCondLst>
                                  </p:cTn>
                                  <p:tgtEl>
                                    <p:spTgt spid="78"/>
                                  </p:tgtEl>
                                  <p:attrNameLst>
                                    <p:attrName>style.visibility</p:attrName>
                                  </p:attrNameLst>
                                </p:cBhvr>
                                <p:to>
                                  <p:strVal val="hidden"/>
                                </p:to>
                              </p:set>
                            </p:childTnLst>
                          </p:cTn>
                        </p:par>
                        <p:par>
                          <p:cTn id="171" presetID="1" presetClass="entr" presetSubtype="0" fill="hold" nodeType="withEffect">
                            <p:stCondLst>
                              <p:cond delay="4400"/>
                            </p:stCondLst>
                            <p:childTnLst>
                              <p:set>
                                <p:cBhvr>
                                  <p:cTn id="172" dur="1" fill="hold">
                                    <p:stCondLst>
                                      <p:cond delay="0"/>
                                    </p:stCondLst>
                                  </p:cTn>
                                  <p:tgtEl>
                                    <p:spTgt spid="79"/>
                                  </p:tgtEl>
                                  <p:attrNameLst>
                                    <p:attrName>style.visibility</p:attrName>
                                  </p:attrNameLst>
                                </p:cBhvr>
                                <p:to>
                                  <p:strVal val="visible"/>
                                </p:to>
                              </p:set>
                            </p:childTnLst>
                          </p:cTn>
                        </p:par>
                        <p:par>
                          <p:cTn id="173" presetID="1" presetClass="exit" presetSubtype="0" fill="hold" nodeType="withEffect">
                            <p:stCondLst>
                              <p:cond delay="4533"/>
                            </p:stCondLst>
                            <p:childTnLst>
                              <p:set>
                                <p:cBhvr>
                                  <p:cTn id="174" dur="1" fill="hold">
                                    <p:stCondLst>
                                      <p:cond delay="0"/>
                                    </p:stCondLst>
                                  </p:cTn>
                                  <p:tgtEl>
                                    <p:spTgt spid="52"/>
                                  </p:tgtEl>
                                  <p:attrNameLst>
                                    <p:attrName>style.visibility</p:attrName>
                                  </p:attrNameLst>
                                </p:cBhvr>
                                <p:to>
                                  <p:strVal val="hidden"/>
                                </p:to>
                              </p:set>
                            </p:childTnLst>
                          </p:cTn>
                        </p:par>
                        <p:par>
                          <p:cTn id="175" presetID="1" presetClass="entr" presetSubtype="0" fill="hold" nodeType="withEffect">
                            <p:stCondLst>
                              <p:cond delay="4533"/>
                            </p:stCondLst>
                            <p:childTnLst>
                              <p:set>
                                <p:cBhvr>
                                  <p:cTn id="176" dur="1" fill="hold">
                                    <p:stCondLst>
                                      <p:cond delay="0"/>
                                    </p:stCondLst>
                                  </p:cTn>
                                  <p:tgtEl>
                                    <p:spTgt spid="53"/>
                                  </p:tgtEl>
                                  <p:attrNameLst>
                                    <p:attrName>style.visibility</p:attrName>
                                  </p:attrNameLst>
                                </p:cBhvr>
                                <p:to>
                                  <p:strVal val="visible"/>
                                </p:to>
                              </p:set>
                            </p:childTnLst>
                          </p:cTn>
                        </p:par>
                        <p:par>
                          <p:cTn id="177" presetID="1" presetClass="exit" presetSubtype="0" fill="hold" nodeType="withEffect">
                            <p:stCondLst>
                              <p:cond delay="4667"/>
                            </p:stCondLst>
                            <p:childTnLst>
                              <p:set>
                                <p:cBhvr>
                                  <p:cTn id="178" dur="1" fill="hold">
                                    <p:stCondLst>
                                      <p:cond delay="0"/>
                                    </p:stCondLst>
                                  </p:cTn>
                                  <p:tgtEl>
                                    <p:spTgt spid="53"/>
                                  </p:tgtEl>
                                  <p:attrNameLst>
                                    <p:attrName>style.visibility</p:attrName>
                                  </p:attrNameLst>
                                </p:cBhvr>
                                <p:to>
                                  <p:strVal val="hidden"/>
                                </p:to>
                              </p:set>
                            </p:childTnLst>
                          </p:cTn>
                        </p:par>
                        <p:par>
                          <p:cTn id="179" presetID="1" presetClass="entr" presetSubtype="0" fill="hold" nodeType="withEffect">
                            <p:stCondLst>
                              <p:cond delay="4667"/>
                            </p:stCondLst>
                            <p:childTnLst>
                              <p:set>
                                <p:cBhvr>
                                  <p:cTn id="180" dur="1" fill="hold">
                                    <p:stCondLst>
                                      <p:cond delay="0"/>
                                    </p:stCondLst>
                                  </p:cTn>
                                  <p:tgtEl>
                                    <p:spTgt spid="54"/>
                                  </p:tgtEl>
                                  <p:attrNameLst>
                                    <p:attrName>style.visibility</p:attrName>
                                  </p:attrNameLst>
                                </p:cBhvr>
                                <p:to>
                                  <p:strVal val="visible"/>
                                </p:to>
                              </p:set>
                            </p:childTnLst>
                          </p:cTn>
                        </p:par>
                        <p:par>
                          <p:cTn id="181" presetID="1" presetClass="exit" presetSubtype="0" fill="hold" nodeType="withEffect">
                            <p:stCondLst>
                              <p:cond delay="4800"/>
                            </p:stCondLst>
                            <p:childTnLst>
                              <p:set>
                                <p:cBhvr>
                                  <p:cTn id="182" dur="1" fill="hold">
                                    <p:stCondLst>
                                      <p:cond delay="0"/>
                                    </p:stCondLst>
                                  </p:cTn>
                                  <p:tgtEl>
                                    <p:spTgt spid="54"/>
                                  </p:tgtEl>
                                  <p:attrNameLst>
                                    <p:attrName>style.visibility</p:attrName>
                                  </p:attrNameLst>
                                </p:cBhvr>
                                <p:to>
                                  <p:strVal val="hidden"/>
                                </p:to>
                              </p:set>
                            </p:childTnLst>
                          </p:cTn>
                        </p:par>
                        <p:par>
                          <p:cTn id="183" presetID="1" presetClass="entr" presetSubtype="0" fill="hold" nodeType="withEffect">
                            <p:stCondLst>
                              <p:cond delay="4800"/>
                            </p:stCondLst>
                            <p:childTnLst>
                              <p:set>
                                <p:cBhvr>
                                  <p:cTn id="184" dur="1" fill="hold">
                                    <p:stCondLst>
                                      <p:cond delay="0"/>
                                    </p:stCondLst>
                                  </p:cTn>
                                  <p:tgtEl>
                                    <p:spTgt spid="55"/>
                                  </p:tgtEl>
                                  <p:attrNameLst>
                                    <p:attrName>style.visibility</p:attrName>
                                  </p:attrNameLst>
                                </p:cBhvr>
                                <p:to>
                                  <p:strVal val="visible"/>
                                </p:to>
                              </p:set>
                            </p:childTnLst>
                          </p:cTn>
                        </p:par>
                        <p:par>
                          <p:cTn id="185" presetID="1" presetClass="exit" presetSubtype="0" fill="hold" nodeType="withEffect">
                            <p:stCondLst>
                              <p:cond delay="4933"/>
                            </p:stCondLst>
                            <p:childTnLst>
                              <p:set>
                                <p:cBhvr>
                                  <p:cTn id="186" dur="1" fill="hold">
                                    <p:stCondLst>
                                      <p:cond delay="0"/>
                                    </p:stCondLst>
                                  </p:cTn>
                                  <p:tgtEl>
                                    <p:spTgt spid="55"/>
                                  </p:tgtEl>
                                  <p:attrNameLst>
                                    <p:attrName>style.visibility</p:attrName>
                                  </p:attrNameLst>
                                </p:cBhvr>
                                <p:to>
                                  <p:strVal val="hidden"/>
                                </p:to>
                              </p:set>
                            </p:childTnLst>
                          </p:cTn>
                        </p:par>
                        <p:par>
                          <p:cTn id="187" presetID="1" presetClass="entr" presetSubtype="0" fill="hold" nodeType="withEffect">
                            <p:stCondLst>
                              <p:cond delay="4933"/>
                            </p:stCondLst>
                            <p:childTnLst>
                              <p:set>
                                <p:cBhvr>
                                  <p:cTn id="188" dur="1" fill="hold">
                                    <p:stCondLst>
                                      <p:cond delay="0"/>
                                    </p:stCondLst>
                                  </p:cTn>
                                  <p:tgtEl>
                                    <p:spTgt spid="56"/>
                                  </p:tgtEl>
                                  <p:attrNameLst>
                                    <p:attrName>style.visibility</p:attrName>
                                  </p:attrNameLst>
                                </p:cBhvr>
                                <p:to>
                                  <p:strVal val="visible"/>
                                </p:to>
                              </p:set>
                            </p:childTnLst>
                          </p:cTn>
                        </p:par>
                        <p:par>
                          <p:cTn id="189" presetID="1" presetClass="exit" presetSubtype="0" fill="hold" nodeType="withEffect">
                            <p:stCondLst>
                              <p:cond delay="5067"/>
                            </p:stCondLst>
                            <p:childTnLst>
                              <p:set>
                                <p:cBhvr>
                                  <p:cTn id="190" dur="1" fill="hold">
                                    <p:stCondLst>
                                      <p:cond delay="0"/>
                                    </p:stCondLst>
                                  </p:cTn>
                                  <p:tgtEl>
                                    <p:spTgt spid="56"/>
                                  </p:tgtEl>
                                  <p:attrNameLst>
                                    <p:attrName>style.visibility</p:attrName>
                                  </p:attrNameLst>
                                </p:cBhvr>
                                <p:to>
                                  <p:strVal val="hidden"/>
                                </p:to>
                              </p:set>
                            </p:childTnLst>
                          </p:cTn>
                        </p:par>
                        <p:par>
                          <p:cTn id="191" presetID="1" presetClass="entr" presetSubtype="0" fill="hold" nodeType="withEffect">
                            <p:stCondLst>
                              <p:cond delay="5067"/>
                            </p:stCondLst>
                            <p:childTnLst>
                              <p:set>
                                <p:cBhvr>
                                  <p:cTn id="192" dur="1" fill="hold">
                                    <p:stCondLst>
                                      <p:cond delay="0"/>
                                    </p:stCondLst>
                                  </p:cTn>
                                  <p:tgtEl>
                                    <p:spTgt spid="57"/>
                                  </p:tgtEl>
                                  <p:attrNameLst>
                                    <p:attrName>style.visibility</p:attrName>
                                  </p:attrNameLst>
                                </p:cBhvr>
                                <p:to>
                                  <p:strVal val="visible"/>
                                </p:to>
                              </p:set>
                            </p:childTnLst>
                          </p:cTn>
                        </p:par>
                        <p:par>
                          <p:cTn id="193" presetID="1" presetClass="exit" presetSubtype="0" fill="hold" nodeType="withEffect">
                            <p:stCondLst>
                              <p:cond delay="5200"/>
                            </p:stCondLst>
                            <p:childTnLst>
                              <p:set>
                                <p:cBhvr>
                                  <p:cTn id="194" dur="1" fill="hold">
                                    <p:stCondLst>
                                      <p:cond delay="0"/>
                                    </p:stCondLst>
                                  </p:cTn>
                                  <p:tgtEl>
                                    <p:spTgt spid="5"/>
                                  </p:tgtEl>
                                  <p:attrNameLst>
                                    <p:attrName>style.visibility</p:attrName>
                                  </p:attrNameLst>
                                </p:cBhvr>
                                <p:to>
                                  <p:strVal val="hidden"/>
                                </p:to>
                              </p:set>
                            </p:childTnLst>
                          </p:cTn>
                        </p:par>
                        <p:par>
                          <p:cTn id="195" presetID="1" presetClass="exit" presetSubtype="0" fill="hold" nodeType="withEffect">
                            <p:stCondLst>
                              <p:cond delay="5200"/>
                            </p:stCondLst>
                            <p:childTnLst>
                              <p:set>
                                <p:cBhvr>
                                  <p:cTn id="196" dur="1" fill="hold">
                                    <p:stCondLst>
                                      <p:cond delay="0"/>
                                    </p:stCondLst>
                                  </p:cTn>
                                  <p:tgtEl>
                                    <p:spTgt spid="6"/>
                                  </p:tgtEl>
                                  <p:attrNameLst>
                                    <p:attrName>style.visibility</p:attrName>
                                  </p:attrNameLst>
                                </p:cBhvr>
                                <p:to>
                                  <p:strVal val="hidden"/>
                                </p:to>
                              </p:set>
                            </p:childTnLst>
                          </p:cTn>
                        </p:par>
                        <p:par>
                          <p:cTn id="197" presetID="1" presetClass="exit" presetSubtype="0" fill="hold" nodeType="withEffect">
                            <p:stCondLst>
                              <p:cond delay="5200"/>
                            </p:stCondLst>
                            <p:childTnLst>
                              <p:set>
                                <p:cBhvr>
                                  <p:cTn id="198" dur="1" fill="hold">
                                    <p:stCondLst>
                                      <p:cond delay="0"/>
                                    </p:stCondLst>
                                  </p:cTn>
                                  <p:tgtEl>
                                    <p:spTgt spid="7"/>
                                  </p:tgtEl>
                                  <p:attrNameLst>
                                    <p:attrName>style.visibility</p:attrName>
                                  </p:attrNameLst>
                                </p:cBhvr>
                                <p:to>
                                  <p:strVal val="hidden"/>
                                </p:to>
                              </p:set>
                            </p:childTnLst>
                          </p:cTn>
                        </p:par>
                        <p:par>
                          <p:cTn id="199" presetID="1" presetClass="exit" presetSubtype="0" fill="hold" nodeType="withEffect">
                            <p:stCondLst>
                              <p:cond delay="5200"/>
                            </p:stCondLst>
                            <p:childTnLst>
                              <p:set>
                                <p:cBhvr>
                                  <p:cTn id="200" dur="1" fill="hold">
                                    <p:stCondLst>
                                      <p:cond delay="0"/>
                                    </p:stCondLst>
                                  </p:cTn>
                                  <p:tgtEl>
                                    <p:spTgt spid="8"/>
                                  </p:tgtEl>
                                  <p:attrNameLst>
                                    <p:attrName>style.visibility</p:attrName>
                                  </p:attrNameLst>
                                </p:cBhvr>
                                <p:to>
                                  <p:strVal val="hidden"/>
                                </p:to>
                              </p:set>
                            </p:childTnLst>
                          </p:cTn>
                        </p:par>
                        <p:par>
                          <p:cTn id="201" presetID="1" presetClass="exit" presetSubtype="0" fill="hold" nodeType="withEffect">
                            <p:stCondLst>
                              <p:cond delay="5200"/>
                            </p:stCondLst>
                            <p:childTnLst>
                              <p:set>
                                <p:cBhvr>
                                  <p:cTn id="202" dur="1" fill="hold">
                                    <p:stCondLst>
                                      <p:cond delay="0"/>
                                    </p:stCondLst>
                                  </p:cTn>
                                  <p:tgtEl>
                                    <p:spTgt spid="9"/>
                                  </p:tgtEl>
                                  <p:attrNameLst>
                                    <p:attrName>style.visibility</p:attrName>
                                  </p:attrNameLst>
                                </p:cBhvr>
                                <p:to>
                                  <p:strVal val="hidden"/>
                                </p:to>
                              </p:set>
                            </p:childTnLst>
                          </p:cTn>
                        </p:par>
                        <p:par>
                          <p:cTn id="203" presetID="1" presetClass="exit" presetSubtype="0" fill="hold" nodeType="withEffect">
                            <p:stCondLst>
                              <p:cond delay="5200"/>
                            </p:stCondLst>
                            <p:childTnLst>
                              <p:set>
                                <p:cBhvr>
                                  <p:cTn id="204" dur="1" fill="hold">
                                    <p:stCondLst>
                                      <p:cond delay="0"/>
                                    </p:stCondLst>
                                  </p:cTn>
                                  <p:tgtEl>
                                    <p:spTgt spid="10"/>
                                  </p:tgtEl>
                                  <p:attrNameLst>
                                    <p:attrName>style.visibility</p:attrName>
                                  </p:attrNameLst>
                                </p:cBhvr>
                                <p:to>
                                  <p:strVal val="hidden"/>
                                </p:to>
                              </p:set>
                            </p:childTnLst>
                          </p:cTn>
                        </p:par>
                        <p:par>
                          <p:cTn id="205" presetID="1" presetClass="exit" presetSubtype="0" fill="hold" nodeType="withEffect">
                            <p:stCondLst>
                              <p:cond delay="5200"/>
                            </p:stCondLst>
                            <p:childTnLst>
                              <p:set>
                                <p:cBhvr>
                                  <p:cTn id="206" dur="1" fill="hold">
                                    <p:stCondLst>
                                      <p:cond delay="0"/>
                                    </p:stCondLst>
                                  </p:cTn>
                                  <p:tgtEl>
                                    <p:spTgt spid="16"/>
                                  </p:tgtEl>
                                  <p:attrNameLst>
                                    <p:attrName>style.visibility</p:attrName>
                                  </p:attrNameLst>
                                </p:cBhvr>
                                <p:to>
                                  <p:strVal val="hidden"/>
                                </p:to>
                              </p:set>
                            </p:childTnLst>
                          </p:cTn>
                        </p:par>
                        <p:par>
                          <p:cTn id="207" presetID="1" presetClass="exit" presetSubtype="0" fill="hold" nodeType="withEffect">
                            <p:stCondLst>
                              <p:cond delay="5200"/>
                            </p:stCondLst>
                            <p:childTnLst>
                              <p:set>
                                <p:cBhvr>
                                  <p:cTn id="208" dur="1" fill="hold">
                                    <p:stCondLst>
                                      <p:cond delay="0"/>
                                    </p:stCondLst>
                                  </p:cTn>
                                  <p:tgtEl>
                                    <p:spTgt spid="17"/>
                                  </p:tgtEl>
                                  <p:attrNameLst>
                                    <p:attrName>style.visibility</p:attrName>
                                  </p:attrNameLst>
                                </p:cBhvr>
                                <p:to>
                                  <p:strVal val="hidden"/>
                                </p:to>
                              </p:set>
                            </p:childTnLst>
                          </p:cTn>
                        </p:par>
                        <p:par>
                          <p:cTn id="209" presetID="1" presetClass="exit" presetSubtype="0" fill="hold" nodeType="withEffect">
                            <p:stCondLst>
                              <p:cond delay="5200"/>
                            </p:stCondLst>
                            <p:childTnLst>
                              <p:set>
                                <p:cBhvr>
                                  <p:cTn id="210" dur="1" fill="hold">
                                    <p:stCondLst>
                                      <p:cond delay="0"/>
                                    </p:stCondLst>
                                  </p:cTn>
                                  <p:tgtEl>
                                    <p:spTgt spid="22"/>
                                  </p:tgtEl>
                                  <p:attrNameLst>
                                    <p:attrName>style.visibility</p:attrName>
                                  </p:attrNameLst>
                                </p:cBhvr>
                                <p:to>
                                  <p:strVal val="hidden"/>
                                </p:to>
                              </p:set>
                            </p:childTnLst>
                          </p:cTn>
                        </p:par>
                        <p:par>
                          <p:cTn id="211" presetID="1" presetClass="entr" presetSubtype="0" fill="hold" nodeType="withEffect">
                            <p:stCondLst>
                              <p:cond delay="5200"/>
                            </p:stCondLst>
                            <p:childTnLst>
                              <p:set>
                                <p:cBhvr>
                                  <p:cTn id="212" dur="1" fill="hold">
                                    <p:stCondLst>
                                      <p:cond delay="0"/>
                                    </p:stCondLst>
                                  </p:cTn>
                                  <p:tgtEl>
                                    <p:spTgt spid="23"/>
                                  </p:tgtEl>
                                  <p:attrNameLst>
                                    <p:attrName>style.visibility</p:attrName>
                                  </p:attrNameLst>
                                </p:cBhvr>
                                <p:to>
                                  <p:strVal val="visible"/>
                                </p:to>
                              </p:set>
                            </p:childTnLst>
                          </p:cTn>
                        </p:par>
                        <p:par>
                          <p:cTn id="213" presetID="1" presetClass="exit" presetSubtype="0" fill="hold" nodeType="withEffect">
                            <p:stCondLst>
                              <p:cond delay="5200"/>
                            </p:stCondLst>
                            <p:childTnLst>
                              <p:set>
                                <p:cBhvr>
                                  <p:cTn id="214" dur="1" fill="hold">
                                    <p:stCondLst>
                                      <p:cond delay="0"/>
                                    </p:stCondLst>
                                  </p:cTn>
                                  <p:tgtEl>
                                    <p:spTgt spid="27"/>
                                  </p:tgtEl>
                                  <p:attrNameLst>
                                    <p:attrName>style.visibility</p:attrName>
                                  </p:attrNameLst>
                                </p:cBhvr>
                                <p:to>
                                  <p:strVal val="hidden"/>
                                </p:to>
                              </p:set>
                            </p:childTnLst>
                          </p:cTn>
                        </p:par>
                        <p:par>
                          <p:cTn id="215" presetID="1" presetClass="exit" presetSubtype="0" fill="hold" nodeType="withEffect">
                            <p:stCondLst>
                              <p:cond delay="5200"/>
                            </p:stCondLst>
                            <p:childTnLst>
                              <p:set>
                                <p:cBhvr>
                                  <p:cTn id="216" dur="1" fill="hold">
                                    <p:stCondLst>
                                      <p:cond delay="0"/>
                                    </p:stCondLst>
                                  </p:cTn>
                                  <p:tgtEl>
                                    <p:spTgt spid="28"/>
                                  </p:tgtEl>
                                  <p:attrNameLst>
                                    <p:attrName>style.visibility</p:attrName>
                                  </p:attrNameLst>
                                </p:cBhvr>
                                <p:to>
                                  <p:strVal val="hidden"/>
                                </p:to>
                              </p:set>
                            </p:childTnLst>
                          </p:cTn>
                        </p:par>
                        <p:par>
                          <p:cTn id="217" presetID="1" presetClass="exit" presetSubtype="0" fill="hold" nodeType="withEffect">
                            <p:stCondLst>
                              <p:cond delay="5200"/>
                            </p:stCondLst>
                            <p:childTnLst>
                              <p:set>
                                <p:cBhvr>
                                  <p:cTn id="218" dur="1" fill="hold">
                                    <p:stCondLst>
                                      <p:cond delay="0"/>
                                    </p:stCondLst>
                                  </p:cTn>
                                  <p:tgtEl>
                                    <p:spTgt spid="29"/>
                                  </p:tgtEl>
                                  <p:attrNameLst>
                                    <p:attrName>style.visibility</p:attrName>
                                  </p:attrNameLst>
                                </p:cBhvr>
                                <p:to>
                                  <p:strVal val="hidden"/>
                                </p:to>
                              </p:set>
                            </p:childTnLst>
                          </p:cTn>
                        </p:par>
                        <p:par>
                          <p:cTn id="219" presetID="1" presetClass="entr" presetSubtype="0" fill="hold" nodeType="withEffect">
                            <p:stCondLst>
                              <p:cond delay="5200"/>
                            </p:stCondLst>
                            <p:childTnLst>
                              <p:set>
                                <p:cBhvr>
                                  <p:cTn id="220" dur="1" fill="hold">
                                    <p:stCondLst>
                                      <p:cond delay="0"/>
                                    </p:stCondLst>
                                  </p:cTn>
                                  <p:tgtEl>
                                    <p:spTgt spid="30"/>
                                  </p:tgtEl>
                                  <p:attrNameLst>
                                    <p:attrName>style.visibility</p:attrName>
                                  </p:attrNameLst>
                                </p:cBhvr>
                                <p:to>
                                  <p:strVal val="visible"/>
                                </p:to>
                              </p:set>
                            </p:childTnLst>
                          </p:cTn>
                        </p:par>
                        <p:par>
                          <p:cTn id="221" presetID="1" presetClass="entr" presetSubtype="0" fill="hold" nodeType="withEffect">
                            <p:stCondLst>
                              <p:cond delay="5200"/>
                            </p:stCondLst>
                            <p:childTnLst>
                              <p:set>
                                <p:cBhvr>
                                  <p:cTn id="222" dur="1" fill="hold">
                                    <p:stCondLst>
                                      <p:cond delay="0"/>
                                    </p:stCondLst>
                                  </p:cTn>
                                  <p:tgtEl>
                                    <p:spTgt spid="31"/>
                                  </p:tgtEl>
                                  <p:attrNameLst>
                                    <p:attrName>style.visibility</p:attrName>
                                  </p:attrNameLst>
                                </p:cBhvr>
                                <p:to>
                                  <p:strVal val="visible"/>
                                </p:to>
                              </p:set>
                            </p:childTnLst>
                          </p:cTn>
                        </p:par>
                        <p:par>
                          <p:cTn id="223" presetID="1" presetClass="entr" presetSubtype="0" fill="hold" nodeType="withEffect">
                            <p:stCondLst>
                              <p:cond delay="5200"/>
                            </p:stCondLst>
                            <p:childTnLst>
                              <p:set>
                                <p:cBhvr>
                                  <p:cTn id="224" dur="1" fill="hold">
                                    <p:stCondLst>
                                      <p:cond delay="0"/>
                                    </p:stCondLst>
                                  </p:cTn>
                                  <p:tgtEl>
                                    <p:spTgt spid="32"/>
                                  </p:tgtEl>
                                  <p:attrNameLst>
                                    <p:attrName>style.visibility</p:attrName>
                                  </p:attrNameLst>
                                </p:cBhvr>
                                <p:to>
                                  <p:strVal val="visible"/>
                                </p:to>
                              </p:set>
                            </p:childTnLst>
                          </p:cTn>
                        </p:par>
                        <p:par>
                          <p:cTn id="225" presetID="1" presetClass="exit" presetSubtype="0" fill="hold" nodeType="withEffect">
                            <p:stCondLst>
                              <p:cond delay="5200"/>
                            </p:stCondLst>
                            <p:childTnLst>
                              <p:set>
                                <p:cBhvr>
                                  <p:cTn id="226" dur="1" fill="hold">
                                    <p:stCondLst>
                                      <p:cond delay="0"/>
                                    </p:stCondLst>
                                  </p:cTn>
                                  <p:tgtEl>
                                    <p:spTgt spid="57"/>
                                  </p:tgtEl>
                                  <p:attrNameLst>
                                    <p:attrName>style.visibility</p:attrName>
                                  </p:attrNameLst>
                                </p:cBhvr>
                                <p:to>
                                  <p:strVal val="hidden"/>
                                </p:to>
                              </p:set>
                            </p:childTnLst>
                          </p:cTn>
                        </p:par>
                        <p:par>
                          <p:cTn id="227" presetID="1" presetClass="entr" presetSubtype="0" fill="hold" nodeType="withEffect">
                            <p:stCondLst>
                              <p:cond delay="5200"/>
                            </p:stCondLst>
                            <p:childTnLst>
                              <p:set>
                                <p:cBhvr>
                                  <p:cTn id="228" dur="1" fill="hold">
                                    <p:stCondLst>
                                      <p:cond delay="0"/>
                                    </p:stCondLst>
                                  </p:cTn>
                                  <p:tgtEl>
                                    <p:spTgt spid="58"/>
                                  </p:tgtEl>
                                  <p:attrNameLst>
                                    <p:attrName>style.visibility</p:attrName>
                                  </p:attrNameLst>
                                </p:cBhvr>
                                <p:to>
                                  <p:strVal val="visible"/>
                                </p:to>
                              </p:set>
                            </p:childTnLst>
                          </p:cTn>
                        </p:par>
                        <p:par>
                          <p:cTn id="229" presetID="1" presetClass="entr" presetSubtype="0" fill="hold" nodeType="withEffect">
                            <p:stCondLst>
                              <p:cond delay="5200"/>
                            </p:stCondLst>
                            <p:childTnLst>
                              <p:set>
                                <p:cBhvr>
                                  <p:cTn id="230" dur="1" fill="hold">
                                    <p:stCondLst>
                                      <p:cond delay="0"/>
                                    </p:stCondLst>
                                  </p:cTn>
                                  <p:tgtEl>
                                    <p:spTgt spid="95"/>
                                  </p:tgtEl>
                                  <p:attrNameLst>
                                    <p:attrName>style.visibility</p:attrName>
                                  </p:attrNameLst>
                                </p:cBhvr>
                                <p:to>
                                  <p:strVal val="visible"/>
                                </p:to>
                              </p:set>
                            </p:childTnLst>
                          </p:cTn>
                        </p:par>
                        <p:par>
                          <p:cTn id="231" presetID="1" presetClass="exit" presetSubtype="0" fill="hold" nodeType="withEffect">
                            <p:stCondLst>
                              <p:cond delay="5330"/>
                            </p:stCondLst>
                            <p:childTnLst>
                              <p:set>
                                <p:cBhvr>
                                  <p:cTn id="232" dur="1" fill="hold">
                                    <p:stCondLst>
                                      <p:cond delay="0"/>
                                    </p:stCondLst>
                                  </p:cTn>
                                  <p:tgtEl>
                                    <p:spTgt spid="58"/>
                                  </p:tgtEl>
                                  <p:attrNameLst>
                                    <p:attrName>style.visibility</p:attrName>
                                  </p:attrNameLst>
                                </p:cBhvr>
                                <p:to>
                                  <p:strVal val="hidden"/>
                                </p:to>
                              </p:set>
                            </p:childTnLst>
                          </p:cTn>
                        </p:par>
                        <p:par>
                          <p:cTn id="233" presetID="1" presetClass="entr" presetSubtype="0" fill="hold" nodeType="withEffect">
                            <p:stCondLst>
                              <p:cond delay="5330"/>
                            </p:stCondLst>
                            <p:childTnLst>
                              <p:set>
                                <p:cBhvr>
                                  <p:cTn id="234" dur="1" fill="hold">
                                    <p:stCondLst>
                                      <p:cond delay="0"/>
                                    </p:stCondLst>
                                  </p:cTn>
                                  <p:tgtEl>
                                    <p:spTgt spid="59"/>
                                  </p:tgtEl>
                                  <p:attrNameLst>
                                    <p:attrName>style.visibility</p:attrName>
                                  </p:attrNameLst>
                                </p:cBhvr>
                                <p:to>
                                  <p:strVal val="visible"/>
                                </p:to>
                              </p:set>
                            </p:childTnLst>
                          </p:cTn>
                        </p:par>
                        <p:par>
                          <p:cTn id="235" presetID="1" presetClass="exit" presetSubtype="0" fill="hold" nodeType="withEffect">
                            <p:stCondLst>
                              <p:cond delay="5460"/>
                            </p:stCondLst>
                            <p:childTnLst>
                              <p:set>
                                <p:cBhvr>
                                  <p:cTn id="236" dur="1" fill="hold">
                                    <p:stCondLst>
                                      <p:cond delay="0"/>
                                    </p:stCondLst>
                                  </p:cTn>
                                  <p:tgtEl>
                                    <p:spTgt spid="59"/>
                                  </p:tgtEl>
                                  <p:attrNameLst>
                                    <p:attrName>style.visibility</p:attrName>
                                  </p:attrNameLst>
                                </p:cBhvr>
                                <p:to>
                                  <p:strVal val="hidden"/>
                                </p:to>
                              </p:set>
                            </p:childTnLst>
                          </p:cTn>
                        </p:par>
                        <p:par>
                          <p:cTn id="237" presetID="1" presetClass="entr" presetSubtype="0" fill="hold" nodeType="withEffect">
                            <p:stCondLst>
                              <p:cond delay="5460"/>
                            </p:stCondLst>
                            <p:childTnLst>
                              <p:set>
                                <p:cBhvr>
                                  <p:cTn id="238" dur="1" fill="hold">
                                    <p:stCondLst>
                                      <p:cond delay="0"/>
                                    </p:stCondLst>
                                  </p:cTn>
                                  <p:tgtEl>
                                    <p:spTgt spid="60"/>
                                  </p:tgtEl>
                                  <p:attrNameLst>
                                    <p:attrName>style.visibility</p:attrName>
                                  </p:attrNameLst>
                                </p:cBhvr>
                                <p:to>
                                  <p:strVal val="visible"/>
                                </p:to>
                              </p:set>
                            </p:childTnLst>
                          </p:cTn>
                        </p:par>
                        <p:par>
                          <p:cTn id="239" presetID="1" presetClass="entr" presetSubtype="0" fill="hold" nodeType="withEffect">
                            <p:stCondLst>
                              <p:cond delay="5500"/>
                            </p:stCondLst>
                            <p:childTnLst>
                              <p:set>
                                <p:cBhvr>
                                  <p:cTn id="240" dur="1" fill="hold">
                                    <p:stCondLst>
                                      <p:cond delay="0"/>
                                    </p:stCondLst>
                                  </p:cTn>
                                  <p:tgtEl>
                                    <p:spTgt spid="85"/>
                                  </p:tgtEl>
                                  <p:attrNameLst>
                                    <p:attrName>style.visibility</p:attrName>
                                  </p:attrNameLst>
                                </p:cBhvr>
                                <p:to>
                                  <p:strVal val="visible"/>
                                </p:to>
                              </p:set>
                            </p:childTnLst>
                          </p:cTn>
                        </p:par>
                        <p:par>
                          <p:cTn id="241" presetID="1" presetClass="exit" presetSubtype="0" fill="hold" nodeType="withEffect">
                            <p:stCondLst>
                              <p:cond delay="5590"/>
                            </p:stCondLst>
                            <p:childTnLst>
                              <p:set>
                                <p:cBhvr>
                                  <p:cTn id="242" dur="1" fill="hold">
                                    <p:stCondLst>
                                      <p:cond delay="0"/>
                                    </p:stCondLst>
                                  </p:cTn>
                                  <p:tgtEl>
                                    <p:spTgt spid="60"/>
                                  </p:tgtEl>
                                  <p:attrNameLst>
                                    <p:attrName>style.visibility</p:attrName>
                                  </p:attrNameLst>
                                </p:cBhvr>
                                <p:to>
                                  <p:strVal val="hidden"/>
                                </p:to>
                              </p:set>
                            </p:childTnLst>
                          </p:cTn>
                        </p:par>
                        <p:par>
                          <p:cTn id="243" presetID="1" presetClass="entr" presetSubtype="0" fill="hold" nodeType="withEffect">
                            <p:stCondLst>
                              <p:cond delay="5590"/>
                            </p:stCondLst>
                            <p:childTnLst>
                              <p:set>
                                <p:cBhvr>
                                  <p:cTn id="244" dur="1" fill="hold">
                                    <p:stCondLst>
                                      <p:cond delay="0"/>
                                    </p:stCondLst>
                                  </p:cTn>
                                  <p:tgtEl>
                                    <p:spTgt spid="61"/>
                                  </p:tgtEl>
                                  <p:attrNameLst>
                                    <p:attrName>style.visibility</p:attrName>
                                  </p:attrNameLst>
                                </p:cBhvr>
                                <p:to>
                                  <p:strVal val="visible"/>
                                </p:to>
                              </p:set>
                            </p:childTnLst>
                          </p:cTn>
                        </p:par>
                        <p:par>
                          <p:cTn id="245" presetID="1" presetClass="exit" presetSubtype="0" fill="hold" nodeType="withEffect">
                            <p:stCondLst>
                              <p:cond delay="5590"/>
                            </p:stCondLst>
                            <p:childTnLst>
                              <p:set>
                                <p:cBhvr>
                                  <p:cTn id="246" dur="1" fill="hold">
                                    <p:stCondLst>
                                      <p:cond delay="0"/>
                                    </p:stCondLst>
                                  </p:cTn>
                                  <p:tgtEl>
                                    <p:spTgt spid="85"/>
                                  </p:tgtEl>
                                  <p:attrNameLst>
                                    <p:attrName>style.visibility</p:attrName>
                                  </p:attrNameLst>
                                </p:cBhvr>
                                <p:to>
                                  <p:strVal val="hidden"/>
                                </p:to>
                              </p:set>
                            </p:childTnLst>
                          </p:cTn>
                        </p:par>
                        <p:par>
                          <p:cTn id="247" presetID="1" presetClass="entr" presetSubtype="0" fill="hold" nodeType="withEffect">
                            <p:stCondLst>
                              <p:cond delay="5590"/>
                            </p:stCondLst>
                            <p:childTnLst>
                              <p:set>
                                <p:cBhvr>
                                  <p:cTn id="248" dur="1" fill="hold">
                                    <p:stCondLst>
                                      <p:cond delay="0"/>
                                    </p:stCondLst>
                                  </p:cTn>
                                  <p:tgtEl>
                                    <p:spTgt spid="86"/>
                                  </p:tgtEl>
                                  <p:attrNameLst>
                                    <p:attrName>style.visibility</p:attrName>
                                  </p:attrNameLst>
                                </p:cBhvr>
                                <p:to>
                                  <p:strVal val="visible"/>
                                </p:to>
                              </p:set>
                            </p:childTnLst>
                          </p:cTn>
                        </p:par>
                        <p:par>
                          <p:cTn id="249" presetID="1" presetClass="exit" presetSubtype="0" fill="hold" nodeType="withEffect">
                            <p:stCondLst>
                              <p:cond delay="5680"/>
                            </p:stCondLst>
                            <p:childTnLst>
                              <p:set>
                                <p:cBhvr>
                                  <p:cTn id="250" dur="1" fill="hold">
                                    <p:stCondLst>
                                      <p:cond delay="0"/>
                                    </p:stCondLst>
                                  </p:cTn>
                                  <p:tgtEl>
                                    <p:spTgt spid="86"/>
                                  </p:tgtEl>
                                  <p:attrNameLst>
                                    <p:attrName>style.visibility</p:attrName>
                                  </p:attrNameLst>
                                </p:cBhvr>
                                <p:to>
                                  <p:strVal val="hidden"/>
                                </p:to>
                              </p:set>
                            </p:childTnLst>
                          </p:cTn>
                        </p:par>
                        <p:par>
                          <p:cTn id="251" presetID="1" presetClass="entr" presetSubtype="0" fill="hold" nodeType="withEffect">
                            <p:stCondLst>
                              <p:cond delay="5680"/>
                            </p:stCondLst>
                            <p:childTnLst>
                              <p:set>
                                <p:cBhvr>
                                  <p:cTn id="252" dur="1" fill="hold">
                                    <p:stCondLst>
                                      <p:cond delay="0"/>
                                    </p:stCondLst>
                                  </p:cTn>
                                  <p:tgtEl>
                                    <p:spTgt spid="87"/>
                                  </p:tgtEl>
                                  <p:attrNameLst>
                                    <p:attrName>style.visibility</p:attrName>
                                  </p:attrNameLst>
                                </p:cBhvr>
                                <p:to>
                                  <p:strVal val="visible"/>
                                </p:to>
                              </p:set>
                            </p:childTnLst>
                          </p:cTn>
                        </p:par>
                        <p:par>
                          <p:cTn id="253" presetID="1" presetClass="exit" presetSubtype="0" fill="hold" nodeType="withEffect">
                            <p:stCondLst>
                              <p:cond delay="5700"/>
                            </p:stCondLst>
                            <p:childTnLst>
                              <p:set>
                                <p:cBhvr>
                                  <p:cTn id="254" dur="1" fill="hold">
                                    <p:stCondLst>
                                      <p:cond delay="0"/>
                                    </p:stCondLst>
                                  </p:cTn>
                                  <p:tgtEl>
                                    <p:spTgt spid="79"/>
                                  </p:tgtEl>
                                  <p:attrNameLst>
                                    <p:attrName>style.visibility</p:attrName>
                                  </p:attrNameLst>
                                </p:cBhvr>
                                <p:to>
                                  <p:strVal val="hidden"/>
                                </p:to>
                              </p:set>
                            </p:childTnLst>
                          </p:cTn>
                        </p:par>
                        <p:par>
                          <p:cTn id="255" presetID="1" presetClass="entr" presetSubtype="0" fill="hold" nodeType="withEffect">
                            <p:stCondLst>
                              <p:cond delay="5700"/>
                            </p:stCondLst>
                            <p:childTnLst>
                              <p:set>
                                <p:cBhvr>
                                  <p:cTn id="256" dur="1" fill="hold">
                                    <p:stCondLst>
                                      <p:cond delay="0"/>
                                    </p:stCondLst>
                                  </p:cTn>
                                  <p:tgtEl>
                                    <p:spTgt spid="80"/>
                                  </p:tgtEl>
                                  <p:attrNameLst>
                                    <p:attrName>style.visibility</p:attrName>
                                  </p:attrNameLst>
                                </p:cBhvr>
                                <p:to>
                                  <p:strVal val="visible"/>
                                </p:to>
                              </p:set>
                            </p:childTnLst>
                          </p:cTn>
                        </p:par>
                        <p:par>
                          <p:cTn id="257" presetID="1" presetClass="exit" presetSubtype="0" fill="hold" nodeType="withEffect">
                            <p:stCondLst>
                              <p:cond delay="5720"/>
                            </p:stCondLst>
                            <p:childTnLst>
                              <p:set>
                                <p:cBhvr>
                                  <p:cTn id="258" dur="1" fill="hold">
                                    <p:stCondLst>
                                      <p:cond delay="0"/>
                                    </p:stCondLst>
                                  </p:cTn>
                                  <p:tgtEl>
                                    <p:spTgt spid="61"/>
                                  </p:tgtEl>
                                  <p:attrNameLst>
                                    <p:attrName>style.visibility</p:attrName>
                                  </p:attrNameLst>
                                </p:cBhvr>
                                <p:to>
                                  <p:strVal val="hidden"/>
                                </p:to>
                              </p:set>
                            </p:childTnLst>
                          </p:cTn>
                        </p:par>
                        <p:par>
                          <p:cTn id="259" presetID="1" presetClass="entr" presetSubtype="0" fill="hold" nodeType="withEffect">
                            <p:stCondLst>
                              <p:cond delay="5720"/>
                            </p:stCondLst>
                            <p:childTnLst>
                              <p:set>
                                <p:cBhvr>
                                  <p:cTn id="260" dur="1" fill="hold">
                                    <p:stCondLst>
                                      <p:cond delay="0"/>
                                    </p:stCondLst>
                                  </p:cTn>
                                  <p:tgtEl>
                                    <p:spTgt spid="62"/>
                                  </p:tgtEl>
                                  <p:attrNameLst>
                                    <p:attrName>style.visibility</p:attrName>
                                  </p:attrNameLst>
                                </p:cBhvr>
                                <p:to>
                                  <p:strVal val="visible"/>
                                </p:to>
                              </p:set>
                            </p:childTnLst>
                          </p:cTn>
                        </p:par>
                        <p:par>
                          <p:cTn id="261" presetID="1" presetClass="exit" presetSubtype="0" fill="hold" nodeType="withEffect">
                            <p:stCondLst>
                              <p:cond delay="5770"/>
                            </p:stCondLst>
                            <p:childTnLst>
                              <p:set>
                                <p:cBhvr>
                                  <p:cTn id="262" dur="1" fill="hold">
                                    <p:stCondLst>
                                      <p:cond delay="0"/>
                                    </p:stCondLst>
                                  </p:cTn>
                                  <p:tgtEl>
                                    <p:spTgt spid="87"/>
                                  </p:tgtEl>
                                  <p:attrNameLst>
                                    <p:attrName>style.visibility</p:attrName>
                                  </p:attrNameLst>
                                </p:cBhvr>
                                <p:to>
                                  <p:strVal val="hidden"/>
                                </p:to>
                              </p:set>
                            </p:childTnLst>
                          </p:cTn>
                        </p:par>
                        <p:par>
                          <p:cTn id="263" presetID="1" presetClass="entr" presetSubtype="0" fill="hold" nodeType="withEffect">
                            <p:stCondLst>
                              <p:cond delay="5770"/>
                            </p:stCondLst>
                            <p:childTnLst>
                              <p:set>
                                <p:cBhvr>
                                  <p:cTn id="264" dur="1" fill="hold">
                                    <p:stCondLst>
                                      <p:cond delay="0"/>
                                    </p:stCondLst>
                                  </p:cTn>
                                  <p:tgtEl>
                                    <p:spTgt spid="88"/>
                                  </p:tgtEl>
                                  <p:attrNameLst>
                                    <p:attrName>style.visibility</p:attrName>
                                  </p:attrNameLst>
                                </p:cBhvr>
                                <p:to>
                                  <p:strVal val="visible"/>
                                </p:to>
                              </p:set>
                            </p:childTnLst>
                          </p:cTn>
                        </p:par>
                        <p:par>
                          <p:cTn id="265" presetID="1" presetClass="exit" presetSubtype="0" fill="hold" nodeType="withEffect">
                            <p:stCondLst>
                              <p:cond delay="5850"/>
                            </p:stCondLst>
                            <p:childTnLst>
                              <p:set>
                                <p:cBhvr>
                                  <p:cTn id="266" dur="1" fill="hold">
                                    <p:stCondLst>
                                      <p:cond delay="0"/>
                                    </p:stCondLst>
                                  </p:cTn>
                                  <p:tgtEl>
                                    <p:spTgt spid="62"/>
                                  </p:tgtEl>
                                  <p:attrNameLst>
                                    <p:attrName>style.visibility</p:attrName>
                                  </p:attrNameLst>
                                </p:cBhvr>
                                <p:to>
                                  <p:strVal val="hidden"/>
                                </p:to>
                              </p:set>
                            </p:childTnLst>
                          </p:cTn>
                        </p:par>
                        <p:par>
                          <p:cTn id="267" presetID="1" presetClass="entr" presetSubtype="0" fill="hold" nodeType="withEffect">
                            <p:stCondLst>
                              <p:cond delay="5850"/>
                            </p:stCondLst>
                            <p:childTnLst>
                              <p:set>
                                <p:cBhvr>
                                  <p:cTn id="268" dur="1" fill="hold">
                                    <p:stCondLst>
                                      <p:cond delay="0"/>
                                    </p:stCondLst>
                                  </p:cTn>
                                  <p:tgtEl>
                                    <p:spTgt spid="63"/>
                                  </p:tgtEl>
                                  <p:attrNameLst>
                                    <p:attrName>style.visibility</p:attrName>
                                  </p:attrNameLst>
                                </p:cBhvr>
                                <p:to>
                                  <p:strVal val="visible"/>
                                </p:to>
                              </p:set>
                            </p:childTnLst>
                          </p:cTn>
                        </p:par>
                        <p:par>
                          <p:cTn id="269" presetID="1" presetClass="exit" presetSubtype="0" fill="hold" nodeType="withEffect">
                            <p:stCondLst>
                              <p:cond delay="5860"/>
                            </p:stCondLst>
                            <p:childTnLst>
                              <p:set>
                                <p:cBhvr>
                                  <p:cTn id="270" dur="1" fill="hold">
                                    <p:stCondLst>
                                      <p:cond delay="0"/>
                                    </p:stCondLst>
                                  </p:cTn>
                                  <p:tgtEl>
                                    <p:spTgt spid="88"/>
                                  </p:tgtEl>
                                  <p:attrNameLst>
                                    <p:attrName>style.visibility</p:attrName>
                                  </p:attrNameLst>
                                </p:cBhvr>
                                <p:to>
                                  <p:strVal val="hidden"/>
                                </p:to>
                              </p:set>
                            </p:childTnLst>
                          </p:cTn>
                        </p:par>
                        <p:par>
                          <p:cTn id="271" presetID="1" presetClass="entr" presetSubtype="0" fill="hold" nodeType="withEffect">
                            <p:stCondLst>
                              <p:cond delay="5860"/>
                            </p:stCondLst>
                            <p:childTnLst>
                              <p:set>
                                <p:cBhvr>
                                  <p:cTn id="272" dur="1" fill="hold">
                                    <p:stCondLst>
                                      <p:cond delay="0"/>
                                    </p:stCondLst>
                                  </p:cTn>
                                  <p:tgtEl>
                                    <p:spTgt spid="89"/>
                                  </p:tgtEl>
                                  <p:attrNameLst>
                                    <p:attrName>style.visibility</p:attrName>
                                  </p:attrNameLst>
                                </p:cBhvr>
                                <p:to>
                                  <p:strVal val="visible"/>
                                </p:to>
                              </p:set>
                            </p:childTnLst>
                          </p:cTn>
                        </p:par>
                        <p:par>
                          <p:cTn id="273" presetID="1" presetClass="exit" presetSubtype="0" fill="hold" nodeType="withEffect">
                            <p:stCondLst>
                              <p:cond delay="5900"/>
                            </p:stCondLst>
                            <p:childTnLst>
                              <p:set>
                                <p:cBhvr>
                                  <p:cTn id="274" dur="1" fill="hold">
                                    <p:stCondLst>
                                      <p:cond delay="0"/>
                                    </p:stCondLst>
                                  </p:cTn>
                                  <p:tgtEl>
                                    <p:spTgt spid="80"/>
                                  </p:tgtEl>
                                  <p:attrNameLst>
                                    <p:attrName>style.visibility</p:attrName>
                                  </p:attrNameLst>
                                </p:cBhvr>
                                <p:to>
                                  <p:strVal val="hidden"/>
                                </p:to>
                              </p:set>
                            </p:childTnLst>
                          </p:cTn>
                        </p:par>
                        <p:par>
                          <p:cTn id="275" presetID="1" presetClass="entr" presetSubtype="0" fill="hold" nodeType="withEffect">
                            <p:stCondLst>
                              <p:cond delay="5900"/>
                            </p:stCondLst>
                            <p:childTnLst>
                              <p:set>
                                <p:cBhvr>
                                  <p:cTn id="276" dur="1" fill="hold">
                                    <p:stCondLst>
                                      <p:cond delay="0"/>
                                    </p:stCondLst>
                                  </p:cTn>
                                  <p:tgtEl>
                                    <p:spTgt spid="81"/>
                                  </p:tgtEl>
                                  <p:attrNameLst>
                                    <p:attrName>style.visibility</p:attrName>
                                  </p:attrNameLst>
                                </p:cBhvr>
                                <p:to>
                                  <p:strVal val="visible"/>
                                </p:to>
                              </p:set>
                            </p:childTnLst>
                          </p:cTn>
                        </p:par>
                        <p:par>
                          <p:cTn id="277" presetID="1" presetClass="exit" presetSubtype="0" fill="hold" nodeType="withEffect">
                            <p:stCondLst>
                              <p:cond delay="5950"/>
                            </p:stCondLst>
                            <p:childTnLst>
                              <p:set>
                                <p:cBhvr>
                                  <p:cTn id="278" dur="1" fill="hold">
                                    <p:stCondLst>
                                      <p:cond delay="0"/>
                                    </p:stCondLst>
                                  </p:cTn>
                                  <p:tgtEl>
                                    <p:spTgt spid="89"/>
                                  </p:tgtEl>
                                  <p:attrNameLst>
                                    <p:attrName>style.visibility</p:attrName>
                                  </p:attrNameLst>
                                </p:cBhvr>
                                <p:to>
                                  <p:strVal val="hidden"/>
                                </p:to>
                              </p:set>
                            </p:childTnLst>
                          </p:cTn>
                        </p:par>
                        <p:par>
                          <p:cTn id="279" presetID="1" presetClass="entr" presetSubtype="0" fill="hold" nodeType="withEffect">
                            <p:stCondLst>
                              <p:cond delay="5950"/>
                            </p:stCondLst>
                            <p:childTnLst>
                              <p:set>
                                <p:cBhvr>
                                  <p:cTn id="280" dur="1" fill="hold">
                                    <p:stCondLst>
                                      <p:cond delay="0"/>
                                    </p:stCondLst>
                                  </p:cTn>
                                  <p:tgtEl>
                                    <p:spTgt spid="90"/>
                                  </p:tgtEl>
                                  <p:attrNameLst>
                                    <p:attrName>style.visibility</p:attrName>
                                  </p:attrNameLst>
                                </p:cBhvr>
                                <p:to>
                                  <p:strVal val="visible"/>
                                </p:to>
                              </p:set>
                            </p:childTnLst>
                          </p:cTn>
                        </p:par>
                        <p:par>
                          <p:cTn id="281" presetID="1" presetClass="exit" presetSubtype="0" fill="hold" nodeType="withEffect">
                            <p:stCondLst>
                              <p:cond delay="5980"/>
                            </p:stCondLst>
                            <p:childTnLst>
                              <p:set>
                                <p:cBhvr>
                                  <p:cTn id="282" dur="1" fill="hold">
                                    <p:stCondLst>
                                      <p:cond delay="0"/>
                                    </p:stCondLst>
                                  </p:cTn>
                                  <p:tgtEl>
                                    <p:spTgt spid="63"/>
                                  </p:tgtEl>
                                  <p:attrNameLst>
                                    <p:attrName>style.visibility</p:attrName>
                                  </p:attrNameLst>
                                </p:cBhvr>
                                <p:to>
                                  <p:strVal val="hidden"/>
                                </p:to>
                              </p:set>
                            </p:childTnLst>
                          </p:cTn>
                        </p:par>
                        <p:par>
                          <p:cTn id="283" presetID="1" presetClass="entr" presetSubtype="0" fill="hold" nodeType="withEffect">
                            <p:stCondLst>
                              <p:cond delay="5980"/>
                            </p:stCondLst>
                            <p:childTnLst>
                              <p:set>
                                <p:cBhvr>
                                  <p:cTn id="284" dur="1" fill="hold">
                                    <p:stCondLst>
                                      <p:cond delay="0"/>
                                    </p:stCondLst>
                                  </p:cTn>
                                  <p:tgtEl>
                                    <p:spTgt spid="64"/>
                                  </p:tgtEl>
                                  <p:attrNameLst>
                                    <p:attrName>style.visibility</p:attrName>
                                  </p:attrNameLst>
                                </p:cBhvr>
                                <p:to>
                                  <p:strVal val="visible"/>
                                </p:to>
                              </p:set>
                            </p:childTnLst>
                          </p:cTn>
                        </p:par>
                        <p:par>
                          <p:cTn id="285" presetID="1" presetClass="exit" presetSubtype="0" fill="hold" nodeType="withEffect">
                            <p:stCondLst>
                              <p:cond delay="6040"/>
                            </p:stCondLst>
                            <p:childTnLst>
                              <p:set>
                                <p:cBhvr>
                                  <p:cTn id="286" dur="1" fill="hold">
                                    <p:stCondLst>
                                      <p:cond delay="0"/>
                                    </p:stCondLst>
                                  </p:cTn>
                                  <p:tgtEl>
                                    <p:spTgt spid="90"/>
                                  </p:tgtEl>
                                  <p:attrNameLst>
                                    <p:attrName>style.visibility</p:attrName>
                                  </p:attrNameLst>
                                </p:cBhvr>
                                <p:to>
                                  <p:strVal val="hidden"/>
                                </p:to>
                              </p:set>
                            </p:childTnLst>
                          </p:cTn>
                        </p:par>
                        <p:par>
                          <p:cTn id="287" presetID="1" presetClass="entr" presetSubtype="0" fill="hold" nodeType="withEffect">
                            <p:stCondLst>
                              <p:cond delay="6040"/>
                            </p:stCondLst>
                            <p:childTnLst>
                              <p:set>
                                <p:cBhvr>
                                  <p:cTn id="288" dur="1" fill="hold">
                                    <p:stCondLst>
                                      <p:cond delay="0"/>
                                    </p:stCondLst>
                                  </p:cTn>
                                  <p:tgtEl>
                                    <p:spTgt spid="91"/>
                                  </p:tgtEl>
                                  <p:attrNameLst>
                                    <p:attrName>style.visibility</p:attrName>
                                  </p:attrNameLst>
                                </p:cBhvr>
                                <p:to>
                                  <p:strVal val="visible"/>
                                </p:to>
                              </p:set>
                            </p:childTnLst>
                          </p:cTn>
                        </p:par>
                        <p:par>
                          <p:cTn id="289" presetID="1" presetClass="exit" presetSubtype="0" fill="hold" nodeType="withEffect">
                            <p:stCondLst>
                              <p:cond delay="6100"/>
                            </p:stCondLst>
                            <p:childTnLst>
                              <p:set>
                                <p:cBhvr>
                                  <p:cTn id="290" dur="1" fill="hold">
                                    <p:stCondLst>
                                      <p:cond delay="0"/>
                                    </p:stCondLst>
                                  </p:cTn>
                                  <p:tgtEl>
                                    <p:spTgt spid="81"/>
                                  </p:tgtEl>
                                  <p:attrNameLst>
                                    <p:attrName>style.visibility</p:attrName>
                                  </p:attrNameLst>
                                </p:cBhvr>
                                <p:to>
                                  <p:strVal val="hidden"/>
                                </p:to>
                              </p:set>
                            </p:childTnLst>
                          </p:cTn>
                        </p:par>
                        <p:par>
                          <p:cTn id="291" presetID="1" presetClass="entr" presetSubtype="0" fill="hold" nodeType="withEffect">
                            <p:stCondLst>
                              <p:cond delay="6100"/>
                            </p:stCondLst>
                            <p:childTnLst>
                              <p:set>
                                <p:cBhvr>
                                  <p:cTn id="292" dur="1" fill="hold">
                                    <p:stCondLst>
                                      <p:cond delay="0"/>
                                    </p:stCondLst>
                                  </p:cTn>
                                  <p:tgtEl>
                                    <p:spTgt spid="82"/>
                                  </p:tgtEl>
                                  <p:attrNameLst>
                                    <p:attrName>style.visibility</p:attrName>
                                  </p:attrNameLst>
                                </p:cBhvr>
                                <p:to>
                                  <p:strVal val="visible"/>
                                </p:to>
                              </p:set>
                            </p:childTnLst>
                          </p:cTn>
                        </p:par>
                        <p:par>
                          <p:cTn id="293" presetID="1" presetClass="exit" presetSubtype="0" fill="hold" nodeType="withEffect">
                            <p:stCondLst>
                              <p:cond delay="6110"/>
                            </p:stCondLst>
                            <p:childTnLst>
                              <p:set>
                                <p:cBhvr>
                                  <p:cTn id="294" dur="1" fill="hold">
                                    <p:stCondLst>
                                      <p:cond delay="0"/>
                                    </p:stCondLst>
                                  </p:cTn>
                                  <p:tgtEl>
                                    <p:spTgt spid="64"/>
                                  </p:tgtEl>
                                  <p:attrNameLst>
                                    <p:attrName>style.visibility</p:attrName>
                                  </p:attrNameLst>
                                </p:cBhvr>
                                <p:to>
                                  <p:strVal val="hidden"/>
                                </p:to>
                              </p:set>
                            </p:childTnLst>
                          </p:cTn>
                        </p:par>
                        <p:par>
                          <p:cTn id="295" presetID="1" presetClass="entr" presetSubtype="0" fill="hold" nodeType="withEffect">
                            <p:stCondLst>
                              <p:cond delay="6110"/>
                            </p:stCondLst>
                            <p:childTnLst>
                              <p:set>
                                <p:cBhvr>
                                  <p:cTn id="296" dur="1" fill="hold">
                                    <p:stCondLst>
                                      <p:cond delay="0"/>
                                    </p:stCondLst>
                                  </p:cTn>
                                  <p:tgtEl>
                                    <p:spTgt spid="65"/>
                                  </p:tgtEl>
                                  <p:attrNameLst>
                                    <p:attrName>style.visibility</p:attrName>
                                  </p:attrNameLst>
                                </p:cBhvr>
                                <p:to>
                                  <p:strVal val="visible"/>
                                </p:to>
                              </p:set>
                            </p:childTnLst>
                          </p:cTn>
                        </p:par>
                        <p:par>
                          <p:cTn id="297" presetID="1" presetClass="exit" presetSubtype="0" fill="hold" nodeType="withEffect">
                            <p:stCondLst>
                              <p:cond delay="6130"/>
                            </p:stCondLst>
                            <p:childTnLst>
                              <p:set>
                                <p:cBhvr>
                                  <p:cTn id="298" dur="1" fill="hold">
                                    <p:stCondLst>
                                      <p:cond delay="0"/>
                                    </p:stCondLst>
                                  </p:cTn>
                                  <p:tgtEl>
                                    <p:spTgt spid="91"/>
                                  </p:tgtEl>
                                  <p:attrNameLst>
                                    <p:attrName>style.visibility</p:attrName>
                                  </p:attrNameLst>
                                </p:cBhvr>
                                <p:to>
                                  <p:strVal val="hidden"/>
                                </p:to>
                              </p:set>
                            </p:childTnLst>
                          </p:cTn>
                        </p:par>
                        <p:par>
                          <p:cTn id="299" presetID="1" presetClass="entr" presetSubtype="0" fill="hold" nodeType="withEffect">
                            <p:stCondLst>
                              <p:cond delay="6130"/>
                            </p:stCondLst>
                            <p:childTnLst>
                              <p:set>
                                <p:cBhvr>
                                  <p:cTn id="300" dur="1" fill="hold">
                                    <p:stCondLst>
                                      <p:cond delay="0"/>
                                    </p:stCondLst>
                                  </p:cTn>
                                  <p:tgtEl>
                                    <p:spTgt spid="92"/>
                                  </p:tgtEl>
                                  <p:attrNameLst>
                                    <p:attrName>style.visibility</p:attrName>
                                  </p:attrNameLst>
                                </p:cBhvr>
                                <p:to>
                                  <p:strVal val="visible"/>
                                </p:to>
                              </p:set>
                            </p:childTnLst>
                          </p:cTn>
                        </p:par>
                        <p:par>
                          <p:cTn id="301" presetID="1" presetClass="exit" presetSubtype="0" fill="hold" nodeType="withEffect">
                            <p:stCondLst>
                              <p:cond delay="6220"/>
                            </p:stCondLst>
                            <p:childTnLst>
                              <p:set>
                                <p:cBhvr>
                                  <p:cTn id="302" dur="1" fill="hold">
                                    <p:stCondLst>
                                      <p:cond delay="0"/>
                                    </p:stCondLst>
                                  </p:cTn>
                                  <p:tgtEl>
                                    <p:spTgt spid="92"/>
                                  </p:tgtEl>
                                  <p:attrNameLst>
                                    <p:attrName>style.visibility</p:attrName>
                                  </p:attrNameLst>
                                </p:cBhvr>
                                <p:to>
                                  <p:strVal val="hidden"/>
                                </p:to>
                              </p:set>
                            </p:childTnLst>
                          </p:cTn>
                        </p:par>
                        <p:par>
                          <p:cTn id="303" presetID="1" presetClass="entr" presetSubtype="0" fill="hold" nodeType="withEffect">
                            <p:stCondLst>
                              <p:cond delay="6220"/>
                            </p:stCondLst>
                            <p:childTnLst>
                              <p:set>
                                <p:cBhvr>
                                  <p:cTn id="304" dur="1" fill="hold">
                                    <p:stCondLst>
                                      <p:cond delay="0"/>
                                    </p:stCondLst>
                                  </p:cTn>
                                  <p:tgtEl>
                                    <p:spTgt spid="93"/>
                                  </p:tgtEl>
                                  <p:attrNameLst>
                                    <p:attrName>style.visibility</p:attrName>
                                  </p:attrNameLst>
                                </p:cBhvr>
                                <p:to>
                                  <p:strVal val="visible"/>
                                </p:to>
                              </p:set>
                            </p:childTnLst>
                          </p:cTn>
                        </p:par>
                        <p:par>
                          <p:cTn id="305" presetID="1" presetClass="exit" presetSubtype="0" fill="hold" nodeType="withEffect">
                            <p:stCondLst>
                              <p:cond delay="6240"/>
                            </p:stCondLst>
                            <p:childTnLst>
                              <p:set>
                                <p:cBhvr>
                                  <p:cTn id="306" dur="1" fill="hold">
                                    <p:stCondLst>
                                      <p:cond delay="0"/>
                                    </p:stCondLst>
                                  </p:cTn>
                                  <p:tgtEl>
                                    <p:spTgt spid="65"/>
                                  </p:tgtEl>
                                  <p:attrNameLst>
                                    <p:attrName>style.visibility</p:attrName>
                                  </p:attrNameLst>
                                </p:cBhvr>
                                <p:to>
                                  <p:strVal val="hidden"/>
                                </p:to>
                              </p:set>
                            </p:childTnLst>
                          </p:cTn>
                        </p:par>
                        <p:par>
                          <p:cTn id="307" presetID="1" presetClass="entr" presetSubtype="0" fill="hold" nodeType="withEffect">
                            <p:stCondLst>
                              <p:cond delay="6240"/>
                            </p:stCondLst>
                            <p:childTnLst>
                              <p:set>
                                <p:cBhvr>
                                  <p:cTn id="308" dur="1" fill="hold">
                                    <p:stCondLst>
                                      <p:cond delay="0"/>
                                    </p:stCondLst>
                                  </p:cTn>
                                  <p:tgtEl>
                                    <p:spTgt spid="66"/>
                                  </p:tgtEl>
                                  <p:attrNameLst>
                                    <p:attrName>style.visibility</p:attrName>
                                  </p:attrNameLst>
                                </p:cBhvr>
                                <p:to>
                                  <p:strVal val="visible"/>
                                </p:to>
                              </p:set>
                            </p:childTnLst>
                          </p:cTn>
                        </p:par>
                        <p:par>
                          <p:cTn id="309" presetID="1" presetClass="exit" presetSubtype="0" fill="hold" nodeType="withEffect">
                            <p:stCondLst>
                              <p:cond delay="6300"/>
                            </p:stCondLst>
                            <p:childTnLst>
                              <p:set>
                                <p:cBhvr>
                                  <p:cTn id="310" dur="1" fill="hold">
                                    <p:stCondLst>
                                      <p:cond delay="0"/>
                                    </p:stCondLst>
                                  </p:cTn>
                                  <p:tgtEl>
                                    <p:spTgt spid="82"/>
                                  </p:tgtEl>
                                  <p:attrNameLst>
                                    <p:attrName>style.visibility</p:attrName>
                                  </p:attrNameLst>
                                </p:cBhvr>
                                <p:to>
                                  <p:strVal val="hidden"/>
                                </p:to>
                              </p:set>
                            </p:childTnLst>
                          </p:cTn>
                        </p:par>
                        <p:par>
                          <p:cTn id="311" presetID="1" presetClass="entr" presetSubtype="0" fill="hold" nodeType="withEffect">
                            <p:stCondLst>
                              <p:cond delay="6300"/>
                            </p:stCondLst>
                            <p:childTnLst>
                              <p:set>
                                <p:cBhvr>
                                  <p:cTn id="312" dur="1" fill="hold">
                                    <p:stCondLst>
                                      <p:cond delay="0"/>
                                    </p:stCondLst>
                                  </p:cTn>
                                  <p:tgtEl>
                                    <p:spTgt spid="83"/>
                                  </p:tgtEl>
                                  <p:attrNameLst>
                                    <p:attrName>style.visibility</p:attrName>
                                  </p:attrNameLst>
                                </p:cBhvr>
                                <p:to>
                                  <p:strVal val="visible"/>
                                </p:to>
                              </p:set>
                            </p:childTnLst>
                          </p:cTn>
                        </p:par>
                        <p:par>
                          <p:cTn id="313" presetID="1" presetClass="exit" presetSubtype="0" fill="hold" nodeType="withEffect">
                            <p:stCondLst>
                              <p:cond delay="6310"/>
                            </p:stCondLst>
                            <p:childTnLst>
                              <p:set>
                                <p:cBhvr>
                                  <p:cTn id="314" dur="1" fill="hold">
                                    <p:stCondLst>
                                      <p:cond delay="0"/>
                                    </p:stCondLst>
                                  </p:cTn>
                                  <p:tgtEl>
                                    <p:spTgt spid="93"/>
                                  </p:tgtEl>
                                  <p:attrNameLst>
                                    <p:attrName>style.visibility</p:attrName>
                                  </p:attrNameLst>
                                </p:cBhvr>
                                <p:to>
                                  <p:strVal val="hidden"/>
                                </p:to>
                              </p:set>
                            </p:childTnLst>
                          </p:cTn>
                        </p:par>
                        <p:par>
                          <p:cTn id="315" presetID="1" presetClass="entr" presetSubtype="0" fill="hold" nodeType="withEffect">
                            <p:stCondLst>
                              <p:cond delay="6310"/>
                            </p:stCondLst>
                            <p:childTnLst>
                              <p:set>
                                <p:cBhvr>
                                  <p:cTn id="316" dur="1" fill="hold">
                                    <p:stCondLst>
                                      <p:cond delay="0"/>
                                    </p:stCondLst>
                                  </p:cTn>
                                  <p:tgtEl>
                                    <p:spTgt spid="94"/>
                                  </p:tgtEl>
                                  <p:attrNameLst>
                                    <p:attrName>style.visibility</p:attrName>
                                  </p:attrNameLst>
                                </p:cBhvr>
                                <p:to>
                                  <p:strVal val="visible"/>
                                </p:to>
                              </p:set>
                            </p:childTnLst>
                          </p:cTn>
                        </p:par>
                        <p:par>
                          <p:cTn id="317" presetID="1" presetClass="exit" presetSubtype="0" fill="hold" nodeType="withEffect">
                            <p:stCondLst>
                              <p:cond delay="6370"/>
                            </p:stCondLst>
                            <p:childTnLst>
                              <p:set>
                                <p:cBhvr>
                                  <p:cTn id="318" dur="1" fill="hold">
                                    <p:stCondLst>
                                      <p:cond delay="0"/>
                                    </p:stCondLst>
                                  </p:cTn>
                                  <p:tgtEl>
                                    <p:spTgt spid="66"/>
                                  </p:tgtEl>
                                  <p:attrNameLst>
                                    <p:attrName>style.visibility</p:attrName>
                                  </p:attrNameLst>
                                </p:cBhvr>
                                <p:to>
                                  <p:strVal val="hidden"/>
                                </p:to>
                              </p:set>
                            </p:childTnLst>
                          </p:cTn>
                        </p:par>
                        <p:par>
                          <p:cTn id="319" presetID="1" presetClass="entr" presetSubtype="0" fill="hold" nodeType="withEffect">
                            <p:stCondLst>
                              <p:cond delay="6370"/>
                            </p:stCondLst>
                            <p:childTnLst>
                              <p:set>
                                <p:cBhvr>
                                  <p:cTn id="320" dur="1" fill="hold">
                                    <p:stCondLst>
                                      <p:cond delay="0"/>
                                    </p:stCondLst>
                                  </p:cTn>
                                  <p:tgtEl>
                                    <p:spTgt spid="67"/>
                                  </p:tgtEl>
                                  <p:attrNameLst>
                                    <p:attrName>style.visibility</p:attrName>
                                  </p:attrNameLst>
                                </p:cBhvr>
                                <p:to>
                                  <p:strVal val="visible"/>
                                </p:to>
                              </p:set>
                            </p:childTnLst>
                          </p:cTn>
                        </p:par>
                        <p:par>
                          <p:cTn id="321" presetID="1" presetClass="exit" presetSubtype="0" fill="hold" nodeType="withEffect">
                            <p:stCondLst>
                              <p:cond delay="6400"/>
                            </p:stCondLst>
                            <p:childTnLst>
                              <p:set>
                                <p:cBhvr>
                                  <p:cTn id="322" dur="1" fill="hold">
                                    <p:stCondLst>
                                      <p:cond delay="0"/>
                                    </p:stCondLst>
                                  </p:cTn>
                                  <p:tgtEl>
                                    <p:spTgt spid="94"/>
                                  </p:tgtEl>
                                  <p:attrNameLst>
                                    <p:attrName>style.visibility</p:attrName>
                                  </p:attrNameLst>
                                </p:cBhvr>
                                <p:to>
                                  <p:strVal val="hidden"/>
                                </p:to>
                              </p:set>
                            </p:childTnLst>
                          </p:cTn>
                        </p:par>
                        <p:par>
                          <p:cTn id="323" presetID="1" presetClass="exit" presetSubtype="0" fill="hold" nodeType="withEffect">
                            <p:stCondLst>
                              <p:cond delay="6500"/>
                            </p:stCondLst>
                            <p:childTnLst>
                              <p:set>
                                <p:cBhvr>
                                  <p:cTn id="324" dur="1" fill="hold">
                                    <p:stCondLst>
                                      <p:cond delay="0"/>
                                    </p:stCondLst>
                                  </p:cTn>
                                  <p:tgtEl>
                                    <p:spTgt spid="67"/>
                                  </p:tgtEl>
                                  <p:attrNameLst>
                                    <p:attrName>style.visibility</p:attrName>
                                  </p:attrNameLst>
                                </p:cBhvr>
                                <p:to>
                                  <p:strVal val="hidden"/>
                                </p:to>
                              </p:set>
                            </p:childTnLst>
                          </p:cTn>
                        </p:par>
                        <p:par>
                          <p:cTn id="325" presetID="1" presetClass="entr" presetSubtype="0" fill="hold" nodeType="withEffect">
                            <p:stCondLst>
                              <p:cond delay="6500"/>
                            </p:stCondLst>
                            <p:childTnLst>
                              <p:set>
                                <p:cBhvr>
                                  <p:cTn id="326" dur="1" fill="hold">
                                    <p:stCondLst>
                                      <p:cond delay="0"/>
                                    </p:stCondLst>
                                  </p:cTn>
                                  <p:tgtEl>
                                    <p:spTgt spid="68"/>
                                  </p:tgtEl>
                                  <p:attrNameLst>
                                    <p:attrName>style.visibility</p:attrName>
                                  </p:attrNameLst>
                                </p:cBhvr>
                                <p:to>
                                  <p:strVal val="visible"/>
                                </p:to>
                              </p:set>
                            </p:childTnLst>
                          </p:cTn>
                        </p:par>
                        <p:par>
                          <p:cTn id="327" presetID="1" presetClass="exit" presetSubtype="0" fill="hold" nodeType="withEffect">
                            <p:stCondLst>
                              <p:cond delay="6500"/>
                            </p:stCondLst>
                            <p:childTnLst>
                              <p:set>
                                <p:cBhvr>
                                  <p:cTn id="328" dur="1" fill="hold">
                                    <p:stCondLst>
                                      <p:cond delay="0"/>
                                    </p:stCondLst>
                                  </p:cTn>
                                  <p:tgtEl>
                                    <p:spTgt spid="83"/>
                                  </p:tgtEl>
                                  <p:attrNameLst>
                                    <p:attrName>style.visibility</p:attrName>
                                  </p:attrNameLst>
                                </p:cBhvr>
                                <p:to>
                                  <p:strVal val="hidden"/>
                                </p:to>
                              </p:set>
                            </p:childTnLst>
                          </p:cTn>
                        </p:par>
                        <p:par>
                          <p:cTn id="329" presetID="1" presetClass="entr" presetSubtype="0" fill="hold" nodeType="withEffect">
                            <p:stCondLst>
                              <p:cond delay="6500"/>
                            </p:stCondLst>
                            <p:childTnLst>
                              <p:set>
                                <p:cBhvr>
                                  <p:cTn id="330" dur="1" fill="hold">
                                    <p:stCondLst>
                                      <p:cond delay="0"/>
                                    </p:stCondLst>
                                  </p:cTn>
                                  <p:tgtEl>
                                    <p:spTgt spid="84"/>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13B33D66-E8BB-45EF-B8E9-BE974F8AA00C}"/>
              </a:ext>
            </a:extLst>
          </p:cNvPr>
          <p:cNvSpPr>
            <a:spLocks noGrp="1"/>
          </p:cNvSpPr>
          <p:nvPr/>
        </p:nvSpPr>
        <p:spPr>
          <a:xfrm>
            <a:off x="609600" y="400050"/>
            <a:ext cx="109728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HEAT = MOMENTUM</a:t>
            </a:r>
          </a:p>
        </p:txBody>
      </p:sp>
      <p:sp>
        <p:nvSpPr>
          <p:cNvPr id="2" name="spend">
            <a:extLst>
              <a:ext uri="{FF2B5EF4-FFF2-40B4-BE49-F238E27FC236}">
                <a16:creationId xmlns:a16="http://schemas.microsoft.com/office/drawing/2014/main" id="{086CEA28-047F-4C10-A77E-8AE40C476F66}"/>
              </a:ext>
            </a:extLst>
          </p:cNvPr>
          <p:cNvSpPr>
            <a:spLocks noGrp="1"/>
          </p:cNvSpPr>
          <p:nvPr/>
        </p:nvSpPr>
        <p:spPr>
          <a:xfrm>
            <a:off x="628650" y="1828800"/>
            <a:ext cx="10934700" cy="561975"/>
          </a:xfrm>
          <a:prstGeom prst="rect">
            <a:avLst/>
          </a:prstGeom>
          <a:noFill/>
          <a:ln w="0">
            <a:noFill/>
          </a:ln>
        </p:spPr>
        <p:txBody>
          <a:bodyPr lIns="0" tIns="0" rIns="0" bIns="0">
            <a:noAutofit/>
          </a:bodyPr>
          <a:lstStyle/>
          <a:p>
            <a:pPr>
              <a:defRPr sz="3000" b="1">
                <a:solidFill>
                  <a:srgbClr val="DDB968"/>
                </a:solidFill>
                <a:latin typeface="Aptos"/>
                <a:ea typeface="Aptos"/>
                <a:cs typeface="Aptos"/>
              </a:defRPr>
            </a:pPr>
            <a:r>
              <a:rPr sz="3000" b="1">
                <a:solidFill>
                  <a:srgbClr val="DDB968"/>
                </a:solidFill>
                <a:latin typeface="Aptos"/>
                <a:ea typeface="Aptos"/>
                <a:cs typeface="Aptos"/>
              </a:rPr>
              <a:t>SPEND ORBS → HEAT ↑</a:t>
            </a:r>
          </a:p>
        </p:txBody>
      </p:sp>
      <p:sp>
        <p:nvSpPr>
          <p:cNvPr id="3" name="faster">
            <a:extLst>
              <a:ext uri="{FF2B5EF4-FFF2-40B4-BE49-F238E27FC236}">
                <a16:creationId xmlns:a16="http://schemas.microsoft.com/office/drawing/2014/main" id="{3F3C35F3-F2B8-4312-8D2D-66ABACBCBEA0}"/>
              </a:ext>
            </a:extLst>
          </p:cNvPr>
          <p:cNvSpPr>
            <a:spLocks noGrp="1"/>
          </p:cNvSpPr>
          <p:nvPr/>
        </p:nvSpPr>
        <p:spPr>
          <a:xfrm>
            <a:off x="628650" y="2971800"/>
            <a:ext cx="10934700" cy="514350"/>
          </a:xfrm>
          <a:prstGeom prst="rect">
            <a:avLst/>
          </a:prstGeom>
          <a:noFill/>
          <a:ln w="0">
            <a:noFill/>
          </a:ln>
        </p:spPr>
        <p:txBody>
          <a:bodyPr lIns="0" tIns="0" rIns="0" bIns="0">
            <a:noAutofit/>
          </a:bodyPr>
          <a:lstStyle/>
          <a:p>
            <a:pPr>
              <a:defRPr sz="2550" b="1">
                <a:solidFill>
                  <a:srgbClr val="F4F0E8"/>
                </a:solidFill>
                <a:latin typeface="Aptos"/>
                <a:ea typeface="Aptos"/>
                <a:cs typeface="Aptos"/>
              </a:defRPr>
            </a:pPr>
            <a:r>
              <a:rPr sz="2550" b="1">
                <a:solidFill>
                  <a:srgbClr val="F4F0E8"/>
                </a:solidFill>
                <a:latin typeface="Aptos"/>
                <a:ea typeface="Aptos"/>
                <a:cs typeface="Aptos"/>
              </a:rPr>
              <a:t>MORE HEAT → FASTER COMBAT</a:t>
            </a:r>
          </a:p>
        </p:txBody>
      </p:sp>
      <p:sp>
        <p:nvSpPr>
          <p:cNvPr id="4" name="attack">
            <a:extLst>
              <a:ext uri="{FF2B5EF4-FFF2-40B4-BE49-F238E27FC236}">
                <a16:creationId xmlns:a16="http://schemas.microsoft.com/office/drawing/2014/main" id="{091D00D7-CF03-4C8F-8923-F002515C1C83}"/>
              </a:ext>
            </a:extLst>
          </p:cNvPr>
          <p:cNvSpPr>
            <a:spLocks noGrp="1"/>
          </p:cNvSpPr>
          <p:nvPr/>
        </p:nvSpPr>
        <p:spPr>
          <a:xfrm>
            <a:off x="628650" y="3810000"/>
            <a:ext cx="3238500" cy="428625"/>
          </a:xfrm>
          <a:prstGeom prst="rect">
            <a:avLst/>
          </a:prstGeom>
          <a:noFill/>
          <a:ln w="0">
            <a:noFill/>
          </a:ln>
        </p:spPr>
        <p:txBody>
          <a:bodyPr lIns="0" tIns="0" rIns="0" bIns="0">
            <a:noAutofit/>
          </a:bodyPr>
          <a:lstStyle/>
          <a:p>
            <a:pPr>
              <a:defRPr sz="2100" b="0">
                <a:solidFill>
                  <a:srgbClr val="AABAC4"/>
                </a:solidFill>
                <a:latin typeface="Aptos"/>
                <a:ea typeface="Aptos"/>
                <a:cs typeface="Aptos"/>
              </a:defRPr>
            </a:pPr>
            <a:r>
              <a:rPr sz="2100" b="0">
                <a:solidFill>
                  <a:srgbClr val="AABAC4"/>
                </a:solidFill>
                <a:latin typeface="Aptos"/>
                <a:ea typeface="Aptos"/>
                <a:cs typeface="Aptos"/>
              </a:rPr>
              <a:t>Attack speed ↑</a:t>
            </a:r>
          </a:p>
        </p:txBody>
      </p:sp>
      <p:sp>
        <p:nvSpPr>
          <p:cNvPr id="5" name="cast">
            <a:extLst>
              <a:ext uri="{FF2B5EF4-FFF2-40B4-BE49-F238E27FC236}">
                <a16:creationId xmlns:a16="http://schemas.microsoft.com/office/drawing/2014/main" id="{96E78003-ED79-40BE-9D27-AE2E25528119}"/>
              </a:ext>
            </a:extLst>
          </p:cNvPr>
          <p:cNvSpPr>
            <a:spLocks noGrp="1"/>
          </p:cNvSpPr>
          <p:nvPr/>
        </p:nvSpPr>
        <p:spPr>
          <a:xfrm>
            <a:off x="4371975" y="3810000"/>
            <a:ext cx="3238500" cy="428625"/>
          </a:xfrm>
          <a:prstGeom prst="rect">
            <a:avLst/>
          </a:prstGeom>
          <a:noFill/>
          <a:ln w="0">
            <a:noFill/>
          </a:ln>
        </p:spPr>
        <p:txBody>
          <a:bodyPr lIns="0" tIns="0" rIns="0" bIns="0">
            <a:noAutofit/>
          </a:bodyPr>
          <a:lstStyle/>
          <a:p>
            <a:pPr>
              <a:defRPr sz="2100" b="0">
                <a:solidFill>
                  <a:srgbClr val="AABAC4"/>
                </a:solidFill>
                <a:latin typeface="Aptos"/>
                <a:ea typeface="Aptos"/>
                <a:cs typeface="Aptos"/>
              </a:defRPr>
            </a:pPr>
            <a:r>
              <a:rPr sz="2100" b="0">
                <a:solidFill>
                  <a:srgbClr val="AABAC4"/>
                </a:solidFill>
                <a:latin typeface="Aptos"/>
                <a:ea typeface="Aptos"/>
                <a:cs typeface="Aptos"/>
              </a:rPr>
              <a:t>Cast speed ↑</a:t>
            </a:r>
          </a:p>
        </p:txBody>
      </p:sp>
      <p:sp>
        <p:nvSpPr>
          <p:cNvPr id="6" name="charge">
            <a:extLst>
              <a:ext uri="{FF2B5EF4-FFF2-40B4-BE49-F238E27FC236}">
                <a16:creationId xmlns:a16="http://schemas.microsoft.com/office/drawing/2014/main" id="{1638E49B-ACC3-4B59-800D-5A5EFD82E479}"/>
              </a:ext>
            </a:extLst>
          </p:cNvPr>
          <p:cNvSpPr>
            <a:spLocks noGrp="1"/>
          </p:cNvSpPr>
          <p:nvPr/>
        </p:nvSpPr>
        <p:spPr>
          <a:xfrm>
            <a:off x="8115300" y="3810000"/>
            <a:ext cx="3238500" cy="428625"/>
          </a:xfrm>
          <a:prstGeom prst="rect">
            <a:avLst/>
          </a:prstGeom>
          <a:noFill/>
          <a:ln w="0">
            <a:noFill/>
          </a:ln>
        </p:spPr>
        <p:txBody>
          <a:bodyPr lIns="0" tIns="0" rIns="0" bIns="0">
            <a:noAutofit/>
          </a:bodyPr>
          <a:lstStyle/>
          <a:p>
            <a:pPr>
              <a:defRPr sz="2100" b="0">
                <a:solidFill>
                  <a:srgbClr val="AABAC4"/>
                </a:solidFill>
                <a:latin typeface="Aptos"/>
                <a:ea typeface="Aptos"/>
                <a:cs typeface="Aptos"/>
              </a:defRPr>
            </a:pPr>
            <a:r>
              <a:rPr sz="2100" b="0">
                <a:solidFill>
                  <a:srgbClr val="AABAC4"/>
                </a:solidFill>
                <a:latin typeface="Aptos"/>
                <a:ea typeface="Aptos"/>
                <a:cs typeface="Aptos"/>
              </a:rPr>
              <a:t>Charge rate ↑</a:t>
            </a:r>
          </a:p>
        </p:txBody>
      </p:sp>
      <p:sp>
        <p:nvSpPr>
          <p:cNvPr id="7" name="momentum">
            <a:extLst>
              <a:ext uri="{FF2B5EF4-FFF2-40B4-BE49-F238E27FC236}">
                <a16:creationId xmlns:a16="http://schemas.microsoft.com/office/drawing/2014/main" id="{010F1DB1-63A9-4ECB-95D4-53D518F624DD}"/>
              </a:ext>
            </a:extLst>
          </p:cNvPr>
          <p:cNvSpPr>
            <a:spLocks noGrp="1"/>
          </p:cNvSpPr>
          <p:nvPr/>
        </p:nvSpPr>
        <p:spPr>
          <a:xfrm>
            <a:off x="628650" y="4953000"/>
            <a:ext cx="10934700" cy="51435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MAGIC FUELS THE MOMENTUM</a:t>
            </a:r>
          </a:p>
        </p:txBody>
      </p:sp>
      <p:sp>
        <p:nvSpPr>
          <p:cNvPr id="8" name="zone">
            <a:extLst>
              <a:ext uri="{FF2B5EF4-FFF2-40B4-BE49-F238E27FC236}">
                <a16:creationId xmlns:a16="http://schemas.microsoft.com/office/drawing/2014/main" id="{B3F90742-FEB3-4E22-8145-C5B2C498BDB3}"/>
              </a:ext>
            </a:extLst>
          </p:cNvPr>
          <p:cNvSpPr>
            <a:spLocks noGrp="1"/>
          </p:cNvSpPr>
          <p:nvPr/>
        </p:nvSpPr>
        <p:spPr>
          <a:xfrm>
            <a:off x="628650" y="5943600"/>
            <a:ext cx="10934700" cy="466725"/>
          </a:xfrm>
          <a:prstGeom prst="rect">
            <a:avLst/>
          </a:prstGeom>
          <a:noFill/>
          <a:ln w="0">
            <a:noFill/>
          </a:ln>
        </p:spPr>
        <p:txBody>
          <a:bodyPr lIns="0" tIns="0" rIns="0" bIns="0">
            <a:noAutofit/>
          </a:bodyPr>
          <a:lstStyle/>
          <a:p>
            <a:pPr>
              <a:defRPr sz="2400" b="1">
                <a:solidFill>
                  <a:srgbClr val="DDB968"/>
                </a:solidFill>
                <a:latin typeface="Aptos"/>
                <a:ea typeface="Aptos"/>
                <a:cs typeface="Aptos"/>
              </a:defRPr>
            </a:pPr>
            <a:r>
              <a:rPr sz="2400" b="1">
                <a:solidFill>
                  <a:srgbClr val="DDB968"/>
                </a:solidFill>
                <a:latin typeface="Aptos"/>
                <a:ea typeface="Aptos"/>
                <a:cs typeface="Aptos"/>
              </a:rPr>
              <a:t>STAY IN THE ZONE</a:t>
            </a:r>
          </a:p>
        </p:txBody>
      </p:sp>
    </p:spTree>
    <p:extLst>
      <p:ext uri="{BB962C8B-B14F-4D97-AF65-F5344CB8AC3E}">
        <p14:creationId xmlns:p14="http://schemas.microsoft.com/office/powerpoint/2010/main" val="358499780"/>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childTnLst>
                          </p:cTn>
                        </p:par>
                      </p:childTnLst>
                    </p:cTn>
                  </p:par>
                  <p:par>
                    <p:cTn id="6" fill="hold" nodeType="clickEffect">
                      <p:stCondLst>
                        <p:cond delay="indefinite"/>
                      </p:stCondLst>
                      <p:childTnLst>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nodeType="clickEffect">
                      <p:stCondLst>
                        <p:cond delay="indefinite"/>
                      </p:stCondLst>
                      <p:childTnLst>
                        <p:par>
                          <p:cTn id="16" presetID="1"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par>
                    <p:cTn id="18" fill="hold" nodeType="clickEffect">
                      <p:stCondLst>
                        <p:cond delay="indefinite"/>
                      </p:stCondLst>
                      <p:childTnLst>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0A98EDE-5DB4-41E9-B48E-A94478DAE568}"/>
              </a:ext>
            </a:extLst>
          </p:cNvPr>
          <p:cNvSpPr>
            <a:spLocks noGrp="1"/>
          </p:cNvSpPr>
          <p:nvPr/>
        </p:nvSpPr>
        <p:spPr>
          <a:xfrm>
            <a:off x="609600" y="400050"/>
            <a:ext cx="109728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MIGHT + MAGIC</a:t>
            </a:r>
          </a:p>
        </p:txBody>
      </p:sp>
      <p:sp>
        <p:nvSpPr>
          <p:cNvPr id="2" name="cue0">
            <a:extLst>
              <a:ext uri="{FF2B5EF4-FFF2-40B4-BE49-F238E27FC236}">
                <a16:creationId xmlns:a16="http://schemas.microsoft.com/office/drawing/2014/main" id="{CBF69436-1881-4228-BCDD-B3AB79982D49}"/>
              </a:ext>
            </a:extLst>
          </p:cNvPr>
          <p:cNvSpPr>
            <a:spLocks noGrp="1"/>
          </p:cNvSpPr>
          <p:nvPr/>
        </p:nvSpPr>
        <p:spPr>
          <a:xfrm>
            <a:off x="1714500" y="1657350"/>
            <a:ext cx="9525000" cy="41910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MIGHT CREATES MAGIC</a:t>
            </a:r>
          </a:p>
        </p:txBody>
      </p:sp>
      <p:sp>
        <p:nvSpPr>
          <p:cNvPr id="3" name="arrow0">
            <a:extLst>
              <a:ext uri="{FF2B5EF4-FFF2-40B4-BE49-F238E27FC236}">
                <a16:creationId xmlns:a16="http://schemas.microsoft.com/office/drawing/2014/main" id="{AFC615DA-0524-4C5A-A05D-84F1A89A596F}"/>
              </a:ext>
            </a:extLst>
          </p:cNvPr>
          <p:cNvSpPr>
            <a:spLocks noGrp="1"/>
          </p:cNvSpPr>
          <p:nvPr/>
        </p:nvSpPr>
        <p:spPr>
          <a:xfrm>
            <a:off x="1714500" y="2076450"/>
            <a:ext cx="666750" cy="457200"/>
          </a:xfrm>
          <a:prstGeom prst="rect">
            <a:avLst/>
          </a:prstGeom>
          <a:noFill/>
          <a:ln w="0">
            <a:noFill/>
          </a:ln>
        </p:spPr>
        <p:txBody>
          <a:bodyPr lIns="0" tIns="0" rIns="0" bIns="0">
            <a:noAutofit/>
          </a:bodyPr>
          <a:lstStyle/>
          <a:p>
            <a:pPr>
              <a:defRPr sz="2400" b="1">
                <a:solidFill>
                  <a:srgbClr val="AABAC4"/>
                </a:solidFill>
                <a:latin typeface="Aptos"/>
                <a:ea typeface="Aptos"/>
                <a:cs typeface="Aptos"/>
              </a:defRPr>
            </a:pPr>
            <a:r>
              <a:rPr sz="2400" b="1">
                <a:solidFill>
                  <a:srgbClr val="AABAC4"/>
                </a:solidFill>
                <a:latin typeface="Aptos"/>
                <a:ea typeface="Aptos"/>
                <a:cs typeface="Aptos"/>
              </a:rPr>
              <a:t>↓</a:t>
            </a:r>
          </a:p>
        </p:txBody>
      </p:sp>
      <p:sp>
        <p:nvSpPr>
          <p:cNvPr id="4" name="cue1">
            <a:extLst>
              <a:ext uri="{FF2B5EF4-FFF2-40B4-BE49-F238E27FC236}">
                <a16:creationId xmlns:a16="http://schemas.microsoft.com/office/drawing/2014/main" id="{594C9853-5D45-48E7-87D5-93FC6F80BE36}"/>
              </a:ext>
            </a:extLst>
          </p:cNvPr>
          <p:cNvSpPr>
            <a:spLocks noGrp="1"/>
          </p:cNvSpPr>
          <p:nvPr/>
        </p:nvSpPr>
        <p:spPr>
          <a:xfrm>
            <a:off x="1714500" y="2609850"/>
            <a:ext cx="9525000" cy="41910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PREPARE WHILE FIGHTING</a:t>
            </a:r>
          </a:p>
        </p:txBody>
      </p:sp>
      <p:sp>
        <p:nvSpPr>
          <p:cNvPr id="5" name="arrow1">
            <a:extLst>
              <a:ext uri="{FF2B5EF4-FFF2-40B4-BE49-F238E27FC236}">
                <a16:creationId xmlns:a16="http://schemas.microsoft.com/office/drawing/2014/main" id="{4314BADA-F146-41C7-9BBC-4712E37E0077}"/>
              </a:ext>
            </a:extLst>
          </p:cNvPr>
          <p:cNvSpPr>
            <a:spLocks noGrp="1"/>
          </p:cNvSpPr>
          <p:nvPr/>
        </p:nvSpPr>
        <p:spPr>
          <a:xfrm>
            <a:off x="1714500" y="3028950"/>
            <a:ext cx="666750" cy="457200"/>
          </a:xfrm>
          <a:prstGeom prst="rect">
            <a:avLst/>
          </a:prstGeom>
          <a:noFill/>
          <a:ln w="0">
            <a:noFill/>
          </a:ln>
        </p:spPr>
        <p:txBody>
          <a:bodyPr lIns="0" tIns="0" rIns="0" bIns="0">
            <a:noAutofit/>
          </a:bodyPr>
          <a:lstStyle/>
          <a:p>
            <a:pPr>
              <a:defRPr sz="2400" b="1">
                <a:solidFill>
                  <a:srgbClr val="AABAC4"/>
                </a:solidFill>
                <a:latin typeface="Aptos"/>
                <a:ea typeface="Aptos"/>
                <a:cs typeface="Aptos"/>
              </a:defRPr>
            </a:pPr>
            <a:r>
              <a:rPr sz="2400" b="1">
                <a:solidFill>
                  <a:srgbClr val="AABAC4"/>
                </a:solidFill>
                <a:latin typeface="Aptos"/>
                <a:ea typeface="Aptos"/>
                <a:cs typeface="Aptos"/>
              </a:rPr>
              <a:t>↓</a:t>
            </a:r>
          </a:p>
        </p:txBody>
      </p:sp>
      <p:sp>
        <p:nvSpPr>
          <p:cNvPr id="6" name="cue2">
            <a:extLst>
              <a:ext uri="{FF2B5EF4-FFF2-40B4-BE49-F238E27FC236}">
                <a16:creationId xmlns:a16="http://schemas.microsoft.com/office/drawing/2014/main" id="{1A59C744-2B40-42A3-949B-CF25EA42A896}"/>
              </a:ext>
            </a:extLst>
          </p:cNvPr>
          <p:cNvSpPr>
            <a:spLocks noGrp="1"/>
          </p:cNvSpPr>
          <p:nvPr/>
        </p:nvSpPr>
        <p:spPr>
          <a:xfrm>
            <a:off x="1714500" y="3562350"/>
            <a:ext cx="9525000" cy="41910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WEAVE MAGIC INTO THE COMBO</a:t>
            </a:r>
          </a:p>
        </p:txBody>
      </p:sp>
      <p:sp>
        <p:nvSpPr>
          <p:cNvPr id="7" name="arrow2">
            <a:extLst>
              <a:ext uri="{FF2B5EF4-FFF2-40B4-BE49-F238E27FC236}">
                <a16:creationId xmlns:a16="http://schemas.microsoft.com/office/drawing/2014/main" id="{DFE9377A-C6DA-4E63-AEA3-49EBD9663355}"/>
              </a:ext>
            </a:extLst>
          </p:cNvPr>
          <p:cNvSpPr>
            <a:spLocks noGrp="1"/>
          </p:cNvSpPr>
          <p:nvPr/>
        </p:nvSpPr>
        <p:spPr>
          <a:xfrm>
            <a:off x="1714500" y="3981450"/>
            <a:ext cx="666750" cy="457200"/>
          </a:xfrm>
          <a:prstGeom prst="rect">
            <a:avLst/>
          </a:prstGeom>
          <a:noFill/>
          <a:ln w="0">
            <a:noFill/>
          </a:ln>
        </p:spPr>
        <p:txBody>
          <a:bodyPr lIns="0" tIns="0" rIns="0" bIns="0">
            <a:noAutofit/>
          </a:bodyPr>
          <a:lstStyle/>
          <a:p>
            <a:pPr>
              <a:defRPr sz="2400" b="1">
                <a:solidFill>
                  <a:srgbClr val="AABAC4"/>
                </a:solidFill>
                <a:latin typeface="Aptos"/>
                <a:ea typeface="Aptos"/>
                <a:cs typeface="Aptos"/>
              </a:defRPr>
            </a:pPr>
            <a:r>
              <a:rPr sz="2400" b="1">
                <a:solidFill>
                  <a:srgbClr val="AABAC4"/>
                </a:solidFill>
                <a:latin typeface="Aptos"/>
                <a:ea typeface="Aptos"/>
                <a:cs typeface="Aptos"/>
              </a:rPr>
              <a:t>↓</a:t>
            </a:r>
          </a:p>
        </p:txBody>
      </p:sp>
      <p:sp>
        <p:nvSpPr>
          <p:cNvPr id="8" name="cue3">
            <a:extLst>
              <a:ext uri="{FF2B5EF4-FFF2-40B4-BE49-F238E27FC236}">
                <a16:creationId xmlns:a16="http://schemas.microsoft.com/office/drawing/2014/main" id="{6379AA30-834B-4D38-92D0-016372F79496}"/>
              </a:ext>
            </a:extLst>
          </p:cNvPr>
          <p:cNvSpPr>
            <a:spLocks noGrp="1"/>
          </p:cNvSpPr>
          <p:nvPr/>
        </p:nvSpPr>
        <p:spPr>
          <a:xfrm>
            <a:off x="1714500" y="4514850"/>
            <a:ext cx="9525000" cy="41910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MAGIC BUILDS HEAT</a:t>
            </a:r>
          </a:p>
        </p:txBody>
      </p:sp>
      <p:sp>
        <p:nvSpPr>
          <p:cNvPr id="9" name="one">
            <a:extLst>
              <a:ext uri="{FF2B5EF4-FFF2-40B4-BE49-F238E27FC236}">
                <a16:creationId xmlns:a16="http://schemas.microsoft.com/office/drawing/2014/main" id="{EE587582-BB80-48C0-9B9A-5CD94A19240E}"/>
              </a:ext>
            </a:extLst>
          </p:cNvPr>
          <p:cNvSpPr>
            <a:spLocks noGrp="1"/>
          </p:cNvSpPr>
          <p:nvPr/>
        </p:nvSpPr>
        <p:spPr>
          <a:xfrm>
            <a:off x="1714500" y="5619750"/>
            <a:ext cx="10001250" cy="514350"/>
          </a:xfrm>
          <a:prstGeom prst="rect">
            <a:avLst/>
          </a:prstGeom>
          <a:noFill/>
          <a:ln w="0">
            <a:noFill/>
          </a:ln>
        </p:spPr>
        <p:txBody>
          <a:bodyPr lIns="0" tIns="0" rIns="0" bIns="0">
            <a:noAutofit/>
          </a:bodyPr>
          <a:lstStyle/>
          <a:p>
            <a:pPr>
              <a:defRPr sz="2850" b="1">
                <a:solidFill>
                  <a:srgbClr val="F4F0E8"/>
                </a:solidFill>
                <a:latin typeface="Aptos"/>
                <a:ea typeface="Aptos"/>
                <a:cs typeface="Aptos"/>
              </a:defRPr>
            </a:pPr>
            <a:r>
              <a:rPr sz="2850" b="1">
                <a:solidFill>
                  <a:srgbClr val="F4F0E8"/>
                </a:solidFill>
                <a:latin typeface="Aptos"/>
                <a:ea typeface="Aptos"/>
                <a:cs typeface="Aptos"/>
              </a:rPr>
              <a:t>ONE CONTINUOUS SKILL</a:t>
            </a:r>
          </a:p>
        </p:txBody>
      </p:sp>
      <p:sp>
        <p:nvSpPr>
          <p:cNvPr id="10" name="final">
            <a:extLst>
              <a:ext uri="{FF2B5EF4-FFF2-40B4-BE49-F238E27FC236}">
                <a16:creationId xmlns:a16="http://schemas.microsoft.com/office/drawing/2014/main" id="{F481E6A0-4F05-4CE7-97B6-725300B65A44}"/>
              </a:ext>
            </a:extLst>
          </p:cNvPr>
          <p:cNvSpPr>
            <a:spLocks noGrp="1"/>
          </p:cNvSpPr>
          <p:nvPr/>
        </p:nvSpPr>
        <p:spPr>
          <a:xfrm>
            <a:off x="952500" y="2143125"/>
            <a:ext cx="10477500" cy="3143250"/>
          </a:xfrm>
          <a:prstGeom prst="rect">
            <a:avLst/>
          </a:prstGeom>
          <a:noFill/>
          <a:ln w="0">
            <a:noFill/>
          </a:ln>
        </p:spPr>
        <p:txBody>
          <a:bodyPr lIns="0" tIns="0" rIns="0" bIns="0">
            <a:noAutofit/>
          </a:bodyPr>
          <a:lstStyle/>
          <a:p>
            <a:pPr>
              <a:defRPr sz="5700" b="1">
                <a:solidFill>
                  <a:srgbClr val="DDB968"/>
                </a:solidFill>
                <a:latin typeface="Aptos"/>
                <a:ea typeface="Aptos"/>
                <a:cs typeface="Aptos"/>
              </a:defRPr>
            </a:pPr>
            <a:r>
              <a:rPr sz="5700" b="1">
                <a:solidFill>
                  <a:srgbClr val="DDB968"/>
                </a:solidFill>
                <a:latin typeface="Aptos"/>
                <a:ea typeface="Aptos"/>
                <a:cs typeface="Aptos"/>
              </a:rPr>
              <a:t>IT IS A</a:t>
            </a:r>
          </a:p>
          <a:p>
            <a:pPr>
              <a:defRPr sz="5700" b="1">
                <a:solidFill>
                  <a:srgbClr val="DDB968"/>
                </a:solidFill>
                <a:latin typeface="Aptos"/>
                <a:ea typeface="Aptos"/>
                <a:cs typeface="Aptos"/>
              </a:defRPr>
            </a:pPr>
            <a:r>
              <a:rPr sz="5700" b="1">
                <a:solidFill>
                  <a:srgbClr val="DDB968"/>
                </a:solidFill>
                <a:latin typeface="Aptos"/>
                <a:ea typeface="Aptos"/>
                <a:cs typeface="Aptos"/>
              </a:rPr>
              <a:t>MIGHT &amp; MAGIC</a:t>
            </a:r>
          </a:p>
          <a:p>
            <a:pPr>
              <a:defRPr sz="5700" b="1">
                <a:solidFill>
                  <a:srgbClr val="DDB968"/>
                </a:solidFill>
                <a:latin typeface="Aptos"/>
                <a:ea typeface="Aptos"/>
                <a:cs typeface="Aptos"/>
              </a:defRPr>
            </a:pPr>
            <a:r>
              <a:rPr sz="5700" b="1">
                <a:solidFill>
                  <a:srgbClr val="DDB968"/>
                </a:solidFill>
                <a:latin typeface="Aptos"/>
                <a:ea typeface="Aptos"/>
                <a:cs typeface="Aptos"/>
              </a:rPr>
              <a:t>SYSTEM.</a:t>
            </a:r>
          </a:p>
        </p:txBody>
      </p:sp>
    </p:spTree>
    <p:extLst>
      <p:ext uri="{BB962C8B-B14F-4D97-AF65-F5344CB8AC3E}">
        <p14:creationId xmlns:p14="http://schemas.microsoft.com/office/powerpoint/2010/main" val="852046441"/>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childTnLst>
                          </p:cTn>
                        </p:par>
                      </p:childTnLst>
                    </p:cTn>
                  </p:par>
                  <p:par>
                    <p:cTn id="6" fill="hold" nodeType="clickEffect">
                      <p:stCondLst>
                        <p:cond delay="indefinite"/>
                      </p:stCondLst>
                      <p:childTnLst>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nodeType="clickEffect">
                      <p:stCondLst>
                        <p:cond delay="indefinite"/>
                      </p:stCondLst>
                      <p:childTnLst>
                        <p:par>
                          <p:cTn id="12" presetID="1"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nodeType="clickEffect">
                      <p:stCondLst>
                        <p:cond delay="indefinite"/>
                      </p:stCondLst>
                      <p:childTnLst>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par>
                    <p:cTn id="21" fill="hold" nodeType="clickEffect">
                      <p:stCondLst>
                        <p:cond delay="indefinite"/>
                      </p:stCondLst>
                      <p:childTnLst>
                        <p:par>
                          <p:cTn id="22" presetID="1"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par>
                    <p:cTn id="24" fill="hold" nodeType="clickEffect">
                      <p:stCondLst>
                        <p:cond delay="indefinite"/>
                      </p:stCondLst>
                      <p:childTnLst>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2"/>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3"/>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4"/>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5"/>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6"/>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7"/>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8"/>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9"/>
                                  </p:tgtEl>
                                  <p:attrNameLst>
                                    <p:attrName>style.visibility</p:attrName>
                                  </p:attrNameLst>
                                </p:cBhvr>
                                <p:to>
                                  <p:strVal val="hidden"/>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2" name="bridge-question">
            <a:extLst>
              <a:ext uri="{FF2B5EF4-FFF2-40B4-BE49-F238E27FC236}">
                <a16:creationId xmlns:a16="http://schemas.microsoft.com/office/drawing/2014/main" id="{1A302D03-6FA9-4110-B23C-0A39D0E82B6C}"/>
              </a:ext>
            </a:extLst>
          </p:cNvPr>
          <p:cNvSpPr>
            <a:spLocks noGrp="1"/>
          </p:cNvSpPr>
          <p:nvPr/>
        </p:nvSpPr>
        <p:spPr>
          <a:xfrm>
            <a:off x="952500" y="2238375"/>
            <a:ext cx="10287000" cy="2190750"/>
          </a:xfrm>
          <a:prstGeom prst="rect">
            <a:avLst/>
          </a:prstGeom>
          <a:noFill/>
          <a:ln w="0">
            <a:noFill/>
          </a:ln>
        </p:spPr>
        <p:txBody>
          <a:bodyPr lIns="0" tIns="0" rIns="0" bIns="0" anchor="ctr">
            <a:noAutofit/>
          </a:bodyPr>
          <a:lstStyle/>
          <a:p>
            <a:pPr algn="ctr">
              <a:defRPr sz="4650" b="1">
                <a:solidFill>
                  <a:srgbClr val="F4F0E8"/>
                </a:solidFill>
                <a:latin typeface="Aptos"/>
                <a:ea typeface="Aptos"/>
                <a:cs typeface="Aptos"/>
              </a:defRPr>
            </a:pPr>
            <a:r>
              <a:rPr sz="4650" b="1">
                <a:solidFill>
                  <a:srgbClr val="F4F0E8"/>
                </a:solidFill>
                <a:latin typeface="Aptos"/>
                <a:ea typeface="Aptos"/>
                <a:cs typeface="Aptos"/>
              </a:rPr>
              <a:t>What kind of game</a:t>
            </a:r>
          </a:p>
          <a:p>
            <a:pPr algn="ctr">
              <a:defRPr sz="4650" b="1">
                <a:solidFill>
                  <a:srgbClr val="F4F0E8"/>
                </a:solidFill>
                <a:latin typeface="Aptos"/>
                <a:ea typeface="Aptos"/>
                <a:cs typeface="Aptos"/>
              </a:defRPr>
            </a:pPr>
            <a:r>
              <a:rPr sz="4650" b="1">
                <a:solidFill>
                  <a:srgbClr val="F4F0E8"/>
                </a:solidFill>
                <a:latin typeface="Aptos"/>
                <a:ea typeface="Aptos"/>
                <a:cs typeface="Aptos"/>
              </a:rPr>
              <a:t>deserves this toy?</a:t>
            </a:r>
          </a:p>
        </p:txBody>
      </p:sp>
    </p:spTree>
    <p:extLst>
      <p:ext uri="{BB962C8B-B14F-4D97-AF65-F5344CB8AC3E}">
        <p14:creationId xmlns:p14="http://schemas.microsoft.com/office/powerpoint/2010/main" val="2044188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C683BF15-56C6-43AE-809A-73141648CE75}"/>
              </a:ext>
            </a:extLst>
          </p:cNvPr>
          <p:cNvSpPr>
            <a:spLocks noGrp="1"/>
          </p:cNvSpPr>
          <p:nvPr/>
        </p:nvSpPr>
        <p:spPr>
          <a:xfrm>
            <a:off x="609600" y="400050"/>
            <a:ext cx="104775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Live in a Heroes town</a:t>
            </a:r>
          </a:p>
        </p:txBody>
      </p:sp>
      <p:sp>
        <p:nvSpPr>
          <p:cNvPr id="2" name="looking">
            <a:extLst>
              <a:ext uri="{FF2B5EF4-FFF2-40B4-BE49-F238E27FC236}">
                <a16:creationId xmlns:a16="http://schemas.microsoft.com/office/drawing/2014/main" id="{78C9FFC0-279A-4DBB-AEB0-58AC6A33C5E8}"/>
              </a:ext>
            </a:extLst>
          </p:cNvPr>
          <p:cNvSpPr>
            <a:spLocks noGrp="1"/>
          </p:cNvSpPr>
          <p:nvPr/>
        </p:nvSpPr>
        <p:spPr>
          <a:xfrm>
            <a:off x="609600" y="1809750"/>
            <a:ext cx="4667250" cy="381000"/>
          </a:xfrm>
          <a:prstGeom prst="rect">
            <a:avLst/>
          </a:prstGeom>
          <a:noFill/>
          <a:ln w="0">
            <a:noFill/>
          </a:ln>
        </p:spPr>
        <p:txBody>
          <a:bodyPr lIns="0" tIns="0" rIns="0" bIns="0">
            <a:noAutofit/>
          </a:bodyPr>
          <a:lstStyle/>
          <a:p>
            <a:pPr>
              <a:defRPr sz="2025" b="1">
                <a:solidFill>
                  <a:srgbClr val="AABAC4"/>
                </a:solidFill>
                <a:latin typeface="Aptos"/>
                <a:ea typeface="Aptos"/>
                <a:cs typeface="Aptos"/>
              </a:defRPr>
            </a:pPr>
            <a:r>
              <a:rPr sz="2025" b="1">
                <a:solidFill>
                  <a:srgbClr val="AABAC4"/>
                </a:solidFill>
                <a:latin typeface="Aptos"/>
                <a:ea typeface="Aptos"/>
                <a:cs typeface="Aptos"/>
              </a:rPr>
              <a:t>LOOKING DOWN</a:t>
            </a:r>
          </a:p>
        </p:txBody>
      </p:sp>
      <p:sp>
        <p:nvSpPr>
          <p:cNvPr id="3" name="within">
            <a:extLst>
              <a:ext uri="{FF2B5EF4-FFF2-40B4-BE49-F238E27FC236}">
                <a16:creationId xmlns:a16="http://schemas.microsoft.com/office/drawing/2014/main" id="{5879474D-0C97-4324-AFE3-4B8538E1DB5E}"/>
              </a:ext>
            </a:extLst>
          </p:cNvPr>
          <p:cNvSpPr>
            <a:spLocks noGrp="1"/>
          </p:cNvSpPr>
          <p:nvPr/>
        </p:nvSpPr>
        <p:spPr>
          <a:xfrm>
            <a:off x="5562600" y="1809750"/>
            <a:ext cx="6019800" cy="3810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LIVING WITHIN</a:t>
            </a:r>
          </a:p>
        </p:txBody>
      </p:sp>
      <p:pic>
        <p:nvPicPr>
          <p:cNvPr id="11" name="Picture 10"/>
          <p:cNvPicPr>
            <a:picLocks noChangeAspect="1"/>
          </p:cNvPicPr>
          <p:nvPr/>
        </p:nvPicPr>
        <p:blipFill>
          <a:blip r:embed="rId3"/>
          <a:stretch/>
        </p:blipFill>
        <p:spPr>
          <a:xfrm>
            <a:off x="609600" y="2814280"/>
            <a:ext cx="4667250" cy="2181939"/>
          </a:xfrm>
          <a:prstGeom prst="rect">
            <a:avLst/>
          </a:prstGeom>
        </p:spPr>
      </p:pic>
      <p:pic>
        <p:nvPicPr>
          <p:cNvPr id="12" name="Picture 11"/>
          <p:cNvPicPr>
            <a:picLocks noChangeAspect="1"/>
          </p:cNvPicPr>
          <p:nvPr/>
        </p:nvPicPr>
        <p:blipFill>
          <a:blip r:embed="rId4"/>
          <a:stretch/>
        </p:blipFill>
        <p:spPr>
          <a:xfrm>
            <a:off x="5562600" y="2268431"/>
            <a:ext cx="6019800" cy="3387938"/>
          </a:xfrm>
          <a:prstGeom prst="rect">
            <a:avLst/>
          </a:prstGeom>
        </p:spPr>
      </p:pic>
      <p:sp>
        <p:nvSpPr>
          <p:cNvPr id="6" name="credit">
            <a:extLst>
              <a:ext uri="{FF2B5EF4-FFF2-40B4-BE49-F238E27FC236}">
                <a16:creationId xmlns:a16="http://schemas.microsoft.com/office/drawing/2014/main" id="{A333870A-736A-407E-95BB-D397C2CEA9FF}"/>
              </a:ext>
            </a:extLst>
          </p:cNvPr>
          <p:cNvSpPr>
            <a:spLocks noGrp="1"/>
          </p:cNvSpPr>
          <p:nvPr/>
        </p:nvSpPr>
        <p:spPr>
          <a:xfrm>
            <a:off x="609600" y="5762625"/>
            <a:ext cx="4667250" cy="285750"/>
          </a:xfrm>
          <a:prstGeom prst="rect">
            <a:avLst/>
          </a:prstGeom>
          <a:noFill/>
          <a:ln w="0">
            <a:noFill/>
          </a:ln>
        </p:spPr>
        <p:txBody>
          <a:bodyPr lIns="0" tIns="0" rIns="0" bIns="0">
            <a:noAutofit/>
          </a:bodyPr>
          <a:lstStyle/>
          <a:p>
            <a:pPr>
              <a:defRPr sz="1350" b="0">
                <a:solidFill>
                  <a:srgbClr val="AABAC4"/>
                </a:solidFill>
                <a:latin typeface="Aptos"/>
                <a:ea typeface="Aptos"/>
                <a:cs typeface="Aptos"/>
              </a:defRPr>
            </a:pPr>
            <a:r>
              <a:rPr sz="1350" b="0">
                <a:solidFill>
                  <a:srgbClr val="AABAC4"/>
                </a:solidFill>
                <a:latin typeface="Aptos"/>
                <a:ea typeface="Aptos"/>
                <a:cs typeface="Aptos"/>
              </a:rPr>
              <a:t>Heroes III Castle town reference</a:t>
            </a:r>
          </a:p>
        </p:txBody>
      </p:sp>
      <p:sp>
        <p:nvSpPr>
          <p:cNvPr id="7" name="perspective">
            <a:extLst>
              <a:ext uri="{FF2B5EF4-FFF2-40B4-BE49-F238E27FC236}">
                <a16:creationId xmlns:a16="http://schemas.microsoft.com/office/drawing/2014/main" id="{1C4B58C1-5F59-49E4-A19B-D36CAA6CF3EA}"/>
              </a:ext>
            </a:extLst>
          </p:cNvPr>
          <p:cNvSpPr>
            <a:spLocks noGrp="1"/>
          </p:cNvSpPr>
          <p:nvPr/>
        </p:nvSpPr>
        <p:spPr>
          <a:xfrm>
            <a:off x="5562600" y="5762625"/>
            <a:ext cx="6019800" cy="3810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STRATEGY VIEW TO GROUND LEVEL</a:t>
            </a:r>
          </a:p>
        </p:txBody>
      </p:sp>
    </p:spTree>
    <p:extLst>
      <p:ext uri="{BB962C8B-B14F-4D97-AF65-F5344CB8AC3E}">
        <p14:creationId xmlns:p14="http://schemas.microsoft.com/office/powerpoint/2010/main" val="1130700491"/>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12"/>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3FC33E3B-62CC-4E8F-BA8F-7595E5E6BE6C}"/>
              </a:ext>
            </a:extLst>
          </p:cNvPr>
          <p:cNvSpPr>
            <a:spLocks noGrp="1"/>
          </p:cNvSpPr>
          <p:nvPr/>
        </p:nvSpPr>
        <p:spPr>
          <a:xfrm>
            <a:off x="609600" y="333375"/>
            <a:ext cx="10858500" cy="66675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Live there. Watch it grow.</a:t>
            </a:r>
          </a:p>
        </p:txBody>
      </p:sp>
      <p:pic>
        <p:nvPicPr>
          <p:cNvPr id="8" name="Picture 7"/>
          <p:cNvPicPr>
            <a:picLocks noChangeAspect="1"/>
          </p:cNvPicPr>
          <p:nvPr/>
        </p:nvPicPr>
        <p:blipFill>
          <a:blip r:embed="rId3"/>
          <a:stretch/>
        </p:blipFill>
        <p:spPr>
          <a:xfrm>
            <a:off x="1781175" y="1210171"/>
            <a:ext cx="8629650" cy="4856759"/>
          </a:xfrm>
          <a:prstGeom prst="rect">
            <a:avLst/>
          </a:prstGeom>
        </p:spPr>
      </p:pic>
      <p:pic>
        <p:nvPicPr>
          <p:cNvPr id="9" name="Picture 8"/>
          <p:cNvPicPr>
            <a:picLocks noChangeAspect="1"/>
          </p:cNvPicPr>
          <p:nvPr/>
        </p:nvPicPr>
        <p:blipFill>
          <a:blip r:embed="rId4"/>
          <a:stretch/>
        </p:blipFill>
        <p:spPr>
          <a:xfrm>
            <a:off x="1781175" y="1210171"/>
            <a:ext cx="8629650" cy="4856759"/>
          </a:xfrm>
          <a:prstGeom prst="rect">
            <a:avLst/>
          </a:prstGeom>
        </p:spPr>
      </p:pic>
      <p:pic>
        <p:nvPicPr>
          <p:cNvPr id="10" name="Picture 9"/>
          <p:cNvPicPr>
            <a:picLocks noChangeAspect="1"/>
          </p:cNvPicPr>
          <p:nvPr/>
        </p:nvPicPr>
        <p:blipFill>
          <a:blip r:embed="rId5"/>
          <a:stretch/>
        </p:blipFill>
        <p:spPr>
          <a:xfrm>
            <a:off x="1781175" y="1210171"/>
            <a:ext cx="8629650" cy="4856759"/>
          </a:xfrm>
          <a:prstGeom prst="rect">
            <a:avLst/>
          </a:prstGeom>
        </p:spPr>
      </p:pic>
      <p:sp>
        <p:nvSpPr>
          <p:cNvPr id="5" name="build">
            <a:extLst>
              <a:ext uri="{FF2B5EF4-FFF2-40B4-BE49-F238E27FC236}">
                <a16:creationId xmlns:a16="http://schemas.microsoft.com/office/drawing/2014/main" id="{28EEC78C-A217-4D6E-A73D-E187ECBB4203}"/>
              </a:ext>
            </a:extLst>
          </p:cNvPr>
          <p:cNvSpPr>
            <a:spLocks noGrp="1"/>
          </p:cNvSpPr>
          <p:nvPr/>
        </p:nvSpPr>
        <p:spPr>
          <a:xfrm>
            <a:off x="1781175" y="6238875"/>
            <a:ext cx="8629650" cy="3429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BUILD IT OVER TIME</a:t>
            </a:r>
          </a:p>
        </p:txBody>
      </p:sp>
      <p:sp>
        <p:nvSpPr>
          <p:cNvPr id="6" name="return">
            <a:extLst>
              <a:ext uri="{FF2B5EF4-FFF2-40B4-BE49-F238E27FC236}">
                <a16:creationId xmlns:a16="http://schemas.microsoft.com/office/drawing/2014/main" id="{51BA6E36-7B08-48DC-8AC4-BEFD7ED73345}"/>
              </a:ext>
            </a:extLst>
          </p:cNvPr>
          <p:cNvSpPr>
            <a:spLocks noGrp="1"/>
          </p:cNvSpPr>
          <p:nvPr/>
        </p:nvSpPr>
        <p:spPr>
          <a:xfrm>
            <a:off x="1781175" y="6238875"/>
            <a:ext cx="8629650" cy="3429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SEE THE PROGRESS WHEN YOU RETURN</a:t>
            </a:r>
          </a:p>
        </p:txBody>
      </p:sp>
    </p:spTree>
    <p:extLst>
      <p:ext uri="{BB962C8B-B14F-4D97-AF65-F5344CB8AC3E}">
        <p14:creationId xmlns:p14="http://schemas.microsoft.com/office/powerpoint/2010/main" val="626233961"/>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xit" presetSubtype="0" fill="hold" nodeType="withEffect">
                            <p:stCondLst>
                              <p:cond delay="0"/>
                            </p:stCondLst>
                            <p:childTnLst>
                              <p:set>
                                <p:cBhvr>
                                  <p:cTn id="5" dur="1" fill="hold">
                                    <p:stCondLst>
                                      <p:cond delay="0"/>
                                    </p:stCondLst>
                                  </p:cTn>
                                  <p:tgtEl>
                                    <p:spTgt spid="8"/>
                                  </p:tgtEl>
                                  <p:attrNameLst>
                                    <p:attrName>style.visibility</p:attrName>
                                  </p:attrNameLst>
                                </p:cBhvr>
                                <p:to>
                                  <p:strVal val="hidden"/>
                                </p:to>
                              </p:set>
                            </p:childTnLst>
                          </p:cTn>
                        </p:par>
                        <p:par>
                          <p:cTn id="6" presetID="1" presetClass="entr" presetSubtype="0" fill="hold"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par>
                    <p:cTn id="10" fill="hold" nodeType="clickEffect">
                      <p:stCondLst>
                        <p:cond delay="indefinite"/>
                      </p:stCondLst>
                      <p:childTnLst>
                        <p:par>
                          <p:cTn id="11" presetID="1" presetClass="exit" presetSubtype="0" fill="hold"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971CCDFD-44DA-4F3F-9300-BF5689327214}"/>
              </a:ext>
            </a:extLst>
          </p:cNvPr>
          <p:cNvSpPr>
            <a:spLocks noGrp="1"/>
          </p:cNvSpPr>
          <p:nvPr/>
        </p:nvSpPr>
        <p:spPr>
          <a:xfrm>
            <a:off x="609600" y="400050"/>
            <a:ext cx="104775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A local mystery</a:t>
            </a:r>
          </a:p>
        </p:txBody>
      </p:sp>
      <p:pic>
        <p:nvPicPr>
          <p:cNvPr id="7" name="Picture 6"/>
          <p:cNvPicPr>
            <a:picLocks noChangeAspect="1"/>
          </p:cNvPicPr>
          <p:nvPr/>
        </p:nvPicPr>
        <p:blipFill>
          <a:blip r:embed="rId3"/>
          <a:stretch/>
        </p:blipFill>
        <p:spPr>
          <a:xfrm>
            <a:off x="1781175" y="1467346"/>
            <a:ext cx="8629650" cy="4856759"/>
          </a:xfrm>
          <a:prstGeom prst="rect">
            <a:avLst/>
          </a:prstGeom>
        </p:spPr>
      </p:pic>
      <p:pic>
        <p:nvPicPr>
          <p:cNvPr id="8" name="Picture 7"/>
          <p:cNvPicPr>
            <a:picLocks noChangeAspect="1"/>
          </p:cNvPicPr>
          <p:nvPr/>
        </p:nvPicPr>
        <p:blipFill>
          <a:blip r:embed="rId3"/>
          <a:stretch/>
        </p:blipFill>
        <p:spPr>
          <a:xfrm>
            <a:off x="610936" y="2324100"/>
            <a:ext cx="5026528" cy="2828925"/>
          </a:xfrm>
          <a:prstGeom prst="rect">
            <a:avLst/>
          </a:prstGeom>
        </p:spPr>
      </p:pic>
      <p:sp>
        <p:nvSpPr>
          <p:cNvPr id="4" name="trail">
            <a:extLst>
              <a:ext uri="{FF2B5EF4-FFF2-40B4-BE49-F238E27FC236}">
                <a16:creationId xmlns:a16="http://schemas.microsoft.com/office/drawing/2014/main" id="{E5A64126-7FEC-4B57-8923-16AFAD784051}"/>
              </a:ext>
            </a:extLst>
          </p:cNvPr>
          <p:cNvSpPr>
            <a:spLocks noGrp="1"/>
          </p:cNvSpPr>
          <p:nvPr/>
        </p:nvSpPr>
        <p:spPr>
          <a:xfrm>
            <a:off x="6172200" y="2286000"/>
            <a:ext cx="5410200" cy="76200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THE TRAIL LEADS OUTWARD</a:t>
            </a:r>
          </a:p>
        </p:txBody>
      </p:sp>
      <p:sp>
        <p:nvSpPr>
          <p:cNvPr id="5" name="poison">
            <a:extLst>
              <a:ext uri="{FF2B5EF4-FFF2-40B4-BE49-F238E27FC236}">
                <a16:creationId xmlns:a16="http://schemas.microsoft.com/office/drawing/2014/main" id="{10118ABE-D30E-4517-B9C6-C14C615D08A3}"/>
              </a:ext>
            </a:extLst>
          </p:cNvPr>
          <p:cNvSpPr>
            <a:spLocks noGrp="1"/>
          </p:cNvSpPr>
          <p:nvPr/>
        </p:nvSpPr>
        <p:spPr>
          <a:xfrm>
            <a:off x="6172200" y="3390900"/>
            <a:ext cx="5410200" cy="1409700"/>
          </a:xfrm>
          <a:prstGeom prst="rect">
            <a:avLst/>
          </a:prstGeom>
          <a:noFill/>
          <a:ln w="0">
            <a:noFill/>
          </a:ln>
        </p:spPr>
        <p:txBody>
          <a:bodyPr lIns="0" tIns="0" rIns="0" bIns="0">
            <a:noAutofit/>
          </a:bodyPr>
          <a:lstStyle/>
          <a:p>
            <a:pPr>
              <a:defRPr sz="2775" b="1">
                <a:solidFill>
                  <a:srgbClr val="F4F0E8"/>
                </a:solidFill>
                <a:latin typeface="Aptos"/>
                <a:ea typeface="Aptos"/>
                <a:cs typeface="Aptos"/>
              </a:defRPr>
            </a:pPr>
            <a:r>
              <a:rPr sz="2775" b="1">
                <a:solidFill>
                  <a:srgbClr val="F4F0E8"/>
                </a:solidFill>
                <a:latin typeface="Aptos"/>
                <a:ea typeface="Aptos"/>
                <a:cs typeface="Aptos"/>
              </a:rPr>
              <a:t>The poison that will kill</a:t>
            </a:r>
          </a:p>
          <a:p>
            <a:pPr>
              <a:defRPr sz="2775" b="1">
                <a:solidFill>
                  <a:srgbClr val="F4F0E8"/>
                </a:solidFill>
                <a:latin typeface="Aptos"/>
                <a:ea typeface="Aptos"/>
                <a:cs typeface="Aptos"/>
              </a:defRPr>
            </a:pPr>
            <a:r>
              <a:rPr sz="2775" b="1">
                <a:solidFill>
                  <a:srgbClr val="F4F0E8"/>
                </a:solidFill>
                <a:latin typeface="Aptos"/>
                <a:ea typeface="Aptos"/>
                <a:cs typeface="Aptos"/>
              </a:rPr>
              <a:t>King Nicolas Gryphonheart</a:t>
            </a:r>
          </a:p>
        </p:txBody>
      </p:sp>
    </p:spTree>
    <p:extLst>
      <p:ext uri="{BB962C8B-B14F-4D97-AF65-F5344CB8AC3E}">
        <p14:creationId xmlns:p14="http://schemas.microsoft.com/office/powerpoint/2010/main" val="324269573"/>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xit" presetSubtype="0" fill="hold" nodeType="withEffect">
                            <p:stCondLst>
                              <p:cond delay="0"/>
                            </p:stCondLst>
                            <p:childTnLst>
                              <p:set>
                                <p:cBhvr>
                                  <p:cTn id="5" dur="1" fill="hold">
                                    <p:stCondLst>
                                      <p:cond delay="0"/>
                                    </p:stCondLst>
                                  </p:cTn>
                                  <p:tgtEl>
                                    <p:spTgt spid="7"/>
                                  </p:tgtEl>
                                  <p:attrNameLst>
                                    <p:attrName>style.visibility</p:attrName>
                                  </p:attrNameLst>
                                </p:cBhvr>
                                <p:to>
                                  <p:strVal val="hidden"/>
                                </p:to>
                              </p:set>
                            </p:childTnLst>
                          </p:cTn>
                        </p:par>
                        <p:par>
                          <p:cTn id="6" presetID="1"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nodeType="clickEffect">
                      <p:stCondLst>
                        <p:cond delay="indefinite"/>
                      </p:stCondLst>
                      <p:childTnLst>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D1ADFB9A-7A14-45A6-BAFD-1D2788F05E85}"/>
              </a:ext>
            </a:extLst>
          </p:cNvPr>
          <p:cNvSpPr>
            <a:spLocks noGrp="1"/>
          </p:cNvSpPr>
          <p:nvPr/>
        </p:nvSpPr>
        <p:spPr>
          <a:xfrm>
            <a:off x="609600" y="400050"/>
            <a:ext cx="104775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Explore the Heroes world</a:t>
            </a:r>
          </a:p>
        </p:txBody>
      </p:sp>
      <p:sp>
        <p:nvSpPr>
          <p:cNvPr id="2" name="map-label">
            <a:extLst>
              <a:ext uri="{FF2B5EF4-FFF2-40B4-BE49-F238E27FC236}">
                <a16:creationId xmlns:a16="http://schemas.microsoft.com/office/drawing/2014/main" id="{BC4F9C69-5B2B-49CD-A088-4DB552E98C8A}"/>
              </a:ext>
            </a:extLst>
          </p:cNvPr>
          <p:cNvSpPr>
            <a:spLocks noGrp="1"/>
          </p:cNvSpPr>
          <p:nvPr/>
        </p:nvSpPr>
        <p:spPr>
          <a:xfrm>
            <a:off x="609600" y="1905000"/>
            <a:ext cx="3810000" cy="381000"/>
          </a:xfrm>
          <a:prstGeom prst="rect">
            <a:avLst/>
          </a:prstGeom>
          <a:noFill/>
          <a:ln w="0">
            <a:noFill/>
          </a:ln>
        </p:spPr>
        <p:txBody>
          <a:bodyPr lIns="0" tIns="0" rIns="0" bIns="0">
            <a:noAutofit/>
          </a:bodyPr>
          <a:lstStyle/>
          <a:p>
            <a:pPr>
              <a:defRPr sz="1875" b="1">
                <a:solidFill>
                  <a:srgbClr val="AABAC4"/>
                </a:solidFill>
                <a:latin typeface="Aptos"/>
                <a:ea typeface="Aptos"/>
                <a:cs typeface="Aptos"/>
              </a:defRPr>
            </a:pPr>
            <a:r>
              <a:rPr sz="1875" b="1">
                <a:solidFill>
                  <a:srgbClr val="AABAC4"/>
                </a:solidFill>
                <a:latin typeface="Aptos"/>
                <a:ea typeface="Aptos"/>
                <a:cs typeface="Aptos"/>
              </a:rPr>
              <a:t>ON THE ADVENTURE MAP</a:t>
            </a:r>
          </a:p>
        </p:txBody>
      </p:sp>
      <p:sp>
        <p:nvSpPr>
          <p:cNvPr id="3" name="place-label">
            <a:extLst>
              <a:ext uri="{FF2B5EF4-FFF2-40B4-BE49-F238E27FC236}">
                <a16:creationId xmlns:a16="http://schemas.microsoft.com/office/drawing/2014/main" id="{EC2CDA25-DF7D-4665-AC89-0AC038BA54B0}"/>
              </a:ext>
            </a:extLst>
          </p:cNvPr>
          <p:cNvSpPr>
            <a:spLocks noGrp="1"/>
          </p:cNvSpPr>
          <p:nvPr/>
        </p:nvSpPr>
        <p:spPr>
          <a:xfrm>
            <a:off x="4572000" y="1905000"/>
            <a:ext cx="7010400" cy="3810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A PLACE TO EXPLORE</a:t>
            </a:r>
          </a:p>
        </p:txBody>
      </p:sp>
      <p:pic>
        <p:nvPicPr>
          <p:cNvPr id="12" name="Picture 11"/>
          <p:cNvPicPr>
            <a:picLocks noChangeAspect="1"/>
          </p:cNvPicPr>
          <p:nvPr/>
        </p:nvPicPr>
        <p:blipFill>
          <a:blip r:embed="rId3"/>
          <a:stretch/>
        </p:blipFill>
        <p:spPr>
          <a:xfrm>
            <a:off x="1038225" y="3143250"/>
            <a:ext cx="2667000" cy="1828800"/>
          </a:xfrm>
          <a:prstGeom prst="rect">
            <a:avLst/>
          </a:prstGeom>
        </p:spPr>
      </p:pic>
      <p:pic>
        <p:nvPicPr>
          <p:cNvPr id="13" name="Picture 12"/>
          <p:cNvPicPr>
            <a:picLocks noChangeAspect="1"/>
          </p:cNvPicPr>
          <p:nvPr/>
        </p:nvPicPr>
        <p:blipFill>
          <a:blip r:embed="rId4"/>
          <a:stretch/>
        </p:blipFill>
        <p:spPr>
          <a:xfrm>
            <a:off x="4573862" y="2428875"/>
            <a:ext cx="7006675" cy="3943350"/>
          </a:xfrm>
          <a:prstGeom prst="rect">
            <a:avLst/>
          </a:prstGeom>
        </p:spPr>
      </p:pic>
      <p:sp>
        <p:nvSpPr>
          <p:cNvPr id="6" name="reference-credit">
            <a:extLst>
              <a:ext uri="{FF2B5EF4-FFF2-40B4-BE49-F238E27FC236}">
                <a16:creationId xmlns:a16="http://schemas.microsoft.com/office/drawing/2014/main" id="{D08C0C26-132B-4E3B-A231-B7F5BD6932B8}"/>
              </a:ext>
            </a:extLst>
          </p:cNvPr>
          <p:cNvSpPr>
            <a:spLocks noGrp="1"/>
          </p:cNvSpPr>
          <p:nvPr/>
        </p:nvSpPr>
        <p:spPr>
          <a:xfrm>
            <a:off x="609600" y="5276850"/>
            <a:ext cx="3762375" cy="285750"/>
          </a:xfrm>
          <a:prstGeom prst="rect">
            <a:avLst/>
          </a:prstGeom>
          <a:noFill/>
          <a:ln w="0">
            <a:noFill/>
          </a:ln>
        </p:spPr>
        <p:txBody>
          <a:bodyPr lIns="0" tIns="0" rIns="0" bIns="0">
            <a:noAutofit/>
          </a:bodyPr>
          <a:lstStyle/>
          <a:p>
            <a:pPr>
              <a:defRPr sz="1350" b="0">
                <a:solidFill>
                  <a:srgbClr val="AABAC4"/>
                </a:solidFill>
                <a:latin typeface="Aptos"/>
                <a:ea typeface="Aptos"/>
                <a:cs typeface="Aptos"/>
              </a:defRPr>
            </a:pPr>
            <a:r>
              <a:rPr sz="1350" b="0">
                <a:solidFill>
                  <a:srgbClr val="AABAC4"/>
                </a:solidFill>
                <a:latin typeface="Aptos"/>
                <a:ea typeface="Aptos"/>
                <a:cs typeface="Aptos"/>
              </a:rPr>
              <a:t>Heroes III map object</a:t>
            </a:r>
          </a:p>
        </p:txBody>
      </p:sp>
      <p:sp>
        <p:nvSpPr>
          <p:cNvPr id="7" name="same-world">
            <a:extLst>
              <a:ext uri="{FF2B5EF4-FFF2-40B4-BE49-F238E27FC236}">
                <a16:creationId xmlns:a16="http://schemas.microsoft.com/office/drawing/2014/main" id="{737CEB24-8175-47D0-9918-FDE8FE798507}"/>
              </a:ext>
            </a:extLst>
          </p:cNvPr>
          <p:cNvSpPr>
            <a:spLocks noGrp="1"/>
          </p:cNvSpPr>
          <p:nvPr/>
        </p:nvSpPr>
        <p:spPr>
          <a:xfrm>
            <a:off x="609600" y="5753100"/>
            <a:ext cx="3762375" cy="752475"/>
          </a:xfrm>
          <a:prstGeom prst="rect">
            <a:avLst/>
          </a:prstGeom>
          <a:noFill/>
          <a:ln w="0">
            <a:noFill/>
          </a:ln>
        </p:spPr>
        <p:txBody>
          <a:bodyPr lIns="0" tIns="0" rIns="0" bIns="0">
            <a:noAutofit/>
          </a:bodyPr>
          <a:lstStyle/>
          <a:p>
            <a:pPr>
              <a:defRPr sz="1875" b="1">
                <a:solidFill>
                  <a:srgbClr val="DDB968"/>
                </a:solidFill>
                <a:latin typeface="Aptos"/>
                <a:ea typeface="Aptos"/>
                <a:cs typeface="Aptos"/>
              </a:defRPr>
            </a:pPr>
            <a:r>
              <a:rPr sz="1875" b="1">
                <a:solidFill>
                  <a:srgbClr val="DDB968"/>
                </a:solidFill>
                <a:latin typeface="Aptos"/>
                <a:ea typeface="Aptos"/>
                <a:cs typeface="Aptos"/>
              </a:rPr>
              <a:t>SAME WORLD.</a:t>
            </a:r>
          </a:p>
          <a:p>
            <a:pPr>
              <a:defRPr sz="1875" b="1">
                <a:solidFill>
                  <a:srgbClr val="DDB968"/>
                </a:solidFill>
                <a:latin typeface="Aptos"/>
                <a:ea typeface="Aptos"/>
                <a:cs typeface="Aptos"/>
              </a:defRPr>
            </a:pPr>
            <a:r>
              <a:rPr sz="1875" b="1">
                <a:solidFill>
                  <a:srgbClr val="DDB968"/>
                </a:solidFill>
                <a:latin typeface="Aptos"/>
                <a:ea typeface="Aptos"/>
                <a:cs typeface="Aptos"/>
              </a:rPr>
              <a:t>NEW PERSPECTIVE.</a:t>
            </a:r>
          </a:p>
        </p:txBody>
      </p:sp>
      <p:sp>
        <p:nvSpPr>
          <p:cNvPr id="8" name="investigation">
            <a:extLst>
              <a:ext uri="{FF2B5EF4-FFF2-40B4-BE49-F238E27FC236}">
                <a16:creationId xmlns:a16="http://schemas.microsoft.com/office/drawing/2014/main" id="{BF6A9072-0D19-4398-91AB-8E315059A152}"/>
              </a:ext>
            </a:extLst>
          </p:cNvPr>
          <p:cNvSpPr>
            <a:spLocks noGrp="1"/>
          </p:cNvSpPr>
          <p:nvPr/>
        </p:nvSpPr>
        <p:spPr>
          <a:xfrm>
            <a:off x="609600" y="5753100"/>
            <a:ext cx="3762375" cy="752475"/>
          </a:xfrm>
          <a:prstGeom prst="rect">
            <a:avLst/>
          </a:prstGeom>
          <a:noFill/>
          <a:ln w="0">
            <a:noFill/>
          </a:ln>
        </p:spPr>
        <p:txBody>
          <a:bodyPr lIns="0" tIns="0" rIns="0" bIns="0">
            <a:noAutofit/>
          </a:bodyPr>
          <a:lstStyle/>
          <a:p>
            <a:pPr>
              <a:defRPr sz="1875" b="1">
                <a:solidFill>
                  <a:srgbClr val="DDB968"/>
                </a:solidFill>
                <a:latin typeface="Aptos"/>
                <a:ea typeface="Aptos"/>
                <a:cs typeface="Aptos"/>
              </a:defRPr>
            </a:pPr>
            <a:r>
              <a:rPr sz="1875" b="1">
                <a:solidFill>
                  <a:srgbClr val="DDB968"/>
                </a:solidFill>
                <a:latin typeface="Aptos"/>
                <a:ea typeface="Aptos"/>
                <a:cs typeface="Aptos"/>
              </a:rPr>
              <a:t>INVESTIGATION</a:t>
            </a:r>
          </a:p>
          <a:p>
            <a:pPr>
              <a:defRPr sz="1875" b="1">
                <a:solidFill>
                  <a:srgbClr val="DDB968"/>
                </a:solidFill>
                <a:latin typeface="Aptos"/>
                <a:ea typeface="Aptos"/>
                <a:cs typeface="Aptos"/>
              </a:defRPr>
            </a:pPr>
            <a:r>
              <a:rPr sz="1875" b="1">
                <a:solidFill>
                  <a:srgbClr val="DDB968"/>
                </a:solidFill>
                <a:latin typeface="Aptos"/>
                <a:ea typeface="Aptos"/>
                <a:cs typeface="Aptos"/>
              </a:rPr>
              <a:t>DRIVES EXPLORATION</a:t>
            </a:r>
          </a:p>
        </p:txBody>
      </p:sp>
    </p:spTree>
    <p:extLst>
      <p:ext uri="{BB962C8B-B14F-4D97-AF65-F5344CB8AC3E}">
        <p14:creationId xmlns:p14="http://schemas.microsoft.com/office/powerpoint/2010/main" val="382953182"/>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13"/>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childTnLst>
                          </p:cTn>
                        </p:par>
                      </p:childTnLst>
                    </p:cTn>
                  </p:par>
                  <p:par>
                    <p:cTn id="8" fill="hold" nodeType="clickEffect">
                      <p:stCondLst>
                        <p:cond delay="indefinite"/>
                      </p:stCondLst>
                      <p:childTnLst>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nodeType="clickEffect">
                      <p:stCondLst>
                        <p:cond delay="indefinite"/>
                      </p:stCondLst>
                      <p:childTnLst>
                        <p:par>
                          <p:cTn id="12" presetID="1" presetClass="exit" presetSubtype="0" fill="hold" nodeType="withEffect">
                            <p:stCondLst>
                              <p:cond delay="0"/>
                            </p:stCondLst>
                            <p:childTnLst>
                              <p:set>
                                <p:cBhvr>
                                  <p:cTn id="13" dur="1" fill="hold">
                                    <p:stCondLst>
                                      <p:cond delay="0"/>
                                    </p:stCondLst>
                                  </p:cTn>
                                  <p:tgtEl>
                                    <p:spTgt spid="7"/>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E4A01640-F138-4956-B379-99FDDA80D581}"/>
              </a:ext>
            </a:extLst>
          </p:cNvPr>
          <p:cNvSpPr>
            <a:spLocks noGrp="1"/>
          </p:cNvSpPr>
          <p:nvPr/>
        </p:nvSpPr>
        <p:spPr>
          <a:xfrm>
            <a:off x="609600" y="400050"/>
            <a:ext cx="106680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The story behind the ruins</a:t>
            </a:r>
          </a:p>
        </p:txBody>
      </p:sp>
      <p:pic>
        <p:nvPicPr>
          <p:cNvPr id="13" name="Picture 12"/>
          <p:cNvPicPr>
            <a:picLocks noChangeAspect="1"/>
          </p:cNvPicPr>
          <p:nvPr/>
        </p:nvPicPr>
        <p:blipFill>
          <a:blip r:embed="rId3"/>
          <a:stretch/>
        </p:blipFill>
        <p:spPr>
          <a:xfrm>
            <a:off x="5810726" y="1733550"/>
            <a:ext cx="5771199" cy="3248025"/>
          </a:xfrm>
          <a:prstGeom prst="rect">
            <a:avLst/>
          </a:prstGeom>
        </p:spPr>
      </p:pic>
      <p:sp>
        <p:nvSpPr>
          <p:cNvPr id="3" name="city">
            <a:extLst>
              <a:ext uri="{FF2B5EF4-FFF2-40B4-BE49-F238E27FC236}">
                <a16:creationId xmlns:a16="http://schemas.microsoft.com/office/drawing/2014/main" id="{0B1AFAC0-1DD0-43E5-8242-BF333404E4EA}"/>
              </a:ext>
            </a:extLst>
          </p:cNvPr>
          <p:cNvSpPr>
            <a:spLocks noGrp="1"/>
          </p:cNvSpPr>
          <p:nvPr/>
        </p:nvSpPr>
        <p:spPr>
          <a:xfrm>
            <a:off x="609600" y="1790700"/>
            <a:ext cx="4953000" cy="419100"/>
          </a:xfrm>
          <a:prstGeom prst="rect">
            <a:avLst/>
          </a:prstGeom>
          <a:noFill/>
          <a:ln w="0">
            <a:noFill/>
          </a:ln>
        </p:spPr>
        <p:txBody>
          <a:bodyPr lIns="0" tIns="0" rIns="0" bIns="0">
            <a:noAutofit/>
          </a:bodyPr>
          <a:lstStyle/>
          <a:p>
            <a:pPr>
              <a:defRPr sz="2175" b="1">
                <a:solidFill>
                  <a:srgbClr val="AABAC4"/>
                </a:solidFill>
                <a:latin typeface="Aptos"/>
                <a:ea typeface="Aptos"/>
                <a:cs typeface="Aptos"/>
              </a:defRPr>
            </a:pPr>
            <a:r>
              <a:rPr sz="2175" b="1">
                <a:solidFill>
                  <a:srgbClr val="AABAC4"/>
                </a:solidFill>
                <a:latin typeface="Aptos"/>
                <a:ea typeface="Aptos"/>
                <a:cs typeface="Aptos"/>
              </a:rPr>
              <a:t>THE NEARBY CITY FALLS</a:t>
            </a:r>
          </a:p>
        </p:txBody>
      </p:sp>
      <p:sp>
        <p:nvSpPr>
          <p:cNvPr id="4" name="city-detail">
            <a:extLst>
              <a:ext uri="{FF2B5EF4-FFF2-40B4-BE49-F238E27FC236}">
                <a16:creationId xmlns:a16="http://schemas.microsoft.com/office/drawing/2014/main" id="{A78E3D19-147F-432C-AF25-7E5BBDC98D6B}"/>
              </a:ext>
            </a:extLst>
          </p:cNvPr>
          <p:cNvSpPr>
            <a:spLocks noGrp="1"/>
          </p:cNvSpPr>
          <p:nvPr/>
        </p:nvSpPr>
        <p:spPr>
          <a:xfrm>
            <a:off x="609600" y="2257425"/>
            <a:ext cx="4953000" cy="381000"/>
          </a:xfrm>
          <a:prstGeom prst="rect">
            <a:avLst/>
          </a:prstGeom>
          <a:noFill/>
          <a:ln w="0">
            <a:noFill/>
          </a:ln>
        </p:spPr>
        <p:txBody>
          <a:bodyPr lIns="0" tIns="0" rIns="0" bIns="0">
            <a:noAutofit/>
          </a:bodyPr>
          <a:lstStyle/>
          <a:p>
            <a:pPr>
              <a:defRPr sz="1725" b="0">
                <a:solidFill>
                  <a:srgbClr val="AABAC4"/>
                </a:solidFill>
                <a:latin typeface="Aptos"/>
                <a:ea typeface="Aptos"/>
                <a:cs typeface="Aptos"/>
              </a:defRPr>
            </a:pPr>
            <a:r>
              <a:rPr sz="1725" b="0">
                <a:solidFill>
                  <a:srgbClr val="AABAC4"/>
                </a:solidFill>
                <a:latin typeface="Aptos"/>
                <a:ea typeface="Aptos"/>
                <a:cs typeface="Aptos"/>
              </a:rPr>
              <a:t>The second-to-last major battle</a:t>
            </a:r>
          </a:p>
        </p:txBody>
      </p:sp>
      <p:sp>
        <p:nvSpPr>
          <p:cNvPr id="5" name="retreat">
            <a:extLst>
              <a:ext uri="{FF2B5EF4-FFF2-40B4-BE49-F238E27FC236}">
                <a16:creationId xmlns:a16="http://schemas.microsoft.com/office/drawing/2014/main" id="{70CF5393-A414-4320-BB51-08788F280B60}"/>
              </a:ext>
            </a:extLst>
          </p:cNvPr>
          <p:cNvSpPr>
            <a:spLocks noGrp="1"/>
          </p:cNvSpPr>
          <p:nvPr/>
        </p:nvSpPr>
        <p:spPr>
          <a:xfrm>
            <a:off x="609600" y="2905125"/>
            <a:ext cx="4953000" cy="419100"/>
          </a:xfrm>
          <a:prstGeom prst="rect">
            <a:avLst/>
          </a:prstGeom>
          <a:noFill/>
          <a:ln w="0">
            <a:noFill/>
          </a:ln>
        </p:spPr>
        <p:txBody>
          <a:bodyPr lIns="0" tIns="0" rIns="0" bIns="0">
            <a:noAutofit/>
          </a:bodyPr>
          <a:lstStyle/>
          <a:p>
            <a:pPr>
              <a:defRPr sz="2175" b="1">
                <a:solidFill>
                  <a:srgbClr val="AABAC4"/>
                </a:solidFill>
                <a:latin typeface="Aptos"/>
                <a:ea typeface="Aptos"/>
                <a:cs typeface="Aptos"/>
              </a:defRPr>
            </a:pPr>
            <a:r>
              <a:rPr sz="2175" b="1">
                <a:solidFill>
                  <a:srgbClr val="AABAC4"/>
                </a:solidFill>
                <a:latin typeface="Aptos"/>
                <a:ea typeface="Aptos"/>
                <a:cs typeface="Aptos"/>
              </a:rPr>
              <a:t>SURVIVORS RETREAT HOME</a:t>
            </a:r>
          </a:p>
        </p:txBody>
      </p:sp>
      <p:sp>
        <p:nvSpPr>
          <p:cNvPr id="6" name="defence">
            <a:extLst>
              <a:ext uri="{FF2B5EF4-FFF2-40B4-BE49-F238E27FC236}">
                <a16:creationId xmlns:a16="http://schemas.microsoft.com/office/drawing/2014/main" id="{6F6F052A-C574-47EA-BDBD-AB8EFA6DB35E}"/>
              </a:ext>
            </a:extLst>
          </p:cNvPr>
          <p:cNvSpPr>
            <a:spLocks noGrp="1"/>
          </p:cNvSpPr>
          <p:nvPr/>
        </p:nvSpPr>
        <p:spPr>
          <a:xfrm>
            <a:off x="609600" y="3962400"/>
            <a:ext cx="4953000" cy="41910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FINAL DEFENCE: THE TOWN</a:t>
            </a:r>
          </a:p>
        </p:txBody>
      </p:sp>
      <p:sp>
        <p:nvSpPr>
          <p:cNvPr id="7" name="home-cue">
            <a:extLst>
              <a:ext uri="{FF2B5EF4-FFF2-40B4-BE49-F238E27FC236}">
                <a16:creationId xmlns:a16="http://schemas.microsoft.com/office/drawing/2014/main" id="{C8648E7D-1C41-4B13-B20B-2BF2E0AFDF85}"/>
              </a:ext>
            </a:extLst>
          </p:cNvPr>
          <p:cNvSpPr>
            <a:spLocks noGrp="1"/>
          </p:cNvSpPr>
          <p:nvPr/>
        </p:nvSpPr>
        <p:spPr>
          <a:xfrm>
            <a:off x="5810250" y="5133975"/>
            <a:ext cx="5772150" cy="400050"/>
          </a:xfrm>
          <a:prstGeom prst="rect">
            <a:avLst/>
          </a:prstGeom>
          <a:noFill/>
          <a:ln w="0">
            <a:noFill/>
          </a:ln>
        </p:spPr>
        <p:txBody>
          <a:bodyPr lIns="0" tIns="0" rIns="0" bIns="0">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The town you lived in and watched grow</a:t>
            </a:r>
          </a:p>
        </p:txBody>
      </p:sp>
      <p:sp>
        <p:nvSpPr>
          <p:cNvPr id="8" name="town-emphasis">
            <a:extLst>
              <a:ext uri="{FF2B5EF4-FFF2-40B4-BE49-F238E27FC236}">
                <a16:creationId xmlns:a16="http://schemas.microsoft.com/office/drawing/2014/main" id="{1B808DC1-E444-4DCA-8967-63D34A52299B}"/>
              </a:ext>
            </a:extLst>
          </p:cNvPr>
          <p:cNvSpPr>
            <a:spLocks noGrp="1"/>
          </p:cNvSpPr>
          <p:nvPr/>
        </p:nvSpPr>
        <p:spPr>
          <a:xfrm>
            <a:off x="5781675" y="1704975"/>
            <a:ext cx="5829300" cy="3305175"/>
          </a:xfrm>
          <a:prstGeom prst="rect">
            <a:avLst/>
          </a:prstGeom>
          <a:noFill/>
          <a:ln w="28575">
            <a:solidFill>
              <a:srgbClr val="DDB968"/>
            </a:solidFill>
          </a:ln>
        </p:spPr>
        <p:txBody>
          <a:bodyPr/>
          <a:lstStyle/>
          <a:p>
            <a:endParaRPr lang="en-US"/>
          </a:p>
        </p:txBody>
      </p:sp>
      <p:sp>
        <p:nvSpPr>
          <p:cNvPr id="9" name="later">
            <a:extLst>
              <a:ext uri="{FF2B5EF4-FFF2-40B4-BE49-F238E27FC236}">
                <a16:creationId xmlns:a16="http://schemas.microsoft.com/office/drawing/2014/main" id="{9FBB89AE-35C5-4F40-8310-7B2762FDF8E6}"/>
              </a:ext>
            </a:extLst>
          </p:cNvPr>
          <p:cNvSpPr>
            <a:spLocks noGrp="1"/>
          </p:cNvSpPr>
          <p:nvPr/>
        </p:nvSpPr>
        <p:spPr>
          <a:xfrm>
            <a:off x="609600" y="5810250"/>
            <a:ext cx="2095500" cy="400050"/>
          </a:xfrm>
          <a:prstGeom prst="rect">
            <a:avLst/>
          </a:prstGeom>
          <a:noFill/>
          <a:ln w="0">
            <a:noFill/>
          </a:ln>
        </p:spPr>
        <p:txBody>
          <a:bodyPr lIns="0" tIns="0" rIns="0" bIns="0">
            <a:noAutofit/>
          </a:bodyPr>
          <a:lstStyle/>
          <a:p>
            <a:pPr>
              <a:defRPr sz="2100" b="1">
                <a:solidFill>
                  <a:srgbClr val="AABAC4"/>
                </a:solidFill>
                <a:latin typeface="Aptos"/>
                <a:ea typeface="Aptos"/>
                <a:cs typeface="Aptos"/>
              </a:defRPr>
            </a:pPr>
            <a:r>
              <a:rPr sz="2100" b="1">
                <a:solidFill>
                  <a:srgbClr val="AABAC4"/>
                </a:solidFill>
                <a:latin typeface="Aptos"/>
                <a:ea typeface="Aptos"/>
                <a:cs typeface="Aptos"/>
              </a:rPr>
              <a:t>LATER…</a:t>
            </a:r>
          </a:p>
        </p:txBody>
      </p:sp>
      <p:sp>
        <p:nvSpPr>
          <p:cNvPr id="10" name="ruined-city">
            <a:extLst>
              <a:ext uri="{FF2B5EF4-FFF2-40B4-BE49-F238E27FC236}">
                <a16:creationId xmlns:a16="http://schemas.microsoft.com/office/drawing/2014/main" id="{A65D8631-EFBE-475C-8DCE-480EDD9C687A}"/>
              </a:ext>
            </a:extLst>
          </p:cNvPr>
          <p:cNvSpPr>
            <a:spLocks noGrp="1"/>
          </p:cNvSpPr>
          <p:nvPr/>
        </p:nvSpPr>
        <p:spPr>
          <a:xfrm>
            <a:off x="2857500" y="5724525"/>
            <a:ext cx="8096250" cy="333375"/>
          </a:xfrm>
          <a:prstGeom prst="rect">
            <a:avLst/>
          </a:prstGeom>
          <a:noFill/>
          <a:ln w="0">
            <a:noFill/>
          </a:ln>
        </p:spPr>
        <p:txBody>
          <a:bodyPr lIns="0" tIns="0" rIns="0" bIns="0">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The ruined city in the original opening</a:t>
            </a:r>
          </a:p>
        </p:txBody>
      </p:sp>
      <p:sp>
        <p:nvSpPr>
          <p:cNvPr id="11" name="heroes">
            <a:extLst>
              <a:ext uri="{FF2B5EF4-FFF2-40B4-BE49-F238E27FC236}">
                <a16:creationId xmlns:a16="http://schemas.microsoft.com/office/drawing/2014/main" id="{3895F417-71EC-463F-A095-90BD667FA58C}"/>
              </a:ext>
            </a:extLst>
          </p:cNvPr>
          <p:cNvSpPr>
            <a:spLocks noGrp="1"/>
          </p:cNvSpPr>
          <p:nvPr/>
        </p:nvSpPr>
        <p:spPr>
          <a:xfrm>
            <a:off x="2857500" y="6172200"/>
            <a:ext cx="8096250" cy="419100"/>
          </a:xfrm>
          <a:prstGeom prst="rect">
            <a:avLst/>
          </a:prstGeom>
          <a:noFill/>
          <a:ln w="0">
            <a:noFill/>
          </a:ln>
        </p:spPr>
        <p:txBody>
          <a:bodyPr lIns="0" tIns="0" rIns="0" bIns="0">
            <a:noAutofit/>
          </a:bodyPr>
          <a:lstStyle/>
          <a:p>
            <a:pPr>
              <a:defRPr sz="2400" b="1">
                <a:solidFill>
                  <a:srgbClr val="DDB968"/>
                </a:solidFill>
                <a:latin typeface="Aptos"/>
                <a:ea typeface="Aptos"/>
                <a:cs typeface="Aptos"/>
              </a:defRPr>
            </a:pPr>
            <a:r>
              <a:rPr sz="2400" b="1">
                <a:solidFill>
                  <a:srgbClr val="DDB968"/>
                </a:solidFill>
                <a:latin typeface="Aptos"/>
                <a:ea typeface="Aptos"/>
                <a:cs typeface="Aptos"/>
              </a:rPr>
              <a:t>HEROES III BEGINS</a:t>
            </a:r>
          </a:p>
        </p:txBody>
      </p:sp>
    </p:spTree>
    <p:extLst>
      <p:ext uri="{BB962C8B-B14F-4D97-AF65-F5344CB8AC3E}">
        <p14:creationId xmlns:p14="http://schemas.microsoft.com/office/powerpoint/2010/main" val="703920776"/>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3"/>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4"/>
                                  </p:tgtEl>
                                  <p:attrNameLst>
                                    <p:attrName>style.visibility</p:attrName>
                                  </p:attrNameLst>
                                </p:cBhvr>
                                <p:to>
                                  <p:strVal val="visible"/>
                                </p:to>
                              </p:set>
                            </p:childTnLst>
                          </p:cTn>
                        </p:par>
                      </p:childTnLst>
                    </p:cTn>
                  </p:par>
                  <p:par>
                    <p:cTn id="8" fill="hold" nodeType="clickEffect">
                      <p:stCondLst>
                        <p:cond delay="indefinite"/>
                      </p:stCondLst>
                      <p:childTnLst>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nodeType="clickEffect">
                      <p:stCondLst>
                        <p:cond delay="indefinite"/>
                      </p:stCondLst>
                      <p:childTnLst>
                        <p:par>
                          <p:cTn id="12" presetID="1"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par>
                    <p:cTn id="18" fill="hold" nodeType="clickEffect">
                      <p:stCondLst>
                        <p:cond delay="indefinite"/>
                      </p:stCondLst>
                      <p:childTnLst>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nodeType="clickEffect">
                      <p:stCondLst>
                        <p:cond delay="indefinite"/>
                      </p:stCondLst>
                      <p:childTnLst>
                        <p:par>
                          <p:cTn id="24" presetID="1"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CD139F43-C668-4C06-B1C7-0A5AAA4168C3}"/>
              </a:ext>
            </a:extLst>
          </p:cNvPr>
          <p:cNvSpPr>
            <a:spLocks noGrp="1"/>
          </p:cNvSpPr>
          <p:nvPr/>
        </p:nvSpPr>
        <p:spPr>
          <a:xfrm>
            <a:off x="609600" y="381000"/>
            <a:ext cx="10477500" cy="1047750"/>
          </a:xfrm>
          <a:prstGeom prst="rect">
            <a:avLst/>
          </a:prstGeom>
          <a:noFill/>
          <a:ln w="0">
            <a:noFill/>
          </a:ln>
        </p:spPr>
        <p:txBody>
          <a:bodyPr lIns="0" tIns="0" rIns="0" bIns="0">
            <a:noAutofit/>
          </a:bodyPr>
          <a:lstStyle/>
          <a:p>
            <a:pPr>
              <a:defRPr sz="6300" b="1">
                <a:solidFill>
                  <a:srgbClr val="F4F0E8"/>
                </a:solidFill>
                <a:latin typeface="Aptos"/>
                <a:ea typeface="Aptos"/>
                <a:cs typeface="Aptos"/>
              </a:defRPr>
            </a:pPr>
            <a:r>
              <a:rPr sz="6300" b="1">
                <a:solidFill>
                  <a:srgbClr val="F4F0E8"/>
                </a:solidFill>
                <a:latin typeface="Aptos"/>
                <a:ea typeface="Aptos"/>
                <a:cs typeface="Aptos"/>
              </a:rPr>
              <a:t>LAEMA</a:t>
            </a:r>
          </a:p>
        </p:txBody>
      </p:sp>
      <p:sp>
        <p:nvSpPr>
          <p:cNvPr id="2" name="combat">
            <a:extLst>
              <a:ext uri="{FF2B5EF4-FFF2-40B4-BE49-F238E27FC236}">
                <a16:creationId xmlns:a16="http://schemas.microsoft.com/office/drawing/2014/main" id="{8FA4F4F5-A579-4040-AE99-8CF257EADB23}"/>
              </a:ext>
            </a:extLst>
          </p:cNvPr>
          <p:cNvSpPr>
            <a:spLocks noGrp="1"/>
          </p:cNvSpPr>
          <p:nvPr/>
        </p:nvSpPr>
        <p:spPr>
          <a:xfrm>
            <a:off x="609600" y="1914525"/>
            <a:ext cx="5219700" cy="87630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MASTER MIGHT &amp; MAGIC</a:t>
            </a:r>
          </a:p>
          <a:p>
            <a:pPr>
              <a:defRPr sz="2175" b="1">
                <a:solidFill>
                  <a:srgbClr val="DDB968"/>
                </a:solidFill>
                <a:latin typeface="Aptos"/>
                <a:ea typeface="Aptos"/>
                <a:cs typeface="Aptos"/>
              </a:defRPr>
            </a:pPr>
            <a:r>
              <a:rPr sz="2175" b="1">
                <a:solidFill>
                  <a:srgbClr val="DDB968"/>
                </a:solidFill>
                <a:latin typeface="Aptos"/>
                <a:ea typeface="Aptos"/>
                <a:cs typeface="Aptos"/>
              </a:rPr>
              <a:t>AS ONE COMBAT SYSTEM</a:t>
            </a:r>
          </a:p>
        </p:txBody>
      </p:sp>
      <p:sp>
        <p:nvSpPr>
          <p:cNvPr id="4" name="sequence">
            <a:extLst>
              <a:ext uri="{FF2B5EF4-FFF2-40B4-BE49-F238E27FC236}">
                <a16:creationId xmlns:a16="http://schemas.microsoft.com/office/drawing/2014/main" id="{C09DB5C1-D979-45B4-BD72-1F22E294647A}"/>
              </a:ext>
            </a:extLst>
          </p:cNvPr>
          <p:cNvSpPr>
            <a:spLocks noGrp="1"/>
          </p:cNvSpPr>
          <p:nvPr/>
        </p:nvSpPr>
        <p:spPr>
          <a:xfrm>
            <a:off x="838200" y="5343525"/>
            <a:ext cx="4991100" cy="381000"/>
          </a:xfrm>
          <a:prstGeom prst="rect">
            <a:avLst/>
          </a:prstGeom>
          <a:noFill/>
          <a:ln w="0">
            <a:noFill/>
          </a:ln>
        </p:spPr>
        <p:txBody>
          <a:bodyPr lIns="0" tIns="0" rIns="0" bIns="0">
            <a:noAutofit/>
          </a:bodyPr>
          <a:lstStyle/>
          <a:p>
            <a:pPr>
              <a:defRPr sz="1725" b="1">
                <a:solidFill>
                  <a:srgbClr val="AABAC4"/>
                </a:solidFill>
                <a:latin typeface="Aptos"/>
                <a:ea typeface="Aptos"/>
                <a:cs typeface="Aptos"/>
              </a:defRPr>
            </a:pPr>
            <a:r>
              <a:rPr sz="1725" b="1">
                <a:solidFill>
                  <a:srgbClr val="AABAC4"/>
                </a:solidFill>
                <a:latin typeface="Aptos"/>
                <a:ea typeface="Aptos"/>
                <a:cs typeface="Aptos"/>
              </a:rPr>
              <a:t>X1   X2   CAST   X4   X5   CAST</a:t>
            </a:r>
          </a:p>
        </p:txBody>
      </p:sp>
      <p:sp>
        <p:nvSpPr>
          <p:cNvPr id="5" name="world">
            <a:extLst>
              <a:ext uri="{FF2B5EF4-FFF2-40B4-BE49-F238E27FC236}">
                <a16:creationId xmlns:a16="http://schemas.microsoft.com/office/drawing/2014/main" id="{AF4596B1-570E-44B4-9EAE-0D755392D8F7}"/>
              </a:ext>
            </a:extLst>
          </p:cNvPr>
          <p:cNvSpPr>
            <a:spLocks noGrp="1"/>
          </p:cNvSpPr>
          <p:nvPr/>
        </p:nvSpPr>
        <p:spPr>
          <a:xfrm>
            <a:off x="6362700" y="1914525"/>
            <a:ext cx="5219700" cy="87630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LIVE INSIDE</a:t>
            </a:r>
          </a:p>
          <a:p>
            <a:pPr>
              <a:defRPr sz="2175" b="1">
                <a:solidFill>
                  <a:srgbClr val="DDB968"/>
                </a:solidFill>
                <a:latin typeface="Aptos"/>
                <a:ea typeface="Aptos"/>
                <a:cs typeface="Aptos"/>
              </a:defRPr>
            </a:pPr>
            <a:r>
              <a:rPr sz="2175" b="1">
                <a:solidFill>
                  <a:srgbClr val="DDB968"/>
                </a:solidFill>
                <a:latin typeface="Aptos"/>
                <a:ea typeface="Aptos"/>
                <a:cs typeface="Aptos"/>
              </a:rPr>
              <a:t>A HEROES WORLD</a:t>
            </a:r>
          </a:p>
        </p:txBody>
      </p:sp>
      <p:pic>
        <p:nvPicPr>
          <p:cNvPr id="12" name="Picture 11"/>
          <p:cNvPicPr>
            <a:picLocks noChangeAspect="1"/>
          </p:cNvPicPr>
          <p:nvPr/>
        </p:nvPicPr>
        <p:blipFill>
          <a:blip r:embed="rId3"/>
          <a:stretch/>
        </p:blipFill>
        <p:spPr>
          <a:xfrm>
            <a:off x="6366202" y="2952750"/>
            <a:ext cx="5212695" cy="2933700"/>
          </a:xfrm>
          <a:prstGeom prst="rect">
            <a:avLst/>
          </a:prstGeom>
        </p:spPr>
      </p:pic>
      <p:pic>
        <p:nvPicPr>
          <p:cNvPr id="13" name="closing-frame-0"/>
          <p:cNvPicPr>
            <a:picLocks noChangeAspect="1"/>
          </p:cNvPicPr>
          <p:nvPr/>
        </p:nvPicPr>
        <p:blipFill>
          <a:blip r:embed="rId4"/>
          <a:stretch/>
        </p:blipFill>
        <p:spPr>
          <a:xfrm>
            <a:off x="1314450" y="2828925"/>
            <a:ext cx="3810000" cy="2381250"/>
          </a:xfrm>
          <a:prstGeom prst="rect">
            <a:avLst/>
          </a:prstGeom>
        </p:spPr>
      </p:pic>
      <p:pic>
        <p:nvPicPr>
          <p:cNvPr id="14" name="closing-frame-1"/>
          <p:cNvPicPr>
            <a:picLocks noChangeAspect="1"/>
          </p:cNvPicPr>
          <p:nvPr/>
        </p:nvPicPr>
        <p:blipFill>
          <a:blip r:embed="rId5"/>
          <a:stretch/>
        </p:blipFill>
        <p:spPr>
          <a:xfrm>
            <a:off x="1314450" y="2828925"/>
            <a:ext cx="3810000" cy="2381250"/>
          </a:xfrm>
          <a:prstGeom prst="rect">
            <a:avLst/>
          </a:prstGeom>
        </p:spPr>
      </p:pic>
      <p:pic>
        <p:nvPicPr>
          <p:cNvPr id="15" name="closing-frame-2"/>
          <p:cNvPicPr>
            <a:picLocks noChangeAspect="1"/>
          </p:cNvPicPr>
          <p:nvPr/>
        </p:nvPicPr>
        <p:blipFill>
          <a:blip r:embed="rId6"/>
          <a:stretch/>
        </p:blipFill>
        <p:spPr>
          <a:xfrm>
            <a:off x="1314450" y="2828925"/>
            <a:ext cx="3810000" cy="2381250"/>
          </a:xfrm>
          <a:prstGeom prst="rect">
            <a:avLst/>
          </a:prstGeom>
        </p:spPr>
      </p:pic>
      <p:pic>
        <p:nvPicPr>
          <p:cNvPr id="16" name="closing-frame-3"/>
          <p:cNvPicPr>
            <a:picLocks noChangeAspect="1"/>
          </p:cNvPicPr>
          <p:nvPr/>
        </p:nvPicPr>
        <p:blipFill>
          <a:blip r:embed="rId7"/>
          <a:stretch/>
        </p:blipFill>
        <p:spPr>
          <a:xfrm>
            <a:off x="1314450" y="2828925"/>
            <a:ext cx="3810000" cy="2381250"/>
          </a:xfrm>
          <a:prstGeom prst="rect">
            <a:avLst/>
          </a:prstGeom>
        </p:spPr>
      </p:pic>
      <p:pic>
        <p:nvPicPr>
          <p:cNvPr id="17" name="closing-frame-4"/>
          <p:cNvPicPr>
            <a:picLocks noChangeAspect="1"/>
          </p:cNvPicPr>
          <p:nvPr/>
        </p:nvPicPr>
        <p:blipFill>
          <a:blip r:embed="rId8"/>
          <a:stretch/>
        </p:blipFill>
        <p:spPr>
          <a:xfrm>
            <a:off x="1314450" y="2828925"/>
            <a:ext cx="3810000" cy="2381250"/>
          </a:xfrm>
          <a:prstGeom prst="rect">
            <a:avLst/>
          </a:prstGeom>
        </p:spPr>
      </p:pic>
      <p:pic>
        <p:nvPicPr>
          <p:cNvPr id="18" name="closing-frame-5"/>
          <p:cNvPicPr>
            <a:picLocks noChangeAspect="1"/>
          </p:cNvPicPr>
          <p:nvPr/>
        </p:nvPicPr>
        <p:blipFill>
          <a:blip r:embed="rId9"/>
          <a:stretch/>
        </p:blipFill>
        <p:spPr>
          <a:xfrm>
            <a:off x="1314450" y="2828925"/>
            <a:ext cx="3810000" cy="2381250"/>
          </a:xfrm>
          <a:prstGeom prst="rect">
            <a:avLst/>
          </a:prstGeom>
        </p:spPr>
      </p:pic>
      <p:pic>
        <p:nvPicPr>
          <p:cNvPr id="19" name="closing-frame-6"/>
          <p:cNvPicPr>
            <a:picLocks noChangeAspect="1"/>
          </p:cNvPicPr>
          <p:nvPr/>
        </p:nvPicPr>
        <p:blipFill>
          <a:blip r:embed="rId10"/>
          <a:stretch/>
        </p:blipFill>
        <p:spPr>
          <a:xfrm>
            <a:off x="1314450" y="2828925"/>
            <a:ext cx="3810000" cy="2381250"/>
          </a:xfrm>
          <a:prstGeom prst="rect">
            <a:avLst/>
          </a:prstGeom>
        </p:spPr>
      </p:pic>
      <p:pic>
        <p:nvPicPr>
          <p:cNvPr id="20" name="closing-frame-7"/>
          <p:cNvPicPr>
            <a:picLocks noChangeAspect="1"/>
          </p:cNvPicPr>
          <p:nvPr/>
        </p:nvPicPr>
        <p:blipFill>
          <a:blip r:embed="rId11"/>
          <a:stretch/>
        </p:blipFill>
        <p:spPr>
          <a:xfrm>
            <a:off x="1314450" y="2828925"/>
            <a:ext cx="3810000" cy="2381250"/>
          </a:xfrm>
          <a:prstGeom prst="rect">
            <a:avLst/>
          </a:prstGeom>
        </p:spPr>
      </p:pic>
      <p:pic>
        <p:nvPicPr>
          <p:cNvPr id="21" name="closing-frame-8"/>
          <p:cNvPicPr>
            <a:picLocks noChangeAspect="1"/>
          </p:cNvPicPr>
          <p:nvPr/>
        </p:nvPicPr>
        <p:blipFill>
          <a:blip r:embed="rId12"/>
          <a:stretch/>
        </p:blipFill>
        <p:spPr>
          <a:xfrm>
            <a:off x="1314450" y="2828925"/>
            <a:ext cx="3810000" cy="2381250"/>
          </a:xfrm>
          <a:prstGeom prst="rect">
            <a:avLst/>
          </a:prstGeom>
        </p:spPr>
      </p:pic>
      <p:pic>
        <p:nvPicPr>
          <p:cNvPr id="22" name="closing-frame-9"/>
          <p:cNvPicPr>
            <a:picLocks noChangeAspect="1"/>
          </p:cNvPicPr>
          <p:nvPr/>
        </p:nvPicPr>
        <p:blipFill>
          <a:blip r:embed="rId13"/>
          <a:stretch/>
        </p:blipFill>
        <p:spPr>
          <a:xfrm>
            <a:off x="1314450" y="2828925"/>
            <a:ext cx="3810000" cy="2381250"/>
          </a:xfrm>
          <a:prstGeom prst="rect">
            <a:avLst/>
          </a:prstGeom>
        </p:spPr>
      </p:pic>
      <p:pic>
        <p:nvPicPr>
          <p:cNvPr id="23" name="closing-frame-10"/>
          <p:cNvPicPr>
            <a:picLocks noChangeAspect="1"/>
          </p:cNvPicPr>
          <p:nvPr/>
        </p:nvPicPr>
        <p:blipFill>
          <a:blip r:embed="rId14"/>
          <a:stretch/>
        </p:blipFill>
        <p:spPr>
          <a:xfrm>
            <a:off x="1314450" y="2828925"/>
            <a:ext cx="3810000" cy="2381250"/>
          </a:xfrm>
          <a:prstGeom prst="rect">
            <a:avLst/>
          </a:prstGeom>
        </p:spPr>
      </p:pic>
      <p:pic>
        <p:nvPicPr>
          <p:cNvPr id="24" name="closing-frame-11"/>
          <p:cNvPicPr>
            <a:picLocks noChangeAspect="1"/>
          </p:cNvPicPr>
          <p:nvPr/>
        </p:nvPicPr>
        <p:blipFill>
          <a:blip r:embed="rId15"/>
          <a:stretch/>
        </p:blipFill>
        <p:spPr>
          <a:xfrm>
            <a:off x="1314450" y="2828925"/>
            <a:ext cx="3810000" cy="2381250"/>
          </a:xfrm>
          <a:prstGeom prst="rect">
            <a:avLst/>
          </a:prstGeom>
        </p:spPr>
      </p:pic>
      <p:pic>
        <p:nvPicPr>
          <p:cNvPr id="25" name="closing-frame-12"/>
          <p:cNvPicPr>
            <a:picLocks noChangeAspect="1"/>
          </p:cNvPicPr>
          <p:nvPr/>
        </p:nvPicPr>
        <p:blipFill>
          <a:blip r:embed="rId16"/>
          <a:stretch/>
        </p:blipFill>
        <p:spPr>
          <a:xfrm>
            <a:off x="1314450" y="2828925"/>
            <a:ext cx="3810000" cy="2381250"/>
          </a:xfrm>
          <a:prstGeom prst="rect">
            <a:avLst/>
          </a:prstGeom>
        </p:spPr>
      </p:pic>
      <p:pic>
        <p:nvPicPr>
          <p:cNvPr id="26" name="closing-frame-13"/>
          <p:cNvPicPr>
            <a:picLocks noChangeAspect="1"/>
          </p:cNvPicPr>
          <p:nvPr/>
        </p:nvPicPr>
        <p:blipFill>
          <a:blip r:embed="rId17"/>
          <a:stretch/>
        </p:blipFill>
        <p:spPr>
          <a:xfrm>
            <a:off x="1314450" y="2828925"/>
            <a:ext cx="3810000" cy="2381250"/>
          </a:xfrm>
          <a:prstGeom prst="rect">
            <a:avLst/>
          </a:prstGeom>
        </p:spPr>
      </p:pic>
      <p:pic>
        <p:nvPicPr>
          <p:cNvPr id="27" name="closing-frame-14"/>
          <p:cNvPicPr>
            <a:picLocks noChangeAspect="1"/>
          </p:cNvPicPr>
          <p:nvPr/>
        </p:nvPicPr>
        <p:blipFill>
          <a:blip r:embed="rId18"/>
          <a:stretch/>
        </p:blipFill>
        <p:spPr>
          <a:xfrm>
            <a:off x="1314450" y="2828925"/>
            <a:ext cx="3810000" cy="2381250"/>
          </a:xfrm>
          <a:prstGeom prst="rect">
            <a:avLst/>
          </a:prstGeom>
        </p:spPr>
      </p:pic>
      <p:pic>
        <p:nvPicPr>
          <p:cNvPr id="28" name="closing-frame-15"/>
          <p:cNvPicPr>
            <a:picLocks noChangeAspect="1"/>
          </p:cNvPicPr>
          <p:nvPr/>
        </p:nvPicPr>
        <p:blipFill>
          <a:blip r:embed="rId19"/>
          <a:stretch/>
        </p:blipFill>
        <p:spPr>
          <a:xfrm>
            <a:off x="1314450" y="2828925"/>
            <a:ext cx="3810000" cy="2381250"/>
          </a:xfrm>
          <a:prstGeom prst="rect">
            <a:avLst/>
          </a:prstGeom>
        </p:spPr>
      </p:pic>
      <p:pic>
        <p:nvPicPr>
          <p:cNvPr id="29" name="closing-frame-16"/>
          <p:cNvPicPr>
            <a:picLocks noChangeAspect="1"/>
          </p:cNvPicPr>
          <p:nvPr/>
        </p:nvPicPr>
        <p:blipFill>
          <a:blip r:embed="rId20"/>
          <a:stretch/>
        </p:blipFill>
        <p:spPr>
          <a:xfrm>
            <a:off x="1314450" y="2828925"/>
            <a:ext cx="3810000" cy="2381250"/>
          </a:xfrm>
          <a:prstGeom prst="rect">
            <a:avLst/>
          </a:prstGeom>
        </p:spPr>
      </p:pic>
      <p:pic>
        <p:nvPicPr>
          <p:cNvPr id="30" name="closing-frame-17"/>
          <p:cNvPicPr>
            <a:picLocks noChangeAspect="1"/>
          </p:cNvPicPr>
          <p:nvPr/>
        </p:nvPicPr>
        <p:blipFill>
          <a:blip r:embed="rId21"/>
          <a:stretch/>
        </p:blipFill>
        <p:spPr>
          <a:xfrm>
            <a:off x="1314450" y="2828925"/>
            <a:ext cx="3810000" cy="2381250"/>
          </a:xfrm>
          <a:prstGeom prst="rect">
            <a:avLst/>
          </a:prstGeom>
        </p:spPr>
      </p:pic>
      <p:pic>
        <p:nvPicPr>
          <p:cNvPr id="31" name="closing-frame-18"/>
          <p:cNvPicPr>
            <a:picLocks noChangeAspect="1"/>
          </p:cNvPicPr>
          <p:nvPr/>
        </p:nvPicPr>
        <p:blipFill>
          <a:blip r:embed="rId22"/>
          <a:stretch/>
        </p:blipFill>
        <p:spPr>
          <a:xfrm>
            <a:off x="1314450" y="2828925"/>
            <a:ext cx="3810000" cy="2381250"/>
          </a:xfrm>
          <a:prstGeom prst="rect">
            <a:avLst/>
          </a:prstGeom>
        </p:spPr>
      </p:pic>
      <p:pic>
        <p:nvPicPr>
          <p:cNvPr id="32" name="closing-frame-19"/>
          <p:cNvPicPr>
            <a:picLocks noChangeAspect="1"/>
          </p:cNvPicPr>
          <p:nvPr/>
        </p:nvPicPr>
        <p:blipFill>
          <a:blip r:embed="rId23"/>
          <a:stretch/>
        </p:blipFill>
        <p:spPr>
          <a:xfrm>
            <a:off x="1314450" y="2828925"/>
            <a:ext cx="3810000" cy="2381250"/>
          </a:xfrm>
          <a:prstGeom prst="rect">
            <a:avLst/>
          </a:prstGeom>
        </p:spPr>
      </p:pic>
      <p:pic>
        <p:nvPicPr>
          <p:cNvPr id="33" name="closing-frame-20"/>
          <p:cNvPicPr>
            <a:picLocks noChangeAspect="1"/>
          </p:cNvPicPr>
          <p:nvPr/>
        </p:nvPicPr>
        <p:blipFill>
          <a:blip r:embed="rId24"/>
          <a:stretch/>
        </p:blipFill>
        <p:spPr>
          <a:xfrm>
            <a:off x="1314450" y="2828925"/>
            <a:ext cx="3810000" cy="2381250"/>
          </a:xfrm>
          <a:prstGeom prst="rect">
            <a:avLst/>
          </a:prstGeom>
        </p:spPr>
      </p:pic>
      <p:pic>
        <p:nvPicPr>
          <p:cNvPr id="34" name="closing-frame-21"/>
          <p:cNvPicPr>
            <a:picLocks noChangeAspect="1"/>
          </p:cNvPicPr>
          <p:nvPr/>
        </p:nvPicPr>
        <p:blipFill>
          <a:blip r:embed="rId25"/>
          <a:stretch/>
        </p:blipFill>
        <p:spPr>
          <a:xfrm>
            <a:off x="1314450" y="2828925"/>
            <a:ext cx="3810000" cy="2381250"/>
          </a:xfrm>
          <a:prstGeom prst="rect">
            <a:avLst/>
          </a:prstGeom>
        </p:spPr>
      </p:pic>
      <p:pic>
        <p:nvPicPr>
          <p:cNvPr id="35" name="closing-frame-22"/>
          <p:cNvPicPr>
            <a:picLocks noChangeAspect="1"/>
          </p:cNvPicPr>
          <p:nvPr/>
        </p:nvPicPr>
        <p:blipFill>
          <a:blip r:embed="rId26"/>
          <a:stretch/>
        </p:blipFill>
        <p:spPr>
          <a:xfrm>
            <a:off x="1314450" y="2828925"/>
            <a:ext cx="3810000" cy="2381250"/>
          </a:xfrm>
          <a:prstGeom prst="rect">
            <a:avLst/>
          </a:prstGeom>
        </p:spPr>
      </p:pic>
      <p:pic>
        <p:nvPicPr>
          <p:cNvPr id="36" name="closing-frame-23"/>
          <p:cNvPicPr>
            <a:picLocks noChangeAspect="1"/>
          </p:cNvPicPr>
          <p:nvPr/>
        </p:nvPicPr>
        <p:blipFill>
          <a:blip r:embed="rId27"/>
          <a:stretch/>
        </p:blipFill>
        <p:spPr>
          <a:xfrm>
            <a:off x="1314450" y="2828925"/>
            <a:ext cx="3810000" cy="2381250"/>
          </a:xfrm>
          <a:prstGeom prst="rect">
            <a:avLst/>
          </a:prstGeom>
        </p:spPr>
      </p:pic>
      <p:pic>
        <p:nvPicPr>
          <p:cNvPr id="37" name="closing-frame-24"/>
          <p:cNvPicPr>
            <a:picLocks noChangeAspect="1"/>
          </p:cNvPicPr>
          <p:nvPr/>
        </p:nvPicPr>
        <p:blipFill>
          <a:blip r:embed="rId28"/>
          <a:stretch/>
        </p:blipFill>
        <p:spPr>
          <a:xfrm>
            <a:off x="1314450" y="2828925"/>
            <a:ext cx="3810000" cy="2381250"/>
          </a:xfrm>
          <a:prstGeom prst="rect">
            <a:avLst/>
          </a:prstGeom>
        </p:spPr>
      </p:pic>
      <p:pic>
        <p:nvPicPr>
          <p:cNvPr id="38" name="closing-frame-25"/>
          <p:cNvPicPr>
            <a:picLocks noChangeAspect="1"/>
          </p:cNvPicPr>
          <p:nvPr/>
        </p:nvPicPr>
        <p:blipFill>
          <a:blip r:embed="rId29"/>
          <a:stretch/>
        </p:blipFill>
        <p:spPr>
          <a:xfrm>
            <a:off x="1314450" y="2828925"/>
            <a:ext cx="3810000" cy="2381250"/>
          </a:xfrm>
          <a:prstGeom prst="rect">
            <a:avLst/>
          </a:prstGeom>
        </p:spPr>
      </p:pic>
      <p:pic>
        <p:nvPicPr>
          <p:cNvPr id="39" name="closing-frame-26"/>
          <p:cNvPicPr>
            <a:picLocks noChangeAspect="1"/>
          </p:cNvPicPr>
          <p:nvPr/>
        </p:nvPicPr>
        <p:blipFill>
          <a:blip r:embed="rId30"/>
          <a:stretch/>
        </p:blipFill>
        <p:spPr>
          <a:xfrm>
            <a:off x="1314450" y="2828925"/>
            <a:ext cx="3810000" cy="2381250"/>
          </a:xfrm>
          <a:prstGeom prst="rect">
            <a:avLst/>
          </a:prstGeom>
        </p:spPr>
      </p:pic>
      <p:pic>
        <p:nvPicPr>
          <p:cNvPr id="40" name="closing-frame-27"/>
          <p:cNvPicPr>
            <a:picLocks noChangeAspect="1"/>
          </p:cNvPicPr>
          <p:nvPr/>
        </p:nvPicPr>
        <p:blipFill>
          <a:blip r:embed="rId31"/>
          <a:stretch/>
        </p:blipFill>
        <p:spPr>
          <a:xfrm>
            <a:off x="1314450" y="2828925"/>
            <a:ext cx="3810000" cy="2381250"/>
          </a:xfrm>
          <a:prstGeom prst="rect">
            <a:avLst/>
          </a:prstGeom>
        </p:spPr>
      </p:pic>
      <p:pic>
        <p:nvPicPr>
          <p:cNvPr id="41" name="closing-frame-28"/>
          <p:cNvPicPr>
            <a:picLocks noChangeAspect="1"/>
          </p:cNvPicPr>
          <p:nvPr/>
        </p:nvPicPr>
        <p:blipFill>
          <a:blip r:embed="rId32"/>
          <a:stretch/>
        </p:blipFill>
        <p:spPr>
          <a:xfrm>
            <a:off x="1314450" y="2828925"/>
            <a:ext cx="3810000" cy="2381250"/>
          </a:xfrm>
          <a:prstGeom prst="rect">
            <a:avLst/>
          </a:prstGeom>
        </p:spPr>
      </p:pic>
      <p:pic>
        <p:nvPicPr>
          <p:cNvPr id="42" name="closing-frame-29"/>
          <p:cNvPicPr>
            <a:picLocks noChangeAspect="1"/>
          </p:cNvPicPr>
          <p:nvPr/>
        </p:nvPicPr>
        <p:blipFill>
          <a:blip r:embed="rId33"/>
          <a:stretch/>
        </p:blipFill>
        <p:spPr>
          <a:xfrm>
            <a:off x="1314450" y="2828925"/>
            <a:ext cx="3810000" cy="2381250"/>
          </a:xfrm>
          <a:prstGeom prst="rect">
            <a:avLst/>
          </a:prstGeom>
        </p:spPr>
      </p:pic>
      <p:pic>
        <p:nvPicPr>
          <p:cNvPr id="43" name="closing-frame-30"/>
          <p:cNvPicPr>
            <a:picLocks noChangeAspect="1"/>
          </p:cNvPicPr>
          <p:nvPr/>
        </p:nvPicPr>
        <p:blipFill>
          <a:blip r:embed="rId34"/>
          <a:stretch/>
        </p:blipFill>
        <p:spPr>
          <a:xfrm>
            <a:off x="1314450" y="2828925"/>
            <a:ext cx="3810000" cy="2381250"/>
          </a:xfrm>
          <a:prstGeom prst="rect">
            <a:avLst/>
          </a:prstGeom>
        </p:spPr>
      </p:pic>
      <p:pic>
        <p:nvPicPr>
          <p:cNvPr id="44" name="closing-frame-31"/>
          <p:cNvPicPr>
            <a:picLocks noChangeAspect="1"/>
          </p:cNvPicPr>
          <p:nvPr/>
        </p:nvPicPr>
        <p:blipFill>
          <a:blip r:embed="rId35"/>
          <a:stretch/>
        </p:blipFill>
        <p:spPr>
          <a:xfrm>
            <a:off x="1314450" y="2828925"/>
            <a:ext cx="3810000" cy="2381250"/>
          </a:xfrm>
          <a:prstGeom prst="rect">
            <a:avLst/>
          </a:prstGeom>
        </p:spPr>
      </p:pic>
      <p:pic>
        <p:nvPicPr>
          <p:cNvPr id="45" name="closing-frame-32"/>
          <p:cNvPicPr>
            <a:picLocks noChangeAspect="1"/>
          </p:cNvPicPr>
          <p:nvPr/>
        </p:nvPicPr>
        <p:blipFill>
          <a:blip r:embed="rId36"/>
          <a:stretch/>
        </p:blipFill>
        <p:spPr>
          <a:xfrm>
            <a:off x="1314450" y="2828925"/>
            <a:ext cx="3810000" cy="2381250"/>
          </a:xfrm>
          <a:prstGeom prst="rect">
            <a:avLst/>
          </a:prstGeom>
        </p:spPr>
      </p:pic>
      <p:pic>
        <p:nvPicPr>
          <p:cNvPr id="46" name="closing-frame-33"/>
          <p:cNvPicPr>
            <a:picLocks noChangeAspect="1"/>
          </p:cNvPicPr>
          <p:nvPr/>
        </p:nvPicPr>
        <p:blipFill>
          <a:blip r:embed="rId37"/>
          <a:stretch/>
        </p:blipFill>
        <p:spPr>
          <a:xfrm>
            <a:off x="1314450" y="2828925"/>
            <a:ext cx="3810000" cy="2381250"/>
          </a:xfrm>
          <a:prstGeom prst="rect">
            <a:avLst/>
          </a:prstGeom>
        </p:spPr>
      </p:pic>
      <p:pic>
        <p:nvPicPr>
          <p:cNvPr id="47" name="closing-frame-34"/>
          <p:cNvPicPr>
            <a:picLocks noChangeAspect="1"/>
          </p:cNvPicPr>
          <p:nvPr/>
        </p:nvPicPr>
        <p:blipFill>
          <a:blip r:embed="rId38"/>
          <a:stretch/>
        </p:blipFill>
        <p:spPr>
          <a:xfrm>
            <a:off x="1314450" y="2828925"/>
            <a:ext cx="3810000" cy="2381250"/>
          </a:xfrm>
          <a:prstGeom prst="rect">
            <a:avLst/>
          </a:prstGeom>
        </p:spPr>
      </p:pic>
      <p:pic>
        <p:nvPicPr>
          <p:cNvPr id="48" name="closing-frame-35"/>
          <p:cNvPicPr>
            <a:picLocks noChangeAspect="1"/>
          </p:cNvPicPr>
          <p:nvPr/>
        </p:nvPicPr>
        <p:blipFill>
          <a:blip r:embed="rId39"/>
          <a:stretch/>
        </p:blipFill>
        <p:spPr>
          <a:xfrm>
            <a:off x="1314450" y="2828925"/>
            <a:ext cx="3810000" cy="2381250"/>
          </a:xfrm>
          <a:prstGeom prst="rect">
            <a:avLst/>
          </a:prstGeom>
        </p:spPr>
      </p:pic>
      <p:pic>
        <p:nvPicPr>
          <p:cNvPr id="49" name="closing-frame-36"/>
          <p:cNvPicPr>
            <a:picLocks noChangeAspect="1"/>
          </p:cNvPicPr>
          <p:nvPr/>
        </p:nvPicPr>
        <p:blipFill>
          <a:blip r:embed="rId40"/>
          <a:stretch/>
        </p:blipFill>
        <p:spPr>
          <a:xfrm>
            <a:off x="1314450" y="2828925"/>
            <a:ext cx="3810000" cy="2381250"/>
          </a:xfrm>
          <a:prstGeom prst="rect">
            <a:avLst/>
          </a:prstGeom>
        </p:spPr>
      </p:pic>
      <p:pic>
        <p:nvPicPr>
          <p:cNvPr id="50" name="closing-frame-37"/>
          <p:cNvPicPr>
            <a:picLocks noChangeAspect="1"/>
          </p:cNvPicPr>
          <p:nvPr/>
        </p:nvPicPr>
        <p:blipFill>
          <a:blip r:embed="rId41"/>
          <a:stretch/>
        </p:blipFill>
        <p:spPr>
          <a:xfrm>
            <a:off x="1314450" y="2828925"/>
            <a:ext cx="3810000" cy="2381250"/>
          </a:xfrm>
          <a:prstGeom prst="rect">
            <a:avLst/>
          </a:prstGeom>
        </p:spPr>
      </p:pic>
      <p:pic>
        <p:nvPicPr>
          <p:cNvPr id="51" name="closing-frame-38"/>
          <p:cNvPicPr>
            <a:picLocks noChangeAspect="1"/>
          </p:cNvPicPr>
          <p:nvPr/>
        </p:nvPicPr>
        <p:blipFill>
          <a:blip r:embed="rId42"/>
          <a:stretch/>
        </p:blipFill>
        <p:spPr>
          <a:xfrm>
            <a:off x="1314450" y="2828925"/>
            <a:ext cx="3810000" cy="2381250"/>
          </a:xfrm>
          <a:prstGeom prst="rect">
            <a:avLst/>
          </a:prstGeom>
        </p:spPr>
      </p:pic>
      <p:pic>
        <p:nvPicPr>
          <p:cNvPr id="52" name="closing-frame-39"/>
          <p:cNvPicPr>
            <a:picLocks noChangeAspect="1"/>
          </p:cNvPicPr>
          <p:nvPr/>
        </p:nvPicPr>
        <p:blipFill>
          <a:blip r:embed="rId43"/>
          <a:stretch/>
        </p:blipFill>
        <p:spPr>
          <a:xfrm>
            <a:off x="1314450" y="2828925"/>
            <a:ext cx="3810000" cy="2381250"/>
          </a:xfrm>
          <a:prstGeom prst="rect">
            <a:avLst/>
          </a:prstGeom>
        </p:spPr>
      </p:pic>
      <p:pic>
        <p:nvPicPr>
          <p:cNvPr id="53" name="closing-frame-40"/>
          <p:cNvPicPr>
            <a:picLocks noChangeAspect="1"/>
          </p:cNvPicPr>
          <p:nvPr/>
        </p:nvPicPr>
        <p:blipFill>
          <a:blip r:embed="rId44"/>
          <a:stretch/>
        </p:blipFill>
        <p:spPr>
          <a:xfrm>
            <a:off x="1314450" y="2828925"/>
            <a:ext cx="3810000" cy="2381250"/>
          </a:xfrm>
          <a:prstGeom prst="rect">
            <a:avLst/>
          </a:prstGeom>
        </p:spPr>
      </p:pic>
      <p:pic>
        <p:nvPicPr>
          <p:cNvPr id="54" name="closing-frame-41"/>
          <p:cNvPicPr>
            <a:picLocks noChangeAspect="1"/>
          </p:cNvPicPr>
          <p:nvPr/>
        </p:nvPicPr>
        <p:blipFill>
          <a:blip r:embed="rId45"/>
          <a:stretch/>
        </p:blipFill>
        <p:spPr>
          <a:xfrm>
            <a:off x="1314450" y="2828925"/>
            <a:ext cx="3810000" cy="2381250"/>
          </a:xfrm>
          <a:prstGeom prst="rect">
            <a:avLst/>
          </a:prstGeom>
        </p:spPr>
      </p:pic>
      <p:pic>
        <p:nvPicPr>
          <p:cNvPr id="55" name="closing-frame-42"/>
          <p:cNvPicPr>
            <a:picLocks noChangeAspect="1"/>
          </p:cNvPicPr>
          <p:nvPr/>
        </p:nvPicPr>
        <p:blipFill>
          <a:blip r:embed="rId17"/>
          <a:stretch/>
        </p:blipFill>
        <p:spPr>
          <a:xfrm>
            <a:off x="1314450" y="2828925"/>
            <a:ext cx="3810000" cy="2381250"/>
          </a:xfrm>
          <a:prstGeom prst="rect">
            <a:avLst/>
          </a:prstGeom>
        </p:spPr>
      </p:pic>
      <p:pic>
        <p:nvPicPr>
          <p:cNvPr id="56" name="closing-frame-43"/>
          <p:cNvPicPr>
            <a:picLocks noChangeAspect="1"/>
          </p:cNvPicPr>
          <p:nvPr/>
        </p:nvPicPr>
        <p:blipFill>
          <a:blip r:embed="rId18"/>
          <a:stretch/>
        </p:blipFill>
        <p:spPr>
          <a:xfrm>
            <a:off x="1314450" y="2828925"/>
            <a:ext cx="3810000" cy="2381250"/>
          </a:xfrm>
          <a:prstGeom prst="rect">
            <a:avLst/>
          </a:prstGeom>
        </p:spPr>
      </p:pic>
      <p:pic>
        <p:nvPicPr>
          <p:cNvPr id="57" name="closing-frame-44"/>
          <p:cNvPicPr>
            <a:picLocks noChangeAspect="1"/>
          </p:cNvPicPr>
          <p:nvPr/>
        </p:nvPicPr>
        <p:blipFill>
          <a:blip r:embed="rId19"/>
          <a:stretch/>
        </p:blipFill>
        <p:spPr>
          <a:xfrm>
            <a:off x="1314450" y="2828925"/>
            <a:ext cx="3810000" cy="2381250"/>
          </a:xfrm>
          <a:prstGeom prst="rect">
            <a:avLst/>
          </a:prstGeom>
        </p:spPr>
      </p:pic>
      <p:pic>
        <p:nvPicPr>
          <p:cNvPr id="58" name="closing-frame-45"/>
          <p:cNvPicPr>
            <a:picLocks noChangeAspect="1"/>
          </p:cNvPicPr>
          <p:nvPr/>
        </p:nvPicPr>
        <p:blipFill>
          <a:blip r:embed="rId20"/>
          <a:stretch/>
        </p:blipFill>
        <p:spPr>
          <a:xfrm>
            <a:off x="1314450" y="2828925"/>
            <a:ext cx="3810000" cy="2381250"/>
          </a:xfrm>
          <a:prstGeom prst="rect">
            <a:avLst/>
          </a:prstGeom>
        </p:spPr>
      </p:pic>
      <p:pic>
        <p:nvPicPr>
          <p:cNvPr id="59" name="closing-frame-46"/>
          <p:cNvPicPr>
            <a:picLocks noChangeAspect="1"/>
          </p:cNvPicPr>
          <p:nvPr/>
        </p:nvPicPr>
        <p:blipFill>
          <a:blip r:embed="rId21"/>
          <a:stretch/>
        </p:blipFill>
        <p:spPr>
          <a:xfrm>
            <a:off x="1314450" y="2828925"/>
            <a:ext cx="3810000" cy="2381250"/>
          </a:xfrm>
          <a:prstGeom prst="rect">
            <a:avLst/>
          </a:prstGeom>
        </p:spPr>
      </p:pic>
      <p:pic>
        <p:nvPicPr>
          <p:cNvPr id="60" name="closing-frame-47"/>
          <p:cNvPicPr>
            <a:picLocks noChangeAspect="1"/>
          </p:cNvPicPr>
          <p:nvPr/>
        </p:nvPicPr>
        <p:blipFill>
          <a:blip r:embed="rId22"/>
          <a:stretch/>
        </p:blipFill>
        <p:spPr>
          <a:xfrm>
            <a:off x="1314450" y="2828925"/>
            <a:ext cx="3810000" cy="2381250"/>
          </a:xfrm>
          <a:prstGeom prst="rect">
            <a:avLst/>
          </a:prstGeom>
        </p:spPr>
      </p:pic>
      <p:pic>
        <p:nvPicPr>
          <p:cNvPr id="61" name="closing-frame-48"/>
          <p:cNvPicPr>
            <a:picLocks noChangeAspect="1"/>
          </p:cNvPicPr>
          <p:nvPr/>
        </p:nvPicPr>
        <p:blipFill>
          <a:blip r:embed="rId23"/>
          <a:stretch/>
        </p:blipFill>
        <p:spPr>
          <a:xfrm>
            <a:off x="1314450" y="2828925"/>
            <a:ext cx="3810000" cy="2381250"/>
          </a:xfrm>
          <a:prstGeom prst="rect">
            <a:avLst/>
          </a:prstGeom>
        </p:spPr>
      </p:pic>
      <p:pic>
        <p:nvPicPr>
          <p:cNvPr id="62" name="closing-frame-49"/>
          <p:cNvPicPr>
            <a:picLocks noChangeAspect="1"/>
          </p:cNvPicPr>
          <p:nvPr/>
        </p:nvPicPr>
        <p:blipFill>
          <a:blip r:embed="rId24"/>
          <a:stretch/>
        </p:blipFill>
        <p:spPr>
          <a:xfrm>
            <a:off x="1314450" y="2828925"/>
            <a:ext cx="3810000" cy="2381250"/>
          </a:xfrm>
          <a:prstGeom prst="rect">
            <a:avLst/>
          </a:prstGeom>
        </p:spPr>
      </p:pic>
      <p:pic>
        <p:nvPicPr>
          <p:cNvPr id="63" name="closing-frame-50"/>
          <p:cNvPicPr>
            <a:picLocks noChangeAspect="1"/>
          </p:cNvPicPr>
          <p:nvPr/>
        </p:nvPicPr>
        <p:blipFill>
          <a:blip r:embed="rId25"/>
          <a:stretch/>
        </p:blipFill>
        <p:spPr>
          <a:xfrm>
            <a:off x="1314450" y="2828925"/>
            <a:ext cx="3810000" cy="2381250"/>
          </a:xfrm>
          <a:prstGeom prst="rect">
            <a:avLst/>
          </a:prstGeom>
        </p:spPr>
      </p:pic>
      <p:pic>
        <p:nvPicPr>
          <p:cNvPr id="64" name="closing-frame-51"/>
          <p:cNvPicPr>
            <a:picLocks noChangeAspect="1"/>
          </p:cNvPicPr>
          <p:nvPr/>
        </p:nvPicPr>
        <p:blipFill>
          <a:blip r:embed="rId26"/>
          <a:stretch/>
        </p:blipFill>
        <p:spPr>
          <a:xfrm>
            <a:off x="1314450" y="2828925"/>
            <a:ext cx="3810000" cy="2381250"/>
          </a:xfrm>
          <a:prstGeom prst="rect">
            <a:avLst/>
          </a:prstGeom>
        </p:spPr>
      </p:pic>
      <p:pic>
        <p:nvPicPr>
          <p:cNvPr id="65" name="closing-frame-52"/>
          <p:cNvPicPr>
            <a:picLocks noChangeAspect="1"/>
          </p:cNvPicPr>
          <p:nvPr/>
        </p:nvPicPr>
        <p:blipFill>
          <a:blip r:embed="rId4"/>
          <a:stretch/>
        </p:blipFill>
        <p:spPr>
          <a:xfrm>
            <a:off x="1314450" y="2828925"/>
            <a:ext cx="3810000" cy="2381250"/>
          </a:xfrm>
          <a:prstGeom prst="rect">
            <a:avLst/>
          </a:prstGeom>
        </p:spPr>
      </p:pic>
    </p:spTree>
    <p:extLst>
      <p:ext uri="{BB962C8B-B14F-4D97-AF65-F5344CB8AC3E}">
        <p14:creationId xmlns:p14="http://schemas.microsoft.com/office/powerpoint/2010/main" val="1366697813"/>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13"/>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2"/>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childTnLst>
                          </p:cTn>
                        </p:par>
                        <p:par>
                          <p:cTn id="10" presetID="1" presetClass="exit" presetSubtype="0" fill="hold" nodeType="withEffect">
                            <p:stCondLst>
                              <p:cond delay="1200"/>
                            </p:stCondLst>
                            <p:childTnLst>
                              <p:set>
                                <p:cBhvr>
                                  <p:cTn id="11" dur="1" fill="hold">
                                    <p:stCondLst>
                                      <p:cond delay="0"/>
                                    </p:stCondLst>
                                  </p:cTn>
                                  <p:tgtEl>
                                    <p:spTgt spid="13"/>
                                  </p:tgtEl>
                                  <p:attrNameLst>
                                    <p:attrName>style.visibility</p:attrName>
                                  </p:attrNameLst>
                                </p:cBhvr>
                                <p:to>
                                  <p:strVal val="hidden"/>
                                </p:to>
                              </p:set>
                            </p:childTnLst>
                          </p:cTn>
                        </p:par>
                        <p:par>
                          <p:cTn id="12" presetID="1" presetClass="entr" presetSubtype="0" fill="hold" nodeType="withEffect">
                            <p:stCondLst>
                              <p:cond delay="1200"/>
                            </p:stCondLst>
                            <p:childTnLst>
                              <p:set>
                                <p:cBhvr>
                                  <p:cTn id="13" dur="1" fill="hold">
                                    <p:stCondLst>
                                      <p:cond delay="0"/>
                                    </p:stCondLst>
                                  </p:cTn>
                                  <p:tgtEl>
                                    <p:spTgt spid="14"/>
                                  </p:tgtEl>
                                  <p:attrNameLst>
                                    <p:attrName>style.visibility</p:attrName>
                                  </p:attrNameLst>
                                </p:cBhvr>
                                <p:to>
                                  <p:strVal val="visible"/>
                                </p:to>
                              </p:set>
                            </p:childTnLst>
                          </p:cTn>
                        </p:par>
                        <p:par>
                          <p:cTn id="14" presetID="1" presetClass="exit" presetSubtype="0" fill="hold" nodeType="withEffect">
                            <p:stCondLst>
                              <p:cond delay="1400"/>
                            </p:stCondLst>
                            <p:childTnLst>
                              <p:set>
                                <p:cBhvr>
                                  <p:cTn id="15" dur="1" fill="hold">
                                    <p:stCondLst>
                                      <p:cond delay="0"/>
                                    </p:stCondLst>
                                  </p:cTn>
                                  <p:tgtEl>
                                    <p:spTgt spid="14"/>
                                  </p:tgtEl>
                                  <p:attrNameLst>
                                    <p:attrName>style.visibility</p:attrName>
                                  </p:attrNameLst>
                                </p:cBhvr>
                                <p:to>
                                  <p:strVal val="hidden"/>
                                </p:to>
                              </p:set>
                            </p:childTnLst>
                          </p:cTn>
                        </p:par>
                        <p:par>
                          <p:cTn id="16" presetID="1" presetClass="entr" presetSubtype="0" fill="hold" nodeType="withEffect">
                            <p:stCondLst>
                              <p:cond delay="1400"/>
                            </p:stCondLst>
                            <p:childTnLst>
                              <p:set>
                                <p:cBhvr>
                                  <p:cTn id="17" dur="1" fill="hold">
                                    <p:stCondLst>
                                      <p:cond delay="0"/>
                                    </p:stCondLst>
                                  </p:cTn>
                                  <p:tgtEl>
                                    <p:spTgt spid="15"/>
                                  </p:tgtEl>
                                  <p:attrNameLst>
                                    <p:attrName>style.visibility</p:attrName>
                                  </p:attrNameLst>
                                </p:cBhvr>
                                <p:to>
                                  <p:strVal val="visible"/>
                                </p:to>
                              </p:set>
                            </p:childTnLst>
                          </p:cTn>
                        </p:par>
                        <p:par>
                          <p:cTn id="18" presetID="1" presetClass="exit" presetSubtype="0" fill="hold" nodeType="withEffect">
                            <p:stCondLst>
                              <p:cond delay="1500"/>
                            </p:stCondLst>
                            <p:childTnLst>
                              <p:set>
                                <p:cBhvr>
                                  <p:cTn id="19" dur="1" fill="hold">
                                    <p:stCondLst>
                                      <p:cond delay="0"/>
                                    </p:stCondLst>
                                  </p:cTn>
                                  <p:tgtEl>
                                    <p:spTgt spid="15"/>
                                  </p:tgtEl>
                                  <p:attrNameLst>
                                    <p:attrName>style.visibility</p:attrName>
                                  </p:attrNameLst>
                                </p:cBhvr>
                                <p:to>
                                  <p:strVal val="hidden"/>
                                </p:to>
                              </p:set>
                            </p:childTnLst>
                          </p:cTn>
                        </p:par>
                        <p:par>
                          <p:cTn id="20" presetID="1" presetClass="entr" presetSubtype="0" fill="hold" nodeType="withEffect">
                            <p:stCondLst>
                              <p:cond delay="1500"/>
                            </p:stCondLst>
                            <p:childTnLst>
                              <p:set>
                                <p:cBhvr>
                                  <p:cTn id="21" dur="1" fill="hold">
                                    <p:stCondLst>
                                      <p:cond delay="0"/>
                                    </p:stCondLst>
                                  </p:cTn>
                                  <p:tgtEl>
                                    <p:spTgt spid="16"/>
                                  </p:tgtEl>
                                  <p:attrNameLst>
                                    <p:attrName>style.visibility</p:attrName>
                                  </p:attrNameLst>
                                </p:cBhvr>
                                <p:to>
                                  <p:strVal val="visible"/>
                                </p:to>
                              </p:set>
                            </p:childTnLst>
                          </p:cTn>
                        </p:par>
                        <p:par>
                          <p:cTn id="22" presetID="1" presetClass="exit" presetSubtype="0" fill="hold" nodeType="withEffect">
                            <p:stCondLst>
                              <p:cond delay="1600"/>
                            </p:stCondLst>
                            <p:childTnLst>
                              <p:set>
                                <p:cBhvr>
                                  <p:cTn id="23" dur="1" fill="hold">
                                    <p:stCondLst>
                                      <p:cond delay="0"/>
                                    </p:stCondLst>
                                  </p:cTn>
                                  <p:tgtEl>
                                    <p:spTgt spid="16"/>
                                  </p:tgtEl>
                                  <p:attrNameLst>
                                    <p:attrName>style.visibility</p:attrName>
                                  </p:attrNameLst>
                                </p:cBhvr>
                                <p:to>
                                  <p:strVal val="hidden"/>
                                </p:to>
                              </p:set>
                            </p:childTnLst>
                          </p:cTn>
                        </p:par>
                        <p:par>
                          <p:cTn id="24" presetID="1" presetClass="entr" presetSubtype="0" fill="hold" nodeType="withEffect">
                            <p:stCondLst>
                              <p:cond delay="160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xit" presetSubtype="0" fill="hold" nodeType="withEffect">
                            <p:stCondLst>
                              <p:cond delay="1700"/>
                            </p:stCondLst>
                            <p:childTnLst>
                              <p:set>
                                <p:cBhvr>
                                  <p:cTn id="27" dur="1" fill="hold">
                                    <p:stCondLst>
                                      <p:cond delay="0"/>
                                    </p:stCondLst>
                                  </p:cTn>
                                  <p:tgtEl>
                                    <p:spTgt spid="17"/>
                                  </p:tgtEl>
                                  <p:attrNameLst>
                                    <p:attrName>style.visibility</p:attrName>
                                  </p:attrNameLst>
                                </p:cBhvr>
                                <p:to>
                                  <p:strVal val="hidden"/>
                                </p:to>
                              </p:set>
                            </p:childTnLst>
                          </p:cTn>
                        </p:par>
                        <p:par>
                          <p:cTn id="28" presetID="1" presetClass="entr" presetSubtype="0" fill="hold" nodeType="withEffect">
                            <p:stCondLst>
                              <p:cond delay="170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exit" presetSubtype="0" fill="hold" nodeType="withEffect">
                            <p:stCondLst>
                              <p:cond delay="1800"/>
                            </p:stCondLst>
                            <p:childTnLst>
                              <p:set>
                                <p:cBhvr>
                                  <p:cTn id="31" dur="1" fill="hold">
                                    <p:stCondLst>
                                      <p:cond delay="0"/>
                                    </p:stCondLst>
                                  </p:cTn>
                                  <p:tgtEl>
                                    <p:spTgt spid="18"/>
                                  </p:tgtEl>
                                  <p:attrNameLst>
                                    <p:attrName>style.visibility</p:attrName>
                                  </p:attrNameLst>
                                </p:cBhvr>
                                <p:to>
                                  <p:strVal val="hidden"/>
                                </p:to>
                              </p:set>
                            </p:childTnLst>
                          </p:cTn>
                        </p:par>
                        <p:par>
                          <p:cTn id="32" presetID="1" presetClass="entr" presetSubtype="0" fill="hold" nodeType="withEffect">
                            <p:stCondLst>
                              <p:cond delay="1800"/>
                            </p:stCondLst>
                            <p:childTnLst>
                              <p:set>
                                <p:cBhvr>
                                  <p:cTn id="33" dur="1" fill="hold">
                                    <p:stCondLst>
                                      <p:cond delay="0"/>
                                    </p:stCondLst>
                                  </p:cTn>
                                  <p:tgtEl>
                                    <p:spTgt spid="19"/>
                                  </p:tgtEl>
                                  <p:attrNameLst>
                                    <p:attrName>style.visibility</p:attrName>
                                  </p:attrNameLst>
                                </p:cBhvr>
                                <p:to>
                                  <p:strVal val="visible"/>
                                </p:to>
                              </p:set>
                            </p:childTnLst>
                          </p:cTn>
                        </p:par>
                        <p:par>
                          <p:cTn id="34" presetID="1" presetClass="exit" presetSubtype="0" fill="hold" nodeType="withEffect">
                            <p:stCondLst>
                              <p:cond delay="2000"/>
                            </p:stCondLst>
                            <p:childTnLst>
                              <p:set>
                                <p:cBhvr>
                                  <p:cTn id="35" dur="1" fill="hold">
                                    <p:stCondLst>
                                      <p:cond delay="0"/>
                                    </p:stCondLst>
                                  </p:cTn>
                                  <p:tgtEl>
                                    <p:spTgt spid="19"/>
                                  </p:tgtEl>
                                  <p:attrNameLst>
                                    <p:attrName>style.visibility</p:attrName>
                                  </p:attrNameLst>
                                </p:cBhvr>
                                <p:to>
                                  <p:strVal val="hidden"/>
                                </p:to>
                              </p:set>
                            </p:childTnLst>
                          </p:cTn>
                        </p:par>
                        <p:par>
                          <p:cTn id="36" presetID="1" presetClass="entr" presetSubtype="0" fill="hold" nodeType="withEffect">
                            <p:stCondLst>
                              <p:cond delay="2000"/>
                            </p:stCondLst>
                            <p:childTnLst>
                              <p:set>
                                <p:cBhvr>
                                  <p:cTn id="37" dur="1" fill="hold">
                                    <p:stCondLst>
                                      <p:cond delay="0"/>
                                    </p:stCondLst>
                                  </p:cTn>
                                  <p:tgtEl>
                                    <p:spTgt spid="20"/>
                                  </p:tgtEl>
                                  <p:attrNameLst>
                                    <p:attrName>style.visibility</p:attrName>
                                  </p:attrNameLst>
                                </p:cBhvr>
                                <p:to>
                                  <p:strVal val="visible"/>
                                </p:to>
                              </p:set>
                            </p:childTnLst>
                          </p:cTn>
                        </p:par>
                        <p:par>
                          <p:cTn id="38" presetID="1" presetClass="exit" presetSubtype="0" fill="hold" nodeType="withEffect">
                            <p:stCondLst>
                              <p:cond delay="2400"/>
                            </p:stCondLst>
                            <p:childTnLst>
                              <p:set>
                                <p:cBhvr>
                                  <p:cTn id="39" dur="1" fill="hold">
                                    <p:stCondLst>
                                      <p:cond delay="0"/>
                                    </p:stCondLst>
                                  </p:cTn>
                                  <p:tgtEl>
                                    <p:spTgt spid="20"/>
                                  </p:tgtEl>
                                  <p:attrNameLst>
                                    <p:attrName>style.visibility</p:attrName>
                                  </p:attrNameLst>
                                </p:cBhvr>
                                <p:to>
                                  <p:strVal val="hidden"/>
                                </p:to>
                              </p:set>
                            </p:childTnLst>
                          </p:cTn>
                        </p:par>
                        <p:par>
                          <p:cTn id="40" presetID="1" presetClass="entr" presetSubtype="0" fill="hold" nodeType="withEffect">
                            <p:stCondLst>
                              <p:cond delay="2400"/>
                            </p:stCondLst>
                            <p:childTnLst>
                              <p:set>
                                <p:cBhvr>
                                  <p:cTn id="41" dur="1" fill="hold">
                                    <p:stCondLst>
                                      <p:cond delay="0"/>
                                    </p:stCondLst>
                                  </p:cTn>
                                  <p:tgtEl>
                                    <p:spTgt spid="21"/>
                                  </p:tgtEl>
                                  <p:attrNameLst>
                                    <p:attrName>style.visibility</p:attrName>
                                  </p:attrNameLst>
                                </p:cBhvr>
                                <p:to>
                                  <p:strVal val="visible"/>
                                </p:to>
                              </p:set>
                            </p:childTnLst>
                          </p:cTn>
                        </p:par>
                        <p:par>
                          <p:cTn id="42" presetID="1" presetClass="exit" presetSubtype="0" fill="hold" nodeType="withEffect">
                            <p:stCondLst>
                              <p:cond delay="2500"/>
                            </p:stCondLst>
                            <p:childTnLst>
                              <p:set>
                                <p:cBhvr>
                                  <p:cTn id="43" dur="1" fill="hold">
                                    <p:stCondLst>
                                      <p:cond delay="0"/>
                                    </p:stCondLst>
                                  </p:cTn>
                                  <p:tgtEl>
                                    <p:spTgt spid="21"/>
                                  </p:tgtEl>
                                  <p:attrNameLst>
                                    <p:attrName>style.visibility</p:attrName>
                                  </p:attrNameLst>
                                </p:cBhvr>
                                <p:to>
                                  <p:strVal val="hidden"/>
                                </p:to>
                              </p:set>
                            </p:childTnLst>
                          </p:cTn>
                        </p:par>
                        <p:par>
                          <p:cTn id="44" presetID="1" presetClass="entr" presetSubtype="0" fill="hold" nodeType="withEffect">
                            <p:stCondLst>
                              <p:cond delay="2500"/>
                            </p:stCondLst>
                            <p:childTnLst>
                              <p:set>
                                <p:cBhvr>
                                  <p:cTn id="45" dur="1" fill="hold">
                                    <p:stCondLst>
                                      <p:cond delay="0"/>
                                    </p:stCondLst>
                                  </p:cTn>
                                  <p:tgtEl>
                                    <p:spTgt spid="22"/>
                                  </p:tgtEl>
                                  <p:attrNameLst>
                                    <p:attrName>style.visibility</p:attrName>
                                  </p:attrNameLst>
                                </p:cBhvr>
                                <p:to>
                                  <p:strVal val="visible"/>
                                </p:to>
                              </p:set>
                            </p:childTnLst>
                          </p:cTn>
                        </p:par>
                        <p:par>
                          <p:cTn id="46" presetID="1" presetClass="exit" presetSubtype="0" fill="hold" nodeType="withEffect">
                            <p:stCondLst>
                              <p:cond delay="2600"/>
                            </p:stCondLst>
                            <p:childTnLst>
                              <p:set>
                                <p:cBhvr>
                                  <p:cTn id="47" dur="1" fill="hold">
                                    <p:stCondLst>
                                      <p:cond delay="0"/>
                                    </p:stCondLst>
                                  </p:cTn>
                                  <p:tgtEl>
                                    <p:spTgt spid="22"/>
                                  </p:tgtEl>
                                  <p:attrNameLst>
                                    <p:attrName>style.visibility</p:attrName>
                                  </p:attrNameLst>
                                </p:cBhvr>
                                <p:to>
                                  <p:strVal val="hidden"/>
                                </p:to>
                              </p:set>
                            </p:childTnLst>
                          </p:cTn>
                        </p:par>
                        <p:par>
                          <p:cTn id="48" presetID="1" presetClass="entr" presetSubtype="0" fill="hold" nodeType="withEffect">
                            <p:stCondLst>
                              <p:cond delay="2600"/>
                            </p:stCondLst>
                            <p:childTnLst>
                              <p:set>
                                <p:cBhvr>
                                  <p:cTn id="49" dur="1" fill="hold">
                                    <p:stCondLst>
                                      <p:cond delay="0"/>
                                    </p:stCondLst>
                                  </p:cTn>
                                  <p:tgtEl>
                                    <p:spTgt spid="23"/>
                                  </p:tgtEl>
                                  <p:attrNameLst>
                                    <p:attrName>style.visibility</p:attrName>
                                  </p:attrNameLst>
                                </p:cBhvr>
                                <p:to>
                                  <p:strVal val="visible"/>
                                </p:to>
                              </p:set>
                            </p:childTnLst>
                          </p:cTn>
                        </p:par>
                        <p:par>
                          <p:cTn id="50" presetID="1" presetClass="exit" presetSubtype="0" fill="hold" nodeType="withEffect">
                            <p:stCondLst>
                              <p:cond delay="2700"/>
                            </p:stCondLst>
                            <p:childTnLst>
                              <p:set>
                                <p:cBhvr>
                                  <p:cTn id="51" dur="1" fill="hold">
                                    <p:stCondLst>
                                      <p:cond delay="0"/>
                                    </p:stCondLst>
                                  </p:cTn>
                                  <p:tgtEl>
                                    <p:spTgt spid="23"/>
                                  </p:tgtEl>
                                  <p:attrNameLst>
                                    <p:attrName>style.visibility</p:attrName>
                                  </p:attrNameLst>
                                </p:cBhvr>
                                <p:to>
                                  <p:strVal val="hidden"/>
                                </p:to>
                              </p:set>
                            </p:childTnLst>
                          </p:cTn>
                        </p:par>
                        <p:par>
                          <p:cTn id="52" presetID="1" presetClass="entr" presetSubtype="0" fill="hold" nodeType="withEffect">
                            <p:stCondLst>
                              <p:cond delay="2700"/>
                            </p:stCondLst>
                            <p:childTnLst>
                              <p:set>
                                <p:cBhvr>
                                  <p:cTn id="53" dur="1" fill="hold">
                                    <p:stCondLst>
                                      <p:cond delay="0"/>
                                    </p:stCondLst>
                                  </p:cTn>
                                  <p:tgtEl>
                                    <p:spTgt spid="24"/>
                                  </p:tgtEl>
                                  <p:attrNameLst>
                                    <p:attrName>style.visibility</p:attrName>
                                  </p:attrNameLst>
                                </p:cBhvr>
                                <p:to>
                                  <p:strVal val="visible"/>
                                </p:to>
                              </p:set>
                            </p:childTnLst>
                          </p:cTn>
                        </p:par>
                        <p:par>
                          <p:cTn id="54" presetID="1" presetClass="exit" presetSubtype="0" fill="hold" nodeType="withEffect">
                            <p:stCondLst>
                              <p:cond delay="2800"/>
                            </p:stCondLst>
                            <p:childTnLst>
                              <p:set>
                                <p:cBhvr>
                                  <p:cTn id="55" dur="1" fill="hold">
                                    <p:stCondLst>
                                      <p:cond delay="0"/>
                                    </p:stCondLst>
                                  </p:cTn>
                                  <p:tgtEl>
                                    <p:spTgt spid="24"/>
                                  </p:tgtEl>
                                  <p:attrNameLst>
                                    <p:attrName>style.visibility</p:attrName>
                                  </p:attrNameLst>
                                </p:cBhvr>
                                <p:to>
                                  <p:strVal val="hidden"/>
                                </p:to>
                              </p:set>
                            </p:childTnLst>
                          </p:cTn>
                        </p:par>
                        <p:par>
                          <p:cTn id="56" presetID="1" presetClass="entr" presetSubtype="0" fill="hold" nodeType="withEffect">
                            <p:stCondLst>
                              <p:cond delay="2800"/>
                            </p:stCondLst>
                            <p:childTnLst>
                              <p:set>
                                <p:cBhvr>
                                  <p:cTn id="57" dur="1" fill="hold">
                                    <p:stCondLst>
                                      <p:cond delay="0"/>
                                    </p:stCondLst>
                                  </p:cTn>
                                  <p:tgtEl>
                                    <p:spTgt spid="25"/>
                                  </p:tgtEl>
                                  <p:attrNameLst>
                                    <p:attrName>style.visibility</p:attrName>
                                  </p:attrNameLst>
                                </p:cBhvr>
                                <p:to>
                                  <p:strVal val="visible"/>
                                </p:to>
                              </p:set>
                            </p:childTnLst>
                          </p:cTn>
                        </p:par>
                        <p:par>
                          <p:cTn id="58" presetID="1" presetClass="exit" presetSubtype="0" fill="hold" nodeType="withEffect">
                            <p:stCondLst>
                              <p:cond delay="3000"/>
                            </p:stCondLst>
                            <p:childTnLst>
                              <p:set>
                                <p:cBhvr>
                                  <p:cTn id="59" dur="1" fill="hold">
                                    <p:stCondLst>
                                      <p:cond delay="0"/>
                                    </p:stCondLst>
                                  </p:cTn>
                                  <p:tgtEl>
                                    <p:spTgt spid="25"/>
                                  </p:tgtEl>
                                  <p:attrNameLst>
                                    <p:attrName>style.visibility</p:attrName>
                                  </p:attrNameLst>
                                </p:cBhvr>
                                <p:to>
                                  <p:strVal val="hidden"/>
                                </p:to>
                              </p:set>
                            </p:childTnLst>
                          </p:cTn>
                        </p:par>
                        <p:par>
                          <p:cTn id="60" presetID="1" presetClass="entr" presetSubtype="0" fill="hold" nodeType="withEffect">
                            <p:stCondLst>
                              <p:cond delay="3000"/>
                            </p:stCondLst>
                            <p:childTnLst>
                              <p:set>
                                <p:cBhvr>
                                  <p:cTn id="61" dur="1" fill="hold">
                                    <p:stCondLst>
                                      <p:cond delay="0"/>
                                    </p:stCondLst>
                                  </p:cTn>
                                  <p:tgtEl>
                                    <p:spTgt spid="26"/>
                                  </p:tgtEl>
                                  <p:attrNameLst>
                                    <p:attrName>style.visibility</p:attrName>
                                  </p:attrNameLst>
                                </p:cBhvr>
                                <p:to>
                                  <p:strVal val="visible"/>
                                </p:to>
                              </p:set>
                            </p:childTnLst>
                          </p:cTn>
                        </p:par>
                        <p:par>
                          <p:cTn id="62" presetID="1" presetClass="exit" presetSubtype="0" fill="hold" nodeType="withEffect">
                            <p:stCondLst>
                              <p:cond delay="3100"/>
                            </p:stCondLst>
                            <p:childTnLst>
                              <p:set>
                                <p:cBhvr>
                                  <p:cTn id="63" dur="1" fill="hold">
                                    <p:stCondLst>
                                      <p:cond delay="0"/>
                                    </p:stCondLst>
                                  </p:cTn>
                                  <p:tgtEl>
                                    <p:spTgt spid="26"/>
                                  </p:tgtEl>
                                  <p:attrNameLst>
                                    <p:attrName>style.visibility</p:attrName>
                                  </p:attrNameLst>
                                </p:cBhvr>
                                <p:to>
                                  <p:strVal val="hidden"/>
                                </p:to>
                              </p:set>
                            </p:childTnLst>
                          </p:cTn>
                        </p:par>
                        <p:par>
                          <p:cTn id="64" presetID="1" presetClass="entr" presetSubtype="0" fill="hold" nodeType="withEffect">
                            <p:stCondLst>
                              <p:cond delay="3100"/>
                            </p:stCondLst>
                            <p:childTnLst>
                              <p:set>
                                <p:cBhvr>
                                  <p:cTn id="65" dur="1" fill="hold">
                                    <p:stCondLst>
                                      <p:cond delay="0"/>
                                    </p:stCondLst>
                                  </p:cTn>
                                  <p:tgtEl>
                                    <p:spTgt spid="27"/>
                                  </p:tgtEl>
                                  <p:attrNameLst>
                                    <p:attrName>style.visibility</p:attrName>
                                  </p:attrNameLst>
                                </p:cBhvr>
                                <p:to>
                                  <p:strVal val="visible"/>
                                </p:to>
                              </p:set>
                            </p:childTnLst>
                          </p:cTn>
                        </p:par>
                        <p:par>
                          <p:cTn id="66" presetID="1" presetClass="exit" presetSubtype="0" fill="hold" nodeType="withEffect">
                            <p:stCondLst>
                              <p:cond delay="3200"/>
                            </p:stCondLst>
                            <p:childTnLst>
                              <p:set>
                                <p:cBhvr>
                                  <p:cTn id="67" dur="1" fill="hold">
                                    <p:stCondLst>
                                      <p:cond delay="0"/>
                                    </p:stCondLst>
                                  </p:cTn>
                                  <p:tgtEl>
                                    <p:spTgt spid="27"/>
                                  </p:tgtEl>
                                  <p:attrNameLst>
                                    <p:attrName>style.visibility</p:attrName>
                                  </p:attrNameLst>
                                </p:cBhvr>
                                <p:to>
                                  <p:strVal val="hidden"/>
                                </p:to>
                              </p:set>
                            </p:childTnLst>
                          </p:cTn>
                        </p:par>
                        <p:par>
                          <p:cTn id="68" presetID="1" presetClass="entr" presetSubtype="0" fill="hold" nodeType="withEffect">
                            <p:stCondLst>
                              <p:cond delay="3200"/>
                            </p:stCondLst>
                            <p:childTnLst>
                              <p:set>
                                <p:cBhvr>
                                  <p:cTn id="69" dur="1" fill="hold">
                                    <p:stCondLst>
                                      <p:cond delay="0"/>
                                    </p:stCondLst>
                                  </p:cTn>
                                  <p:tgtEl>
                                    <p:spTgt spid="28"/>
                                  </p:tgtEl>
                                  <p:attrNameLst>
                                    <p:attrName>style.visibility</p:attrName>
                                  </p:attrNameLst>
                                </p:cBhvr>
                                <p:to>
                                  <p:strVal val="visible"/>
                                </p:to>
                              </p:set>
                            </p:childTnLst>
                          </p:cTn>
                        </p:par>
                        <p:par>
                          <p:cTn id="70" presetID="1" presetClass="exit" presetSubtype="0" fill="hold" nodeType="withEffect">
                            <p:stCondLst>
                              <p:cond delay="3300"/>
                            </p:stCondLst>
                            <p:childTnLst>
                              <p:set>
                                <p:cBhvr>
                                  <p:cTn id="71" dur="1" fill="hold">
                                    <p:stCondLst>
                                      <p:cond delay="0"/>
                                    </p:stCondLst>
                                  </p:cTn>
                                  <p:tgtEl>
                                    <p:spTgt spid="28"/>
                                  </p:tgtEl>
                                  <p:attrNameLst>
                                    <p:attrName>style.visibility</p:attrName>
                                  </p:attrNameLst>
                                </p:cBhvr>
                                <p:to>
                                  <p:strVal val="hidden"/>
                                </p:to>
                              </p:set>
                            </p:childTnLst>
                          </p:cTn>
                        </p:par>
                        <p:par>
                          <p:cTn id="72" presetID="1" presetClass="entr" presetSubtype="0" fill="hold" nodeType="withEffect">
                            <p:stCondLst>
                              <p:cond delay="3300"/>
                            </p:stCondLst>
                            <p:childTnLst>
                              <p:set>
                                <p:cBhvr>
                                  <p:cTn id="73" dur="1" fill="hold">
                                    <p:stCondLst>
                                      <p:cond delay="0"/>
                                    </p:stCondLst>
                                  </p:cTn>
                                  <p:tgtEl>
                                    <p:spTgt spid="29"/>
                                  </p:tgtEl>
                                  <p:attrNameLst>
                                    <p:attrName>style.visibility</p:attrName>
                                  </p:attrNameLst>
                                </p:cBhvr>
                                <p:to>
                                  <p:strVal val="visible"/>
                                </p:to>
                              </p:set>
                            </p:childTnLst>
                          </p:cTn>
                        </p:par>
                        <p:par>
                          <p:cTn id="74" presetID="1" presetClass="exit" presetSubtype="0" fill="hold" nodeType="withEffect">
                            <p:stCondLst>
                              <p:cond delay="3400"/>
                            </p:stCondLst>
                            <p:childTnLst>
                              <p:set>
                                <p:cBhvr>
                                  <p:cTn id="75" dur="1" fill="hold">
                                    <p:stCondLst>
                                      <p:cond delay="0"/>
                                    </p:stCondLst>
                                  </p:cTn>
                                  <p:tgtEl>
                                    <p:spTgt spid="29"/>
                                  </p:tgtEl>
                                  <p:attrNameLst>
                                    <p:attrName>style.visibility</p:attrName>
                                  </p:attrNameLst>
                                </p:cBhvr>
                                <p:to>
                                  <p:strVal val="hidden"/>
                                </p:to>
                              </p:set>
                            </p:childTnLst>
                          </p:cTn>
                        </p:par>
                        <p:par>
                          <p:cTn id="76" presetID="1" presetClass="entr" presetSubtype="0" fill="hold" nodeType="withEffect">
                            <p:stCondLst>
                              <p:cond delay="3400"/>
                            </p:stCondLst>
                            <p:childTnLst>
                              <p:set>
                                <p:cBhvr>
                                  <p:cTn id="77" dur="1" fill="hold">
                                    <p:stCondLst>
                                      <p:cond delay="0"/>
                                    </p:stCondLst>
                                  </p:cTn>
                                  <p:tgtEl>
                                    <p:spTgt spid="30"/>
                                  </p:tgtEl>
                                  <p:attrNameLst>
                                    <p:attrName>style.visibility</p:attrName>
                                  </p:attrNameLst>
                                </p:cBhvr>
                                <p:to>
                                  <p:strVal val="visible"/>
                                </p:to>
                              </p:set>
                            </p:childTnLst>
                          </p:cTn>
                        </p:par>
                        <p:par>
                          <p:cTn id="78" presetID="1" presetClass="exit" presetSubtype="0" fill="hold" nodeType="withEffect">
                            <p:stCondLst>
                              <p:cond delay="3500"/>
                            </p:stCondLst>
                            <p:childTnLst>
                              <p:set>
                                <p:cBhvr>
                                  <p:cTn id="79" dur="1" fill="hold">
                                    <p:stCondLst>
                                      <p:cond delay="0"/>
                                    </p:stCondLst>
                                  </p:cTn>
                                  <p:tgtEl>
                                    <p:spTgt spid="30"/>
                                  </p:tgtEl>
                                  <p:attrNameLst>
                                    <p:attrName>style.visibility</p:attrName>
                                  </p:attrNameLst>
                                </p:cBhvr>
                                <p:to>
                                  <p:strVal val="hidden"/>
                                </p:to>
                              </p:set>
                            </p:childTnLst>
                          </p:cTn>
                        </p:par>
                        <p:par>
                          <p:cTn id="80" presetID="1" presetClass="entr" presetSubtype="0" fill="hold" nodeType="withEffect">
                            <p:stCondLst>
                              <p:cond delay="3500"/>
                            </p:stCondLst>
                            <p:childTnLst>
                              <p:set>
                                <p:cBhvr>
                                  <p:cTn id="81" dur="1" fill="hold">
                                    <p:stCondLst>
                                      <p:cond delay="0"/>
                                    </p:stCondLst>
                                  </p:cTn>
                                  <p:tgtEl>
                                    <p:spTgt spid="31"/>
                                  </p:tgtEl>
                                  <p:attrNameLst>
                                    <p:attrName>style.visibility</p:attrName>
                                  </p:attrNameLst>
                                </p:cBhvr>
                                <p:to>
                                  <p:strVal val="visible"/>
                                </p:to>
                              </p:set>
                            </p:childTnLst>
                          </p:cTn>
                        </p:par>
                        <p:par>
                          <p:cTn id="82" presetID="1" presetClass="exit" presetSubtype="0" fill="hold" nodeType="withEffect">
                            <p:stCondLst>
                              <p:cond delay="3600"/>
                            </p:stCondLst>
                            <p:childTnLst>
                              <p:set>
                                <p:cBhvr>
                                  <p:cTn id="83" dur="1" fill="hold">
                                    <p:stCondLst>
                                      <p:cond delay="0"/>
                                    </p:stCondLst>
                                  </p:cTn>
                                  <p:tgtEl>
                                    <p:spTgt spid="31"/>
                                  </p:tgtEl>
                                  <p:attrNameLst>
                                    <p:attrName>style.visibility</p:attrName>
                                  </p:attrNameLst>
                                </p:cBhvr>
                                <p:to>
                                  <p:strVal val="hidden"/>
                                </p:to>
                              </p:set>
                            </p:childTnLst>
                          </p:cTn>
                        </p:par>
                        <p:par>
                          <p:cTn id="84" presetID="1" presetClass="entr" presetSubtype="0" fill="hold" nodeType="withEffect">
                            <p:stCondLst>
                              <p:cond delay="3600"/>
                            </p:stCondLst>
                            <p:childTnLst>
                              <p:set>
                                <p:cBhvr>
                                  <p:cTn id="85" dur="1" fill="hold">
                                    <p:stCondLst>
                                      <p:cond delay="0"/>
                                    </p:stCondLst>
                                  </p:cTn>
                                  <p:tgtEl>
                                    <p:spTgt spid="32"/>
                                  </p:tgtEl>
                                  <p:attrNameLst>
                                    <p:attrName>style.visibility</p:attrName>
                                  </p:attrNameLst>
                                </p:cBhvr>
                                <p:to>
                                  <p:strVal val="visible"/>
                                </p:to>
                              </p:set>
                            </p:childTnLst>
                          </p:cTn>
                        </p:par>
                        <p:par>
                          <p:cTn id="86" presetID="1" presetClass="exit" presetSubtype="0" fill="hold" nodeType="withEffect">
                            <p:stCondLst>
                              <p:cond delay="3700"/>
                            </p:stCondLst>
                            <p:childTnLst>
                              <p:set>
                                <p:cBhvr>
                                  <p:cTn id="87" dur="1" fill="hold">
                                    <p:stCondLst>
                                      <p:cond delay="0"/>
                                    </p:stCondLst>
                                  </p:cTn>
                                  <p:tgtEl>
                                    <p:spTgt spid="32"/>
                                  </p:tgtEl>
                                  <p:attrNameLst>
                                    <p:attrName>style.visibility</p:attrName>
                                  </p:attrNameLst>
                                </p:cBhvr>
                                <p:to>
                                  <p:strVal val="hidden"/>
                                </p:to>
                              </p:set>
                            </p:childTnLst>
                          </p:cTn>
                        </p:par>
                        <p:par>
                          <p:cTn id="88" presetID="1" presetClass="entr" presetSubtype="0" fill="hold" nodeType="withEffect">
                            <p:stCondLst>
                              <p:cond delay="3700"/>
                            </p:stCondLst>
                            <p:childTnLst>
                              <p:set>
                                <p:cBhvr>
                                  <p:cTn id="89" dur="1" fill="hold">
                                    <p:stCondLst>
                                      <p:cond delay="0"/>
                                    </p:stCondLst>
                                  </p:cTn>
                                  <p:tgtEl>
                                    <p:spTgt spid="33"/>
                                  </p:tgtEl>
                                  <p:attrNameLst>
                                    <p:attrName>style.visibility</p:attrName>
                                  </p:attrNameLst>
                                </p:cBhvr>
                                <p:to>
                                  <p:strVal val="visible"/>
                                </p:to>
                              </p:set>
                            </p:childTnLst>
                          </p:cTn>
                        </p:par>
                        <p:par>
                          <p:cTn id="90" presetID="1" presetClass="exit" presetSubtype="0" fill="hold" nodeType="withEffect">
                            <p:stCondLst>
                              <p:cond delay="3800"/>
                            </p:stCondLst>
                            <p:childTnLst>
                              <p:set>
                                <p:cBhvr>
                                  <p:cTn id="91" dur="1" fill="hold">
                                    <p:stCondLst>
                                      <p:cond delay="0"/>
                                    </p:stCondLst>
                                  </p:cTn>
                                  <p:tgtEl>
                                    <p:spTgt spid="33"/>
                                  </p:tgtEl>
                                  <p:attrNameLst>
                                    <p:attrName>style.visibility</p:attrName>
                                  </p:attrNameLst>
                                </p:cBhvr>
                                <p:to>
                                  <p:strVal val="hidden"/>
                                </p:to>
                              </p:set>
                            </p:childTnLst>
                          </p:cTn>
                        </p:par>
                        <p:par>
                          <p:cTn id="92" presetID="1" presetClass="entr" presetSubtype="0" fill="hold" nodeType="withEffect">
                            <p:stCondLst>
                              <p:cond delay="3800"/>
                            </p:stCondLst>
                            <p:childTnLst>
                              <p:set>
                                <p:cBhvr>
                                  <p:cTn id="93" dur="1" fill="hold">
                                    <p:stCondLst>
                                      <p:cond delay="0"/>
                                    </p:stCondLst>
                                  </p:cTn>
                                  <p:tgtEl>
                                    <p:spTgt spid="34"/>
                                  </p:tgtEl>
                                  <p:attrNameLst>
                                    <p:attrName>style.visibility</p:attrName>
                                  </p:attrNameLst>
                                </p:cBhvr>
                                <p:to>
                                  <p:strVal val="visible"/>
                                </p:to>
                              </p:set>
                            </p:childTnLst>
                          </p:cTn>
                        </p:par>
                        <p:par>
                          <p:cTn id="94" presetID="1" presetClass="exit" presetSubtype="0" fill="hold" nodeType="withEffect">
                            <p:stCondLst>
                              <p:cond delay="3900"/>
                            </p:stCondLst>
                            <p:childTnLst>
                              <p:set>
                                <p:cBhvr>
                                  <p:cTn id="95" dur="1" fill="hold">
                                    <p:stCondLst>
                                      <p:cond delay="0"/>
                                    </p:stCondLst>
                                  </p:cTn>
                                  <p:tgtEl>
                                    <p:spTgt spid="34"/>
                                  </p:tgtEl>
                                  <p:attrNameLst>
                                    <p:attrName>style.visibility</p:attrName>
                                  </p:attrNameLst>
                                </p:cBhvr>
                                <p:to>
                                  <p:strVal val="hidden"/>
                                </p:to>
                              </p:set>
                            </p:childTnLst>
                          </p:cTn>
                        </p:par>
                        <p:par>
                          <p:cTn id="96" presetID="1" presetClass="entr" presetSubtype="0" fill="hold" nodeType="withEffect">
                            <p:stCondLst>
                              <p:cond delay="3900"/>
                            </p:stCondLst>
                            <p:childTnLst>
                              <p:set>
                                <p:cBhvr>
                                  <p:cTn id="97" dur="1" fill="hold">
                                    <p:stCondLst>
                                      <p:cond delay="0"/>
                                    </p:stCondLst>
                                  </p:cTn>
                                  <p:tgtEl>
                                    <p:spTgt spid="35"/>
                                  </p:tgtEl>
                                  <p:attrNameLst>
                                    <p:attrName>style.visibility</p:attrName>
                                  </p:attrNameLst>
                                </p:cBhvr>
                                <p:to>
                                  <p:strVal val="visible"/>
                                </p:to>
                              </p:set>
                            </p:childTnLst>
                          </p:cTn>
                        </p:par>
                        <p:par>
                          <p:cTn id="98" presetID="1" presetClass="exit" presetSubtype="0" fill="hold" nodeType="withEffect">
                            <p:stCondLst>
                              <p:cond delay="4000"/>
                            </p:stCondLst>
                            <p:childTnLst>
                              <p:set>
                                <p:cBhvr>
                                  <p:cTn id="99" dur="1" fill="hold">
                                    <p:stCondLst>
                                      <p:cond delay="0"/>
                                    </p:stCondLst>
                                  </p:cTn>
                                  <p:tgtEl>
                                    <p:spTgt spid="35"/>
                                  </p:tgtEl>
                                  <p:attrNameLst>
                                    <p:attrName>style.visibility</p:attrName>
                                  </p:attrNameLst>
                                </p:cBhvr>
                                <p:to>
                                  <p:strVal val="hidden"/>
                                </p:to>
                              </p:set>
                            </p:childTnLst>
                          </p:cTn>
                        </p:par>
                        <p:par>
                          <p:cTn id="100" presetID="1" presetClass="entr" presetSubtype="0" fill="hold" nodeType="withEffect">
                            <p:stCondLst>
                              <p:cond delay="4000"/>
                            </p:stCondLst>
                            <p:childTnLst>
                              <p:set>
                                <p:cBhvr>
                                  <p:cTn id="101" dur="1" fill="hold">
                                    <p:stCondLst>
                                      <p:cond delay="0"/>
                                    </p:stCondLst>
                                  </p:cTn>
                                  <p:tgtEl>
                                    <p:spTgt spid="36"/>
                                  </p:tgtEl>
                                  <p:attrNameLst>
                                    <p:attrName>style.visibility</p:attrName>
                                  </p:attrNameLst>
                                </p:cBhvr>
                                <p:to>
                                  <p:strVal val="visible"/>
                                </p:to>
                              </p:set>
                            </p:childTnLst>
                          </p:cTn>
                        </p:par>
                        <p:par>
                          <p:cTn id="102" presetID="1" presetClass="exit" presetSubtype="0" fill="hold" nodeType="withEffect">
                            <p:stCondLst>
                              <p:cond delay="4100"/>
                            </p:stCondLst>
                            <p:childTnLst>
                              <p:set>
                                <p:cBhvr>
                                  <p:cTn id="103" dur="1" fill="hold">
                                    <p:stCondLst>
                                      <p:cond delay="0"/>
                                    </p:stCondLst>
                                  </p:cTn>
                                  <p:tgtEl>
                                    <p:spTgt spid="36"/>
                                  </p:tgtEl>
                                  <p:attrNameLst>
                                    <p:attrName>style.visibility</p:attrName>
                                  </p:attrNameLst>
                                </p:cBhvr>
                                <p:to>
                                  <p:strVal val="hidden"/>
                                </p:to>
                              </p:set>
                            </p:childTnLst>
                          </p:cTn>
                        </p:par>
                        <p:par>
                          <p:cTn id="104" presetID="1" presetClass="entr" presetSubtype="0" fill="hold" nodeType="withEffect">
                            <p:stCondLst>
                              <p:cond delay="4100"/>
                            </p:stCondLst>
                            <p:childTnLst>
                              <p:set>
                                <p:cBhvr>
                                  <p:cTn id="105" dur="1" fill="hold">
                                    <p:stCondLst>
                                      <p:cond delay="0"/>
                                    </p:stCondLst>
                                  </p:cTn>
                                  <p:tgtEl>
                                    <p:spTgt spid="37"/>
                                  </p:tgtEl>
                                  <p:attrNameLst>
                                    <p:attrName>style.visibility</p:attrName>
                                  </p:attrNameLst>
                                </p:cBhvr>
                                <p:to>
                                  <p:strVal val="visible"/>
                                </p:to>
                              </p:set>
                            </p:childTnLst>
                          </p:cTn>
                        </p:par>
                        <p:par>
                          <p:cTn id="106" presetID="1" presetClass="exit" presetSubtype="0" fill="hold" nodeType="withEffect">
                            <p:stCondLst>
                              <p:cond delay="4200"/>
                            </p:stCondLst>
                            <p:childTnLst>
                              <p:set>
                                <p:cBhvr>
                                  <p:cTn id="107" dur="1" fill="hold">
                                    <p:stCondLst>
                                      <p:cond delay="0"/>
                                    </p:stCondLst>
                                  </p:cTn>
                                  <p:tgtEl>
                                    <p:spTgt spid="37"/>
                                  </p:tgtEl>
                                  <p:attrNameLst>
                                    <p:attrName>style.visibility</p:attrName>
                                  </p:attrNameLst>
                                </p:cBhvr>
                                <p:to>
                                  <p:strVal val="hidden"/>
                                </p:to>
                              </p:set>
                            </p:childTnLst>
                          </p:cTn>
                        </p:par>
                        <p:par>
                          <p:cTn id="108" presetID="1" presetClass="entr" presetSubtype="0" fill="hold" nodeType="withEffect">
                            <p:stCondLst>
                              <p:cond delay="4200"/>
                            </p:stCondLst>
                            <p:childTnLst>
                              <p:set>
                                <p:cBhvr>
                                  <p:cTn id="109" dur="1" fill="hold">
                                    <p:stCondLst>
                                      <p:cond delay="0"/>
                                    </p:stCondLst>
                                  </p:cTn>
                                  <p:tgtEl>
                                    <p:spTgt spid="38"/>
                                  </p:tgtEl>
                                  <p:attrNameLst>
                                    <p:attrName>style.visibility</p:attrName>
                                  </p:attrNameLst>
                                </p:cBhvr>
                                <p:to>
                                  <p:strVal val="visible"/>
                                </p:to>
                              </p:set>
                            </p:childTnLst>
                          </p:cTn>
                        </p:par>
                        <p:par>
                          <p:cTn id="110" presetID="1" presetClass="exit" presetSubtype="0" fill="hold" nodeType="withEffect">
                            <p:stCondLst>
                              <p:cond delay="4300"/>
                            </p:stCondLst>
                            <p:childTnLst>
                              <p:set>
                                <p:cBhvr>
                                  <p:cTn id="111" dur="1" fill="hold">
                                    <p:stCondLst>
                                      <p:cond delay="0"/>
                                    </p:stCondLst>
                                  </p:cTn>
                                  <p:tgtEl>
                                    <p:spTgt spid="38"/>
                                  </p:tgtEl>
                                  <p:attrNameLst>
                                    <p:attrName>style.visibility</p:attrName>
                                  </p:attrNameLst>
                                </p:cBhvr>
                                <p:to>
                                  <p:strVal val="hidden"/>
                                </p:to>
                              </p:set>
                            </p:childTnLst>
                          </p:cTn>
                        </p:par>
                        <p:par>
                          <p:cTn id="112" presetID="1" presetClass="entr" presetSubtype="0" fill="hold" nodeType="withEffect">
                            <p:stCondLst>
                              <p:cond delay="4300"/>
                            </p:stCondLst>
                            <p:childTnLst>
                              <p:set>
                                <p:cBhvr>
                                  <p:cTn id="113" dur="1" fill="hold">
                                    <p:stCondLst>
                                      <p:cond delay="0"/>
                                    </p:stCondLst>
                                  </p:cTn>
                                  <p:tgtEl>
                                    <p:spTgt spid="39"/>
                                  </p:tgtEl>
                                  <p:attrNameLst>
                                    <p:attrName>style.visibility</p:attrName>
                                  </p:attrNameLst>
                                </p:cBhvr>
                                <p:to>
                                  <p:strVal val="visible"/>
                                </p:to>
                              </p:set>
                            </p:childTnLst>
                          </p:cTn>
                        </p:par>
                        <p:par>
                          <p:cTn id="114" presetID="1" presetClass="exit" presetSubtype="0" fill="hold" nodeType="withEffect">
                            <p:stCondLst>
                              <p:cond delay="4400"/>
                            </p:stCondLst>
                            <p:childTnLst>
                              <p:set>
                                <p:cBhvr>
                                  <p:cTn id="115" dur="1" fill="hold">
                                    <p:stCondLst>
                                      <p:cond delay="0"/>
                                    </p:stCondLst>
                                  </p:cTn>
                                  <p:tgtEl>
                                    <p:spTgt spid="39"/>
                                  </p:tgtEl>
                                  <p:attrNameLst>
                                    <p:attrName>style.visibility</p:attrName>
                                  </p:attrNameLst>
                                </p:cBhvr>
                                <p:to>
                                  <p:strVal val="hidden"/>
                                </p:to>
                              </p:set>
                            </p:childTnLst>
                          </p:cTn>
                        </p:par>
                        <p:par>
                          <p:cTn id="116" presetID="1" presetClass="entr" presetSubtype="0" fill="hold" nodeType="withEffect">
                            <p:stCondLst>
                              <p:cond delay="4400"/>
                            </p:stCondLst>
                            <p:childTnLst>
                              <p:set>
                                <p:cBhvr>
                                  <p:cTn id="117" dur="1" fill="hold">
                                    <p:stCondLst>
                                      <p:cond delay="0"/>
                                    </p:stCondLst>
                                  </p:cTn>
                                  <p:tgtEl>
                                    <p:spTgt spid="40"/>
                                  </p:tgtEl>
                                  <p:attrNameLst>
                                    <p:attrName>style.visibility</p:attrName>
                                  </p:attrNameLst>
                                </p:cBhvr>
                                <p:to>
                                  <p:strVal val="visible"/>
                                </p:to>
                              </p:set>
                            </p:childTnLst>
                          </p:cTn>
                        </p:par>
                        <p:par>
                          <p:cTn id="118" presetID="1" presetClass="exit" presetSubtype="0" fill="hold" nodeType="withEffect">
                            <p:stCondLst>
                              <p:cond delay="4500"/>
                            </p:stCondLst>
                            <p:childTnLst>
                              <p:set>
                                <p:cBhvr>
                                  <p:cTn id="119" dur="1" fill="hold">
                                    <p:stCondLst>
                                      <p:cond delay="0"/>
                                    </p:stCondLst>
                                  </p:cTn>
                                  <p:tgtEl>
                                    <p:spTgt spid="40"/>
                                  </p:tgtEl>
                                  <p:attrNameLst>
                                    <p:attrName>style.visibility</p:attrName>
                                  </p:attrNameLst>
                                </p:cBhvr>
                                <p:to>
                                  <p:strVal val="hidden"/>
                                </p:to>
                              </p:set>
                            </p:childTnLst>
                          </p:cTn>
                        </p:par>
                        <p:par>
                          <p:cTn id="120" presetID="1" presetClass="entr" presetSubtype="0" fill="hold" nodeType="withEffect">
                            <p:stCondLst>
                              <p:cond delay="4500"/>
                            </p:stCondLst>
                            <p:childTnLst>
                              <p:set>
                                <p:cBhvr>
                                  <p:cTn id="121" dur="1" fill="hold">
                                    <p:stCondLst>
                                      <p:cond delay="0"/>
                                    </p:stCondLst>
                                  </p:cTn>
                                  <p:tgtEl>
                                    <p:spTgt spid="41"/>
                                  </p:tgtEl>
                                  <p:attrNameLst>
                                    <p:attrName>style.visibility</p:attrName>
                                  </p:attrNameLst>
                                </p:cBhvr>
                                <p:to>
                                  <p:strVal val="visible"/>
                                </p:to>
                              </p:set>
                            </p:childTnLst>
                          </p:cTn>
                        </p:par>
                        <p:par>
                          <p:cTn id="122" presetID="1" presetClass="exit" presetSubtype="0" fill="hold" nodeType="withEffect">
                            <p:stCondLst>
                              <p:cond delay="4600"/>
                            </p:stCondLst>
                            <p:childTnLst>
                              <p:set>
                                <p:cBhvr>
                                  <p:cTn id="123" dur="1" fill="hold">
                                    <p:stCondLst>
                                      <p:cond delay="0"/>
                                    </p:stCondLst>
                                  </p:cTn>
                                  <p:tgtEl>
                                    <p:spTgt spid="41"/>
                                  </p:tgtEl>
                                  <p:attrNameLst>
                                    <p:attrName>style.visibility</p:attrName>
                                  </p:attrNameLst>
                                </p:cBhvr>
                                <p:to>
                                  <p:strVal val="hidden"/>
                                </p:to>
                              </p:set>
                            </p:childTnLst>
                          </p:cTn>
                        </p:par>
                        <p:par>
                          <p:cTn id="124" presetID="1" presetClass="entr" presetSubtype="0" fill="hold" nodeType="withEffect">
                            <p:stCondLst>
                              <p:cond delay="4600"/>
                            </p:stCondLst>
                            <p:childTnLst>
                              <p:set>
                                <p:cBhvr>
                                  <p:cTn id="125" dur="1" fill="hold">
                                    <p:stCondLst>
                                      <p:cond delay="0"/>
                                    </p:stCondLst>
                                  </p:cTn>
                                  <p:tgtEl>
                                    <p:spTgt spid="42"/>
                                  </p:tgtEl>
                                  <p:attrNameLst>
                                    <p:attrName>style.visibility</p:attrName>
                                  </p:attrNameLst>
                                </p:cBhvr>
                                <p:to>
                                  <p:strVal val="visible"/>
                                </p:to>
                              </p:set>
                            </p:childTnLst>
                          </p:cTn>
                        </p:par>
                        <p:par>
                          <p:cTn id="126" presetID="1" presetClass="exit" presetSubtype="0" fill="hold" nodeType="withEffect">
                            <p:stCondLst>
                              <p:cond delay="4700"/>
                            </p:stCondLst>
                            <p:childTnLst>
                              <p:set>
                                <p:cBhvr>
                                  <p:cTn id="127" dur="1" fill="hold">
                                    <p:stCondLst>
                                      <p:cond delay="0"/>
                                    </p:stCondLst>
                                  </p:cTn>
                                  <p:tgtEl>
                                    <p:spTgt spid="42"/>
                                  </p:tgtEl>
                                  <p:attrNameLst>
                                    <p:attrName>style.visibility</p:attrName>
                                  </p:attrNameLst>
                                </p:cBhvr>
                                <p:to>
                                  <p:strVal val="hidden"/>
                                </p:to>
                              </p:set>
                            </p:childTnLst>
                          </p:cTn>
                        </p:par>
                        <p:par>
                          <p:cTn id="128" presetID="1" presetClass="entr" presetSubtype="0" fill="hold" nodeType="withEffect">
                            <p:stCondLst>
                              <p:cond delay="4700"/>
                            </p:stCondLst>
                            <p:childTnLst>
                              <p:set>
                                <p:cBhvr>
                                  <p:cTn id="129" dur="1" fill="hold">
                                    <p:stCondLst>
                                      <p:cond delay="0"/>
                                    </p:stCondLst>
                                  </p:cTn>
                                  <p:tgtEl>
                                    <p:spTgt spid="43"/>
                                  </p:tgtEl>
                                  <p:attrNameLst>
                                    <p:attrName>style.visibility</p:attrName>
                                  </p:attrNameLst>
                                </p:cBhvr>
                                <p:to>
                                  <p:strVal val="visible"/>
                                </p:to>
                              </p:set>
                            </p:childTnLst>
                          </p:cTn>
                        </p:par>
                        <p:par>
                          <p:cTn id="130" presetID="1" presetClass="exit" presetSubtype="0" fill="hold" nodeType="withEffect">
                            <p:stCondLst>
                              <p:cond delay="4800"/>
                            </p:stCondLst>
                            <p:childTnLst>
                              <p:set>
                                <p:cBhvr>
                                  <p:cTn id="131" dur="1" fill="hold">
                                    <p:stCondLst>
                                      <p:cond delay="0"/>
                                    </p:stCondLst>
                                  </p:cTn>
                                  <p:tgtEl>
                                    <p:spTgt spid="43"/>
                                  </p:tgtEl>
                                  <p:attrNameLst>
                                    <p:attrName>style.visibility</p:attrName>
                                  </p:attrNameLst>
                                </p:cBhvr>
                                <p:to>
                                  <p:strVal val="hidden"/>
                                </p:to>
                              </p:set>
                            </p:childTnLst>
                          </p:cTn>
                        </p:par>
                        <p:par>
                          <p:cTn id="132" presetID="1" presetClass="entr" presetSubtype="0" fill="hold" nodeType="withEffect">
                            <p:stCondLst>
                              <p:cond delay="4800"/>
                            </p:stCondLst>
                            <p:childTnLst>
                              <p:set>
                                <p:cBhvr>
                                  <p:cTn id="133" dur="1" fill="hold">
                                    <p:stCondLst>
                                      <p:cond delay="0"/>
                                    </p:stCondLst>
                                  </p:cTn>
                                  <p:tgtEl>
                                    <p:spTgt spid="44"/>
                                  </p:tgtEl>
                                  <p:attrNameLst>
                                    <p:attrName>style.visibility</p:attrName>
                                  </p:attrNameLst>
                                </p:cBhvr>
                                <p:to>
                                  <p:strVal val="visible"/>
                                </p:to>
                              </p:set>
                            </p:childTnLst>
                          </p:cTn>
                        </p:par>
                        <p:par>
                          <p:cTn id="134" presetID="1" presetClass="exit" presetSubtype="0" fill="hold" nodeType="withEffect">
                            <p:stCondLst>
                              <p:cond delay="4900"/>
                            </p:stCondLst>
                            <p:childTnLst>
                              <p:set>
                                <p:cBhvr>
                                  <p:cTn id="135" dur="1" fill="hold">
                                    <p:stCondLst>
                                      <p:cond delay="0"/>
                                    </p:stCondLst>
                                  </p:cTn>
                                  <p:tgtEl>
                                    <p:spTgt spid="44"/>
                                  </p:tgtEl>
                                  <p:attrNameLst>
                                    <p:attrName>style.visibility</p:attrName>
                                  </p:attrNameLst>
                                </p:cBhvr>
                                <p:to>
                                  <p:strVal val="hidden"/>
                                </p:to>
                              </p:set>
                            </p:childTnLst>
                          </p:cTn>
                        </p:par>
                        <p:par>
                          <p:cTn id="136" presetID="1" presetClass="entr" presetSubtype="0" fill="hold" nodeType="withEffect">
                            <p:stCondLst>
                              <p:cond delay="4900"/>
                            </p:stCondLst>
                            <p:childTnLst>
                              <p:set>
                                <p:cBhvr>
                                  <p:cTn id="137" dur="1" fill="hold">
                                    <p:stCondLst>
                                      <p:cond delay="0"/>
                                    </p:stCondLst>
                                  </p:cTn>
                                  <p:tgtEl>
                                    <p:spTgt spid="45"/>
                                  </p:tgtEl>
                                  <p:attrNameLst>
                                    <p:attrName>style.visibility</p:attrName>
                                  </p:attrNameLst>
                                </p:cBhvr>
                                <p:to>
                                  <p:strVal val="visible"/>
                                </p:to>
                              </p:set>
                            </p:childTnLst>
                          </p:cTn>
                        </p:par>
                        <p:par>
                          <p:cTn id="138" presetID="1" presetClass="exit" presetSubtype="0" fill="hold" nodeType="withEffect">
                            <p:stCondLst>
                              <p:cond delay="5000"/>
                            </p:stCondLst>
                            <p:childTnLst>
                              <p:set>
                                <p:cBhvr>
                                  <p:cTn id="139" dur="1" fill="hold">
                                    <p:stCondLst>
                                      <p:cond delay="0"/>
                                    </p:stCondLst>
                                  </p:cTn>
                                  <p:tgtEl>
                                    <p:spTgt spid="45"/>
                                  </p:tgtEl>
                                  <p:attrNameLst>
                                    <p:attrName>style.visibility</p:attrName>
                                  </p:attrNameLst>
                                </p:cBhvr>
                                <p:to>
                                  <p:strVal val="hidden"/>
                                </p:to>
                              </p:set>
                            </p:childTnLst>
                          </p:cTn>
                        </p:par>
                        <p:par>
                          <p:cTn id="140" presetID="1" presetClass="entr" presetSubtype="0" fill="hold" nodeType="withEffect">
                            <p:stCondLst>
                              <p:cond delay="5000"/>
                            </p:stCondLst>
                            <p:childTnLst>
                              <p:set>
                                <p:cBhvr>
                                  <p:cTn id="141" dur="1" fill="hold">
                                    <p:stCondLst>
                                      <p:cond delay="0"/>
                                    </p:stCondLst>
                                  </p:cTn>
                                  <p:tgtEl>
                                    <p:spTgt spid="46"/>
                                  </p:tgtEl>
                                  <p:attrNameLst>
                                    <p:attrName>style.visibility</p:attrName>
                                  </p:attrNameLst>
                                </p:cBhvr>
                                <p:to>
                                  <p:strVal val="visible"/>
                                </p:to>
                              </p:set>
                            </p:childTnLst>
                          </p:cTn>
                        </p:par>
                        <p:par>
                          <p:cTn id="142" presetID="1" presetClass="exit" presetSubtype="0" fill="hold" nodeType="withEffect">
                            <p:stCondLst>
                              <p:cond delay="5200"/>
                            </p:stCondLst>
                            <p:childTnLst>
                              <p:set>
                                <p:cBhvr>
                                  <p:cTn id="143" dur="1" fill="hold">
                                    <p:stCondLst>
                                      <p:cond delay="0"/>
                                    </p:stCondLst>
                                  </p:cTn>
                                  <p:tgtEl>
                                    <p:spTgt spid="46"/>
                                  </p:tgtEl>
                                  <p:attrNameLst>
                                    <p:attrName>style.visibility</p:attrName>
                                  </p:attrNameLst>
                                </p:cBhvr>
                                <p:to>
                                  <p:strVal val="hidden"/>
                                </p:to>
                              </p:set>
                            </p:childTnLst>
                          </p:cTn>
                        </p:par>
                        <p:par>
                          <p:cTn id="144" presetID="1" presetClass="entr" presetSubtype="0" fill="hold" nodeType="withEffect">
                            <p:stCondLst>
                              <p:cond delay="5200"/>
                            </p:stCondLst>
                            <p:childTnLst>
                              <p:set>
                                <p:cBhvr>
                                  <p:cTn id="145" dur="1" fill="hold">
                                    <p:stCondLst>
                                      <p:cond delay="0"/>
                                    </p:stCondLst>
                                  </p:cTn>
                                  <p:tgtEl>
                                    <p:spTgt spid="47"/>
                                  </p:tgtEl>
                                  <p:attrNameLst>
                                    <p:attrName>style.visibility</p:attrName>
                                  </p:attrNameLst>
                                </p:cBhvr>
                                <p:to>
                                  <p:strVal val="visible"/>
                                </p:to>
                              </p:set>
                            </p:childTnLst>
                          </p:cTn>
                        </p:par>
                        <p:par>
                          <p:cTn id="146" presetID="1" presetClass="exit" presetSubtype="0" fill="hold" nodeType="withEffect">
                            <p:stCondLst>
                              <p:cond delay="5300"/>
                            </p:stCondLst>
                            <p:childTnLst>
                              <p:set>
                                <p:cBhvr>
                                  <p:cTn id="147" dur="1" fill="hold">
                                    <p:stCondLst>
                                      <p:cond delay="0"/>
                                    </p:stCondLst>
                                  </p:cTn>
                                  <p:tgtEl>
                                    <p:spTgt spid="47"/>
                                  </p:tgtEl>
                                  <p:attrNameLst>
                                    <p:attrName>style.visibility</p:attrName>
                                  </p:attrNameLst>
                                </p:cBhvr>
                                <p:to>
                                  <p:strVal val="hidden"/>
                                </p:to>
                              </p:set>
                            </p:childTnLst>
                          </p:cTn>
                        </p:par>
                        <p:par>
                          <p:cTn id="148" presetID="1" presetClass="entr" presetSubtype="0" fill="hold" nodeType="withEffect">
                            <p:stCondLst>
                              <p:cond delay="5300"/>
                            </p:stCondLst>
                            <p:childTnLst>
                              <p:set>
                                <p:cBhvr>
                                  <p:cTn id="149" dur="1" fill="hold">
                                    <p:stCondLst>
                                      <p:cond delay="0"/>
                                    </p:stCondLst>
                                  </p:cTn>
                                  <p:tgtEl>
                                    <p:spTgt spid="48"/>
                                  </p:tgtEl>
                                  <p:attrNameLst>
                                    <p:attrName>style.visibility</p:attrName>
                                  </p:attrNameLst>
                                </p:cBhvr>
                                <p:to>
                                  <p:strVal val="visible"/>
                                </p:to>
                              </p:set>
                            </p:childTnLst>
                          </p:cTn>
                        </p:par>
                        <p:par>
                          <p:cTn id="150" presetID="1" presetClass="exit" presetSubtype="0" fill="hold" nodeType="withEffect">
                            <p:stCondLst>
                              <p:cond delay="5400"/>
                            </p:stCondLst>
                            <p:childTnLst>
                              <p:set>
                                <p:cBhvr>
                                  <p:cTn id="151" dur="1" fill="hold">
                                    <p:stCondLst>
                                      <p:cond delay="0"/>
                                    </p:stCondLst>
                                  </p:cTn>
                                  <p:tgtEl>
                                    <p:spTgt spid="48"/>
                                  </p:tgtEl>
                                  <p:attrNameLst>
                                    <p:attrName>style.visibility</p:attrName>
                                  </p:attrNameLst>
                                </p:cBhvr>
                                <p:to>
                                  <p:strVal val="hidden"/>
                                </p:to>
                              </p:set>
                            </p:childTnLst>
                          </p:cTn>
                        </p:par>
                        <p:par>
                          <p:cTn id="152" presetID="1" presetClass="entr" presetSubtype="0" fill="hold" nodeType="withEffect">
                            <p:stCondLst>
                              <p:cond delay="5400"/>
                            </p:stCondLst>
                            <p:childTnLst>
                              <p:set>
                                <p:cBhvr>
                                  <p:cTn id="153" dur="1" fill="hold">
                                    <p:stCondLst>
                                      <p:cond delay="0"/>
                                    </p:stCondLst>
                                  </p:cTn>
                                  <p:tgtEl>
                                    <p:spTgt spid="49"/>
                                  </p:tgtEl>
                                  <p:attrNameLst>
                                    <p:attrName>style.visibility</p:attrName>
                                  </p:attrNameLst>
                                </p:cBhvr>
                                <p:to>
                                  <p:strVal val="visible"/>
                                </p:to>
                              </p:set>
                            </p:childTnLst>
                          </p:cTn>
                        </p:par>
                        <p:par>
                          <p:cTn id="154" presetID="1" presetClass="exit" presetSubtype="0" fill="hold" nodeType="withEffect">
                            <p:stCondLst>
                              <p:cond delay="5500"/>
                            </p:stCondLst>
                            <p:childTnLst>
                              <p:set>
                                <p:cBhvr>
                                  <p:cTn id="155" dur="1" fill="hold">
                                    <p:stCondLst>
                                      <p:cond delay="0"/>
                                    </p:stCondLst>
                                  </p:cTn>
                                  <p:tgtEl>
                                    <p:spTgt spid="49"/>
                                  </p:tgtEl>
                                  <p:attrNameLst>
                                    <p:attrName>style.visibility</p:attrName>
                                  </p:attrNameLst>
                                </p:cBhvr>
                                <p:to>
                                  <p:strVal val="hidden"/>
                                </p:to>
                              </p:set>
                            </p:childTnLst>
                          </p:cTn>
                        </p:par>
                        <p:par>
                          <p:cTn id="156" presetID="1" presetClass="entr" presetSubtype="0" fill="hold" nodeType="withEffect">
                            <p:stCondLst>
                              <p:cond delay="5500"/>
                            </p:stCondLst>
                            <p:childTnLst>
                              <p:set>
                                <p:cBhvr>
                                  <p:cTn id="157" dur="1" fill="hold">
                                    <p:stCondLst>
                                      <p:cond delay="0"/>
                                    </p:stCondLst>
                                  </p:cTn>
                                  <p:tgtEl>
                                    <p:spTgt spid="50"/>
                                  </p:tgtEl>
                                  <p:attrNameLst>
                                    <p:attrName>style.visibility</p:attrName>
                                  </p:attrNameLst>
                                </p:cBhvr>
                                <p:to>
                                  <p:strVal val="visible"/>
                                </p:to>
                              </p:set>
                            </p:childTnLst>
                          </p:cTn>
                        </p:par>
                        <p:par>
                          <p:cTn id="158" presetID="1" presetClass="exit" presetSubtype="0" fill="hold" nodeType="withEffect">
                            <p:stCondLst>
                              <p:cond delay="5600"/>
                            </p:stCondLst>
                            <p:childTnLst>
                              <p:set>
                                <p:cBhvr>
                                  <p:cTn id="159" dur="1" fill="hold">
                                    <p:stCondLst>
                                      <p:cond delay="0"/>
                                    </p:stCondLst>
                                  </p:cTn>
                                  <p:tgtEl>
                                    <p:spTgt spid="50"/>
                                  </p:tgtEl>
                                  <p:attrNameLst>
                                    <p:attrName>style.visibility</p:attrName>
                                  </p:attrNameLst>
                                </p:cBhvr>
                                <p:to>
                                  <p:strVal val="hidden"/>
                                </p:to>
                              </p:set>
                            </p:childTnLst>
                          </p:cTn>
                        </p:par>
                        <p:par>
                          <p:cTn id="160" presetID="1" presetClass="entr" presetSubtype="0" fill="hold" nodeType="withEffect">
                            <p:stCondLst>
                              <p:cond delay="5600"/>
                            </p:stCondLst>
                            <p:childTnLst>
                              <p:set>
                                <p:cBhvr>
                                  <p:cTn id="161" dur="1" fill="hold">
                                    <p:stCondLst>
                                      <p:cond delay="0"/>
                                    </p:stCondLst>
                                  </p:cTn>
                                  <p:tgtEl>
                                    <p:spTgt spid="51"/>
                                  </p:tgtEl>
                                  <p:attrNameLst>
                                    <p:attrName>style.visibility</p:attrName>
                                  </p:attrNameLst>
                                </p:cBhvr>
                                <p:to>
                                  <p:strVal val="visible"/>
                                </p:to>
                              </p:set>
                            </p:childTnLst>
                          </p:cTn>
                        </p:par>
                        <p:par>
                          <p:cTn id="162" presetID="1" presetClass="exit" presetSubtype="0" fill="hold" nodeType="withEffect">
                            <p:stCondLst>
                              <p:cond delay="5700"/>
                            </p:stCondLst>
                            <p:childTnLst>
                              <p:set>
                                <p:cBhvr>
                                  <p:cTn id="163" dur="1" fill="hold">
                                    <p:stCondLst>
                                      <p:cond delay="0"/>
                                    </p:stCondLst>
                                  </p:cTn>
                                  <p:tgtEl>
                                    <p:spTgt spid="51"/>
                                  </p:tgtEl>
                                  <p:attrNameLst>
                                    <p:attrName>style.visibility</p:attrName>
                                  </p:attrNameLst>
                                </p:cBhvr>
                                <p:to>
                                  <p:strVal val="hidden"/>
                                </p:to>
                              </p:set>
                            </p:childTnLst>
                          </p:cTn>
                        </p:par>
                        <p:par>
                          <p:cTn id="164" presetID="1" presetClass="entr" presetSubtype="0" fill="hold" nodeType="withEffect">
                            <p:stCondLst>
                              <p:cond delay="5700"/>
                            </p:stCondLst>
                            <p:childTnLst>
                              <p:set>
                                <p:cBhvr>
                                  <p:cTn id="165" dur="1" fill="hold">
                                    <p:stCondLst>
                                      <p:cond delay="0"/>
                                    </p:stCondLst>
                                  </p:cTn>
                                  <p:tgtEl>
                                    <p:spTgt spid="52"/>
                                  </p:tgtEl>
                                  <p:attrNameLst>
                                    <p:attrName>style.visibility</p:attrName>
                                  </p:attrNameLst>
                                </p:cBhvr>
                                <p:to>
                                  <p:strVal val="visible"/>
                                </p:to>
                              </p:set>
                            </p:childTnLst>
                          </p:cTn>
                        </p:par>
                        <p:par>
                          <p:cTn id="166" presetID="1" presetClass="exit" presetSubtype="0" fill="hold" nodeType="withEffect">
                            <p:stCondLst>
                              <p:cond delay="5800"/>
                            </p:stCondLst>
                            <p:childTnLst>
                              <p:set>
                                <p:cBhvr>
                                  <p:cTn id="167" dur="1" fill="hold">
                                    <p:stCondLst>
                                      <p:cond delay="0"/>
                                    </p:stCondLst>
                                  </p:cTn>
                                  <p:tgtEl>
                                    <p:spTgt spid="52"/>
                                  </p:tgtEl>
                                  <p:attrNameLst>
                                    <p:attrName>style.visibility</p:attrName>
                                  </p:attrNameLst>
                                </p:cBhvr>
                                <p:to>
                                  <p:strVal val="hidden"/>
                                </p:to>
                              </p:set>
                            </p:childTnLst>
                          </p:cTn>
                        </p:par>
                        <p:par>
                          <p:cTn id="168" presetID="1" presetClass="entr" presetSubtype="0" fill="hold" nodeType="withEffect">
                            <p:stCondLst>
                              <p:cond delay="5800"/>
                            </p:stCondLst>
                            <p:childTnLst>
                              <p:set>
                                <p:cBhvr>
                                  <p:cTn id="169" dur="1" fill="hold">
                                    <p:stCondLst>
                                      <p:cond delay="0"/>
                                    </p:stCondLst>
                                  </p:cTn>
                                  <p:tgtEl>
                                    <p:spTgt spid="53"/>
                                  </p:tgtEl>
                                  <p:attrNameLst>
                                    <p:attrName>style.visibility</p:attrName>
                                  </p:attrNameLst>
                                </p:cBhvr>
                                <p:to>
                                  <p:strVal val="visible"/>
                                </p:to>
                              </p:set>
                            </p:childTnLst>
                          </p:cTn>
                        </p:par>
                        <p:par>
                          <p:cTn id="170" presetID="1" presetClass="exit" presetSubtype="0" fill="hold" nodeType="withEffect">
                            <p:stCondLst>
                              <p:cond delay="5900"/>
                            </p:stCondLst>
                            <p:childTnLst>
                              <p:set>
                                <p:cBhvr>
                                  <p:cTn id="171" dur="1" fill="hold">
                                    <p:stCondLst>
                                      <p:cond delay="0"/>
                                    </p:stCondLst>
                                  </p:cTn>
                                  <p:tgtEl>
                                    <p:spTgt spid="53"/>
                                  </p:tgtEl>
                                  <p:attrNameLst>
                                    <p:attrName>style.visibility</p:attrName>
                                  </p:attrNameLst>
                                </p:cBhvr>
                                <p:to>
                                  <p:strVal val="hidden"/>
                                </p:to>
                              </p:set>
                            </p:childTnLst>
                          </p:cTn>
                        </p:par>
                        <p:par>
                          <p:cTn id="172" presetID="1" presetClass="entr" presetSubtype="0" fill="hold" nodeType="withEffect">
                            <p:stCondLst>
                              <p:cond delay="5900"/>
                            </p:stCondLst>
                            <p:childTnLst>
                              <p:set>
                                <p:cBhvr>
                                  <p:cTn id="173" dur="1" fill="hold">
                                    <p:stCondLst>
                                      <p:cond delay="0"/>
                                    </p:stCondLst>
                                  </p:cTn>
                                  <p:tgtEl>
                                    <p:spTgt spid="54"/>
                                  </p:tgtEl>
                                  <p:attrNameLst>
                                    <p:attrName>style.visibility</p:attrName>
                                  </p:attrNameLst>
                                </p:cBhvr>
                                <p:to>
                                  <p:strVal val="visible"/>
                                </p:to>
                              </p:set>
                            </p:childTnLst>
                          </p:cTn>
                        </p:par>
                        <p:par>
                          <p:cTn id="174" presetID="1" presetClass="exit" presetSubtype="0" fill="hold" nodeType="withEffect">
                            <p:stCondLst>
                              <p:cond delay="6000"/>
                            </p:stCondLst>
                            <p:childTnLst>
                              <p:set>
                                <p:cBhvr>
                                  <p:cTn id="175" dur="1" fill="hold">
                                    <p:stCondLst>
                                      <p:cond delay="0"/>
                                    </p:stCondLst>
                                  </p:cTn>
                                  <p:tgtEl>
                                    <p:spTgt spid="54"/>
                                  </p:tgtEl>
                                  <p:attrNameLst>
                                    <p:attrName>style.visibility</p:attrName>
                                  </p:attrNameLst>
                                </p:cBhvr>
                                <p:to>
                                  <p:strVal val="hidden"/>
                                </p:to>
                              </p:set>
                            </p:childTnLst>
                          </p:cTn>
                        </p:par>
                        <p:par>
                          <p:cTn id="176" presetID="1" presetClass="entr" presetSubtype="0" fill="hold" nodeType="withEffect">
                            <p:stCondLst>
                              <p:cond delay="6000"/>
                            </p:stCondLst>
                            <p:childTnLst>
                              <p:set>
                                <p:cBhvr>
                                  <p:cTn id="177" dur="1" fill="hold">
                                    <p:stCondLst>
                                      <p:cond delay="0"/>
                                    </p:stCondLst>
                                  </p:cTn>
                                  <p:tgtEl>
                                    <p:spTgt spid="55"/>
                                  </p:tgtEl>
                                  <p:attrNameLst>
                                    <p:attrName>style.visibility</p:attrName>
                                  </p:attrNameLst>
                                </p:cBhvr>
                                <p:to>
                                  <p:strVal val="visible"/>
                                </p:to>
                              </p:set>
                            </p:childTnLst>
                          </p:cTn>
                        </p:par>
                        <p:par>
                          <p:cTn id="178" presetID="1" presetClass="exit" presetSubtype="0" fill="hold" nodeType="withEffect">
                            <p:stCondLst>
                              <p:cond delay="6100"/>
                            </p:stCondLst>
                            <p:childTnLst>
                              <p:set>
                                <p:cBhvr>
                                  <p:cTn id="179" dur="1" fill="hold">
                                    <p:stCondLst>
                                      <p:cond delay="0"/>
                                    </p:stCondLst>
                                  </p:cTn>
                                  <p:tgtEl>
                                    <p:spTgt spid="55"/>
                                  </p:tgtEl>
                                  <p:attrNameLst>
                                    <p:attrName>style.visibility</p:attrName>
                                  </p:attrNameLst>
                                </p:cBhvr>
                                <p:to>
                                  <p:strVal val="hidden"/>
                                </p:to>
                              </p:set>
                            </p:childTnLst>
                          </p:cTn>
                        </p:par>
                        <p:par>
                          <p:cTn id="180" presetID="1" presetClass="entr" presetSubtype="0" fill="hold" nodeType="withEffect">
                            <p:stCondLst>
                              <p:cond delay="6100"/>
                            </p:stCondLst>
                            <p:childTnLst>
                              <p:set>
                                <p:cBhvr>
                                  <p:cTn id="181" dur="1" fill="hold">
                                    <p:stCondLst>
                                      <p:cond delay="0"/>
                                    </p:stCondLst>
                                  </p:cTn>
                                  <p:tgtEl>
                                    <p:spTgt spid="56"/>
                                  </p:tgtEl>
                                  <p:attrNameLst>
                                    <p:attrName>style.visibility</p:attrName>
                                  </p:attrNameLst>
                                </p:cBhvr>
                                <p:to>
                                  <p:strVal val="visible"/>
                                </p:to>
                              </p:set>
                            </p:childTnLst>
                          </p:cTn>
                        </p:par>
                        <p:par>
                          <p:cTn id="182" presetID="1" presetClass="exit" presetSubtype="0" fill="hold" nodeType="withEffect">
                            <p:stCondLst>
                              <p:cond delay="6200"/>
                            </p:stCondLst>
                            <p:childTnLst>
                              <p:set>
                                <p:cBhvr>
                                  <p:cTn id="183" dur="1" fill="hold">
                                    <p:stCondLst>
                                      <p:cond delay="0"/>
                                    </p:stCondLst>
                                  </p:cTn>
                                  <p:tgtEl>
                                    <p:spTgt spid="56"/>
                                  </p:tgtEl>
                                  <p:attrNameLst>
                                    <p:attrName>style.visibility</p:attrName>
                                  </p:attrNameLst>
                                </p:cBhvr>
                                <p:to>
                                  <p:strVal val="hidden"/>
                                </p:to>
                              </p:set>
                            </p:childTnLst>
                          </p:cTn>
                        </p:par>
                        <p:par>
                          <p:cTn id="184" presetID="1" presetClass="entr" presetSubtype="0" fill="hold" nodeType="withEffect">
                            <p:stCondLst>
                              <p:cond delay="6200"/>
                            </p:stCondLst>
                            <p:childTnLst>
                              <p:set>
                                <p:cBhvr>
                                  <p:cTn id="185" dur="1" fill="hold">
                                    <p:stCondLst>
                                      <p:cond delay="0"/>
                                    </p:stCondLst>
                                  </p:cTn>
                                  <p:tgtEl>
                                    <p:spTgt spid="57"/>
                                  </p:tgtEl>
                                  <p:attrNameLst>
                                    <p:attrName>style.visibility</p:attrName>
                                  </p:attrNameLst>
                                </p:cBhvr>
                                <p:to>
                                  <p:strVal val="visible"/>
                                </p:to>
                              </p:set>
                            </p:childTnLst>
                          </p:cTn>
                        </p:par>
                        <p:par>
                          <p:cTn id="186" presetID="1" presetClass="exit" presetSubtype="0" fill="hold" nodeType="withEffect">
                            <p:stCondLst>
                              <p:cond delay="6300"/>
                            </p:stCondLst>
                            <p:childTnLst>
                              <p:set>
                                <p:cBhvr>
                                  <p:cTn id="187" dur="1" fill="hold">
                                    <p:stCondLst>
                                      <p:cond delay="0"/>
                                    </p:stCondLst>
                                  </p:cTn>
                                  <p:tgtEl>
                                    <p:spTgt spid="57"/>
                                  </p:tgtEl>
                                  <p:attrNameLst>
                                    <p:attrName>style.visibility</p:attrName>
                                  </p:attrNameLst>
                                </p:cBhvr>
                                <p:to>
                                  <p:strVal val="hidden"/>
                                </p:to>
                              </p:set>
                            </p:childTnLst>
                          </p:cTn>
                        </p:par>
                        <p:par>
                          <p:cTn id="188" presetID="1" presetClass="entr" presetSubtype="0" fill="hold" nodeType="withEffect">
                            <p:stCondLst>
                              <p:cond delay="6300"/>
                            </p:stCondLst>
                            <p:childTnLst>
                              <p:set>
                                <p:cBhvr>
                                  <p:cTn id="189" dur="1" fill="hold">
                                    <p:stCondLst>
                                      <p:cond delay="0"/>
                                    </p:stCondLst>
                                  </p:cTn>
                                  <p:tgtEl>
                                    <p:spTgt spid="58"/>
                                  </p:tgtEl>
                                  <p:attrNameLst>
                                    <p:attrName>style.visibility</p:attrName>
                                  </p:attrNameLst>
                                </p:cBhvr>
                                <p:to>
                                  <p:strVal val="visible"/>
                                </p:to>
                              </p:set>
                            </p:childTnLst>
                          </p:cTn>
                        </p:par>
                        <p:par>
                          <p:cTn id="190" presetID="1" presetClass="exit" presetSubtype="0" fill="hold" nodeType="withEffect">
                            <p:stCondLst>
                              <p:cond delay="6400"/>
                            </p:stCondLst>
                            <p:childTnLst>
                              <p:set>
                                <p:cBhvr>
                                  <p:cTn id="191" dur="1" fill="hold">
                                    <p:stCondLst>
                                      <p:cond delay="0"/>
                                    </p:stCondLst>
                                  </p:cTn>
                                  <p:tgtEl>
                                    <p:spTgt spid="58"/>
                                  </p:tgtEl>
                                  <p:attrNameLst>
                                    <p:attrName>style.visibility</p:attrName>
                                  </p:attrNameLst>
                                </p:cBhvr>
                                <p:to>
                                  <p:strVal val="hidden"/>
                                </p:to>
                              </p:set>
                            </p:childTnLst>
                          </p:cTn>
                        </p:par>
                        <p:par>
                          <p:cTn id="192" presetID="1" presetClass="entr" presetSubtype="0" fill="hold" nodeType="withEffect">
                            <p:stCondLst>
                              <p:cond delay="6400"/>
                            </p:stCondLst>
                            <p:childTnLst>
                              <p:set>
                                <p:cBhvr>
                                  <p:cTn id="193" dur="1" fill="hold">
                                    <p:stCondLst>
                                      <p:cond delay="0"/>
                                    </p:stCondLst>
                                  </p:cTn>
                                  <p:tgtEl>
                                    <p:spTgt spid="59"/>
                                  </p:tgtEl>
                                  <p:attrNameLst>
                                    <p:attrName>style.visibility</p:attrName>
                                  </p:attrNameLst>
                                </p:cBhvr>
                                <p:to>
                                  <p:strVal val="visible"/>
                                </p:to>
                              </p:set>
                            </p:childTnLst>
                          </p:cTn>
                        </p:par>
                        <p:par>
                          <p:cTn id="194" presetID="1" presetClass="exit" presetSubtype="0" fill="hold" nodeType="withEffect">
                            <p:stCondLst>
                              <p:cond delay="6500"/>
                            </p:stCondLst>
                            <p:childTnLst>
                              <p:set>
                                <p:cBhvr>
                                  <p:cTn id="195" dur="1" fill="hold">
                                    <p:stCondLst>
                                      <p:cond delay="0"/>
                                    </p:stCondLst>
                                  </p:cTn>
                                  <p:tgtEl>
                                    <p:spTgt spid="59"/>
                                  </p:tgtEl>
                                  <p:attrNameLst>
                                    <p:attrName>style.visibility</p:attrName>
                                  </p:attrNameLst>
                                </p:cBhvr>
                                <p:to>
                                  <p:strVal val="hidden"/>
                                </p:to>
                              </p:set>
                            </p:childTnLst>
                          </p:cTn>
                        </p:par>
                        <p:par>
                          <p:cTn id="196" presetID="1" presetClass="entr" presetSubtype="0" fill="hold" nodeType="withEffect">
                            <p:stCondLst>
                              <p:cond delay="6500"/>
                            </p:stCondLst>
                            <p:childTnLst>
                              <p:set>
                                <p:cBhvr>
                                  <p:cTn id="197" dur="1" fill="hold">
                                    <p:stCondLst>
                                      <p:cond delay="0"/>
                                    </p:stCondLst>
                                  </p:cTn>
                                  <p:tgtEl>
                                    <p:spTgt spid="60"/>
                                  </p:tgtEl>
                                  <p:attrNameLst>
                                    <p:attrName>style.visibility</p:attrName>
                                  </p:attrNameLst>
                                </p:cBhvr>
                                <p:to>
                                  <p:strVal val="visible"/>
                                </p:to>
                              </p:set>
                            </p:childTnLst>
                          </p:cTn>
                        </p:par>
                        <p:par>
                          <p:cTn id="198" presetID="1" presetClass="exit" presetSubtype="0" fill="hold" nodeType="withEffect">
                            <p:stCondLst>
                              <p:cond delay="6600"/>
                            </p:stCondLst>
                            <p:childTnLst>
                              <p:set>
                                <p:cBhvr>
                                  <p:cTn id="199" dur="1" fill="hold">
                                    <p:stCondLst>
                                      <p:cond delay="0"/>
                                    </p:stCondLst>
                                  </p:cTn>
                                  <p:tgtEl>
                                    <p:spTgt spid="60"/>
                                  </p:tgtEl>
                                  <p:attrNameLst>
                                    <p:attrName>style.visibility</p:attrName>
                                  </p:attrNameLst>
                                </p:cBhvr>
                                <p:to>
                                  <p:strVal val="hidden"/>
                                </p:to>
                              </p:set>
                            </p:childTnLst>
                          </p:cTn>
                        </p:par>
                        <p:par>
                          <p:cTn id="200" presetID="1" presetClass="entr" presetSubtype="0" fill="hold" nodeType="withEffect">
                            <p:stCondLst>
                              <p:cond delay="6600"/>
                            </p:stCondLst>
                            <p:childTnLst>
                              <p:set>
                                <p:cBhvr>
                                  <p:cTn id="201" dur="1" fill="hold">
                                    <p:stCondLst>
                                      <p:cond delay="0"/>
                                    </p:stCondLst>
                                  </p:cTn>
                                  <p:tgtEl>
                                    <p:spTgt spid="61"/>
                                  </p:tgtEl>
                                  <p:attrNameLst>
                                    <p:attrName>style.visibility</p:attrName>
                                  </p:attrNameLst>
                                </p:cBhvr>
                                <p:to>
                                  <p:strVal val="visible"/>
                                </p:to>
                              </p:set>
                            </p:childTnLst>
                          </p:cTn>
                        </p:par>
                        <p:par>
                          <p:cTn id="202" presetID="1" presetClass="exit" presetSubtype="0" fill="hold" nodeType="withEffect">
                            <p:stCondLst>
                              <p:cond delay="6700"/>
                            </p:stCondLst>
                            <p:childTnLst>
                              <p:set>
                                <p:cBhvr>
                                  <p:cTn id="203" dur="1" fill="hold">
                                    <p:stCondLst>
                                      <p:cond delay="0"/>
                                    </p:stCondLst>
                                  </p:cTn>
                                  <p:tgtEl>
                                    <p:spTgt spid="61"/>
                                  </p:tgtEl>
                                  <p:attrNameLst>
                                    <p:attrName>style.visibility</p:attrName>
                                  </p:attrNameLst>
                                </p:cBhvr>
                                <p:to>
                                  <p:strVal val="hidden"/>
                                </p:to>
                              </p:set>
                            </p:childTnLst>
                          </p:cTn>
                        </p:par>
                        <p:par>
                          <p:cTn id="204" presetID="1" presetClass="entr" presetSubtype="0" fill="hold" nodeType="withEffect">
                            <p:stCondLst>
                              <p:cond delay="6700"/>
                            </p:stCondLst>
                            <p:childTnLst>
                              <p:set>
                                <p:cBhvr>
                                  <p:cTn id="205" dur="1" fill="hold">
                                    <p:stCondLst>
                                      <p:cond delay="0"/>
                                    </p:stCondLst>
                                  </p:cTn>
                                  <p:tgtEl>
                                    <p:spTgt spid="62"/>
                                  </p:tgtEl>
                                  <p:attrNameLst>
                                    <p:attrName>style.visibility</p:attrName>
                                  </p:attrNameLst>
                                </p:cBhvr>
                                <p:to>
                                  <p:strVal val="visible"/>
                                </p:to>
                              </p:set>
                            </p:childTnLst>
                          </p:cTn>
                        </p:par>
                        <p:par>
                          <p:cTn id="206" presetID="1" presetClass="exit" presetSubtype="0" fill="hold" nodeType="withEffect">
                            <p:stCondLst>
                              <p:cond delay="6800"/>
                            </p:stCondLst>
                            <p:childTnLst>
                              <p:set>
                                <p:cBhvr>
                                  <p:cTn id="207" dur="1" fill="hold">
                                    <p:stCondLst>
                                      <p:cond delay="0"/>
                                    </p:stCondLst>
                                  </p:cTn>
                                  <p:tgtEl>
                                    <p:spTgt spid="62"/>
                                  </p:tgtEl>
                                  <p:attrNameLst>
                                    <p:attrName>style.visibility</p:attrName>
                                  </p:attrNameLst>
                                </p:cBhvr>
                                <p:to>
                                  <p:strVal val="hidden"/>
                                </p:to>
                              </p:set>
                            </p:childTnLst>
                          </p:cTn>
                        </p:par>
                        <p:par>
                          <p:cTn id="208" presetID="1" presetClass="entr" presetSubtype="0" fill="hold" nodeType="withEffect">
                            <p:stCondLst>
                              <p:cond delay="6800"/>
                            </p:stCondLst>
                            <p:childTnLst>
                              <p:set>
                                <p:cBhvr>
                                  <p:cTn id="209" dur="1" fill="hold">
                                    <p:stCondLst>
                                      <p:cond delay="0"/>
                                    </p:stCondLst>
                                  </p:cTn>
                                  <p:tgtEl>
                                    <p:spTgt spid="63"/>
                                  </p:tgtEl>
                                  <p:attrNameLst>
                                    <p:attrName>style.visibility</p:attrName>
                                  </p:attrNameLst>
                                </p:cBhvr>
                                <p:to>
                                  <p:strVal val="visible"/>
                                </p:to>
                              </p:set>
                            </p:childTnLst>
                          </p:cTn>
                        </p:par>
                        <p:par>
                          <p:cTn id="210" presetID="1" presetClass="exit" presetSubtype="0" fill="hold" nodeType="withEffect">
                            <p:stCondLst>
                              <p:cond delay="6900"/>
                            </p:stCondLst>
                            <p:childTnLst>
                              <p:set>
                                <p:cBhvr>
                                  <p:cTn id="211" dur="1" fill="hold">
                                    <p:stCondLst>
                                      <p:cond delay="0"/>
                                    </p:stCondLst>
                                  </p:cTn>
                                  <p:tgtEl>
                                    <p:spTgt spid="63"/>
                                  </p:tgtEl>
                                  <p:attrNameLst>
                                    <p:attrName>style.visibility</p:attrName>
                                  </p:attrNameLst>
                                </p:cBhvr>
                                <p:to>
                                  <p:strVal val="hidden"/>
                                </p:to>
                              </p:set>
                            </p:childTnLst>
                          </p:cTn>
                        </p:par>
                        <p:par>
                          <p:cTn id="212" presetID="1" presetClass="entr" presetSubtype="0" fill="hold" nodeType="withEffect">
                            <p:stCondLst>
                              <p:cond delay="6900"/>
                            </p:stCondLst>
                            <p:childTnLst>
                              <p:set>
                                <p:cBhvr>
                                  <p:cTn id="213" dur="1" fill="hold">
                                    <p:stCondLst>
                                      <p:cond delay="0"/>
                                    </p:stCondLst>
                                  </p:cTn>
                                  <p:tgtEl>
                                    <p:spTgt spid="64"/>
                                  </p:tgtEl>
                                  <p:attrNameLst>
                                    <p:attrName>style.visibility</p:attrName>
                                  </p:attrNameLst>
                                </p:cBhvr>
                                <p:to>
                                  <p:strVal val="visible"/>
                                </p:to>
                              </p:set>
                            </p:childTnLst>
                          </p:cTn>
                        </p:par>
                        <p:par>
                          <p:cTn id="214" presetID="1" presetClass="exit" presetSubtype="0" fill="hold" nodeType="withEffect">
                            <p:stCondLst>
                              <p:cond delay="7000"/>
                            </p:stCondLst>
                            <p:childTnLst>
                              <p:set>
                                <p:cBhvr>
                                  <p:cTn id="215" dur="1" fill="hold">
                                    <p:stCondLst>
                                      <p:cond delay="0"/>
                                    </p:stCondLst>
                                  </p:cTn>
                                  <p:tgtEl>
                                    <p:spTgt spid="64"/>
                                  </p:tgtEl>
                                  <p:attrNameLst>
                                    <p:attrName>style.visibility</p:attrName>
                                  </p:attrNameLst>
                                </p:cBhvr>
                                <p:to>
                                  <p:strVal val="hidden"/>
                                </p:to>
                              </p:set>
                            </p:childTnLst>
                          </p:cTn>
                        </p:par>
                        <p:par>
                          <p:cTn id="216" presetID="1" presetClass="entr" presetSubtype="0" fill="hold" nodeType="withEffect">
                            <p:stCondLst>
                              <p:cond delay="7000"/>
                            </p:stCondLst>
                            <p:childTnLst>
                              <p:set>
                                <p:cBhvr>
                                  <p:cTn id="217" dur="1" fill="hold">
                                    <p:stCondLst>
                                      <p:cond delay="0"/>
                                    </p:stCondLst>
                                  </p:cTn>
                                  <p:tgtEl>
                                    <p:spTgt spid="65"/>
                                  </p:tgtEl>
                                  <p:attrNameLst>
                                    <p:attrName>style.visibility</p:attrName>
                                  </p:attrNameLst>
                                </p:cBhvr>
                                <p:to>
                                  <p:strVal val="visible"/>
                                </p:to>
                              </p:set>
                            </p:childTnLst>
                          </p:cTn>
                        </p:par>
                      </p:childTnLst>
                    </p:cTn>
                  </p:par>
                  <p:par>
                    <p:cTn id="218" fill="hold" nodeType="clickEffect">
                      <p:stCondLst>
                        <p:cond delay="indefinite"/>
                      </p:stCondLst>
                      <p:childTnLst>
                        <p:par>
                          <p:cTn id="219" presetID="1" presetClass="entr" presetSubtype="0" fill="hold" nodeType="withEffect">
                            <p:stCondLst>
                              <p:cond delay="0"/>
                            </p:stCondLst>
                            <p:childTnLst>
                              <p:set>
                                <p:cBhvr>
                                  <p:cTn id="220" dur="1" fill="hold">
                                    <p:stCondLst>
                                      <p:cond delay="0"/>
                                    </p:stCondLst>
                                  </p:cTn>
                                  <p:tgtEl>
                                    <p:spTgt spid="12"/>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2" name="qa-title">
            <a:extLst>
              <a:ext uri="{FF2B5EF4-FFF2-40B4-BE49-F238E27FC236}">
                <a16:creationId xmlns:a16="http://schemas.microsoft.com/office/drawing/2014/main" id="{AE71C5F9-D1BE-499F-98F0-C61BA5CF000C}"/>
              </a:ext>
            </a:extLst>
          </p:cNvPr>
          <p:cNvSpPr>
            <a:spLocks noGrp="1"/>
          </p:cNvSpPr>
          <p:nvPr/>
        </p:nvSpPr>
        <p:spPr>
          <a:xfrm>
            <a:off x="952500" y="2524125"/>
            <a:ext cx="10287000" cy="1524000"/>
          </a:xfrm>
          <a:prstGeom prst="rect">
            <a:avLst/>
          </a:prstGeom>
          <a:noFill/>
          <a:ln w="0">
            <a:noFill/>
          </a:ln>
        </p:spPr>
        <p:txBody>
          <a:bodyPr lIns="0" tIns="0" rIns="0" bIns="0" anchor="ctr">
            <a:noAutofit/>
          </a:bodyPr>
          <a:lstStyle/>
          <a:p>
            <a:pPr algn="ctr">
              <a:defRPr sz="7200" b="1">
                <a:solidFill>
                  <a:srgbClr val="F4F0E8"/>
                </a:solidFill>
                <a:latin typeface="Aptos"/>
                <a:ea typeface="Aptos"/>
                <a:cs typeface="Aptos"/>
              </a:defRPr>
            </a:pPr>
            <a:r>
              <a:rPr sz="7200" b="1">
                <a:solidFill>
                  <a:srgbClr val="F4F0E8"/>
                </a:solidFill>
                <a:latin typeface="Aptos"/>
                <a:ea typeface="Aptos"/>
                <a:cs typeface="Aptos"/>
              </a:rPr>
              <a:t>Q&amp;A</a:t>
            </a:r>
          </a:p>
        </p:txBody>
      </p:sp>
    </p:spTree>
    <p:extLst>
      <p:ext uri="{BB962C8B-B14F-4D97-AF65-F5344CB8AC3E}">
        <p14:creationId xmlns:p14="http://schemas.microsoft.com/office/powerpoint/2010/main" val="200450281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2788</Words>
  <Application>Microsoft Office PowerPoint</Application>
  <DocSecurity>0</DocSecurity>
  <PresentationFormat>Widescreen</PresentationFormat>
  <Paragraphs>309</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Aptos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Zhou Chen Kai (Fangfang)</cp:lastModifiedBy>
  <cp:revision>12</cp:revision>
  <dcterms:created xsi:type="dcterms:W3CDTF">2026-09-08T07:04:40Z</dcterms:created>
  <dcterms:modified xsi:type="dcterms:W3CDTF">2026-09-10T04:53:58Z</dcterms:modified>
</cp:coreProperties>
</file>