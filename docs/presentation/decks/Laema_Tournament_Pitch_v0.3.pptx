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d5e9d305764713" /><Relationship Type="http://schemas.openxmlformats.org/officeDocument/2006/relationships/extended-properties" Target="/docProps/app.xml" Id="Ra314f27ddc4f46b4" /><Relationship Type="http://schemas.openxmlformats.org/officeDocument/2006/relationships/officeDocument" Target="/ppt/presentation.xml" Id="R398142f868774e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977b09d1b44ac9"/>
  </p:sldMasterIdLst>
  <p:notesMasterIdLst>
    <p:notesMasterId xmlns:r="http://schemas.openxmlformats.org/officeDocument/2006/relationships" r:id="Reccb3467c90c4055"/>
  </p:notesMasterIdLst>
  <p:sldIdLst>
    <p:sldId xmlns:r="http://schemas.openxmlformats.org/officeDocument/2006/relationships" id="256" r:id="R053d56008d7f4bd2"/>
    <p:sldId xmlns:r="http://schemas.openxmlformats.org/officeDocument/2006/relationships" id="257" r:id="Rb89c3ccd1f6642d1"/>
    <p:sldId xmlns:r="http://schemas.openxmlformats.org/officeDocument/2006/relationships" id="258" r:id="R957b6181c0234972"/>
    <p:sldId xmlns:r="http://schemas.openxmlformats.org/officeDocument/2006/relationships" id="259" r:id="Rb9b902f9cb4d4d6f"/>
    <p:sldId xmlns:r="http://schemas.openxmlformats.org/officeDocument/2006/relationships" id="260" r:id="R212c701abeeb49e4"/>
    <p:sldId xmlns:r="http://schemas.openxmlformats.org/officeDocument/2006/relationships" id="261" r:id="R893fafa1b7854537"/>
    <p:sldId xmlns:r="http://schemas.openxmlformats.org/officeDocument/2006/relationships" id="262" r:id="Rd8c320c8c4644d99"/>
    <p:sldId xmlns:r="http://schemas.openxmlformats.org/officeDocument/2006/relationships" id="263" r:id="R3ee5a73706454ad2"/>
    <p:sldId xmlns:r="http://schemas.openxmlformats.org/officeDocument/2006/relationships" id="264" r:id="R1aa03b57e4d947e8"/>
    <p:sldId xmlns:r="http://schemas.openxmlformats.org/officeDocument/2006/relationships" id="265" r:id="R330774a1bf72498c"/>
    <p:sldId xmlns:r="http://schemas.openxmlformats.org/officeDocument/2006/relationships" id="266" r:id="R3246e5be8eaf4d59"/>
    <p:sldId xmlns:r="http://schemas.openxmlformats.org/officeDocument/2006/relationships" id="267" r:id="R4f7839d965e248ce"/>
    <p:sldId xmlns:r="http://schemas.openxmlformats.org/officeDocument/2006/relationships" id="268" r:id="Rd19e1b191a60400d"/>
    <p:sldId xmlns:r="http://schemas.openxmlformats.org/officeDocument/2006/relationships" id="269" r:id="R50a1c8a6624749bd"/>
    <p:sldId xmlns:r="http://schemas.openxmlformats.org/officeDocument/2006/relationships" id="270" r:id="Rb14f7d4fb6c74247"/>
    <p:sldId xmlns:r="http://schemas.openxmlformats.org/officeDocument/2006/relationships" id="271" r:id="Ra3da7d2989af41be"/>
    <p:sldId xmlns:r="http://schemas.openxmlformats.org/officeDocument/2006/relationships" id="272" r:id="R81b750538c7242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b03472db02494c" /><Relationship Type="http://schemas.openxmlformats.org/officeDocument/2006/relationships/slideMaster" Target="/ppt/slideMasters/slideMaster1.xml" Id="R6f977b09d1b44ac9" /><Relationship Type="http://schemas.openxmlformats.org/officeDocument/2006/relationships/notesMaster" Target="/ppt/notesMasters/notesMaster1.xml" Id="Reccb3467c90c4055" /><Relationship Type="http://schemas.openxmlformats.org/officeDocument/2006/relationships/presProps" Target="/ppt/presProps.xml" Id="R5f3895f0c6344b45" /><Relationship Type="http://schemas.openxmlformats.org/officeDocument/2006/relationships/tableStyles" Target="/ppt/tableStyles.xml" Id="R5739a15a3bc54000" /><Relationship Type="http://schemas.openxmlformats.org/officeDocument/2006/relationships/slide" Target="/ppt/slides/slide1.xml" Id="R053d56008d7f4bd2" /><Relationship Type="http://schemas.openxmlformats.org/officeDocument/2006/relationships/slide" Target="/ppt/slides/slide2.xml" Id="Rb89c3ccd1f6642d1" /><Relationship Type="http://schemas.openxmlformats.org/officeDocument/2006/relationships/slide" Target="/ppt/slides/slide3.xml" Id="R957b6181c0234972" /><Relationship Type="http://schemas.openxmlformats.org/officeDocument/2006/relationships/slide" Target="/ppt/slides/slide4.xml" Id="Rb9b902f9cb4d4d6f" /><Relationship Type="http://schemas.openxmlformats.org/officeDocument/2006/relationships/slide" Target="/ppt/slides/slide5.xml" Id="R212c701abeeb49e4" /><Relationship Type="http://schemas.openxmlformats.org/officeDocument/2006/relationships/slide" Target="/ppt/slides/slide6.xml" Id="R893fafa1b7854537" /><Relationship Type="http://schemas.openxmlformats.org/officeDocument/2006/relationships/slide" Target="/ppt/slides/slide7.xml" Id="Rd8c320c8c4644d99" /><Relationship Type="http://schemas.openxmlformats.org/officeDocument/2006/relationships/slide" Target="/ppt/slides/slide8.xml" Id="R3ee5a73706454ad2" /><Relationship Type="http://schemas.openxmlformats.org/officeDocument/2006/relationships/slide" Target="/ppt/slides/slide9.xml" Id="R1aa03b57e4d947e8" /><Relationship Type="http://schemas.openxmlformats.org/officeDocument/2006/relationships/slide" Target="/ppt/slides/slide10.xml" Id="R330774a1bf72498c" /><Relationship Type="http://schemas.openxmlformats.org/officeDocument/2006/relationships/slide" Target="/ppt/slides/slide11.xml" Id="R3246e5be8eaf4d59" /><Relationship Type="http://schemas.openxmlformats.org/officeDocument/2006/relationships/slide" Target="/ppt/slides/slide12.xml" Id="R4f7839d965e248ce" /><Relationship Type="http://schemas.openxmlformats.org/officeDocument/2006/relationships/slide" Target="/ppt/slides/slide13.xml" Id="Rd19e1b191a60400d" /><Relationship Type="http://schemas.openxmlformats.org/officeDocument/2006/relationships/slide" Target="/ppt/slides/slide14.xml" Id="R50a1c8a6624749bd" /><Relationship Type="http://schemas.openxmlformats.org/officeDocument/2006/relationships/slide" Target="/ppt/slides/slide15.xml" Id="Rb14f7d4fb6c74247" /><Relationship Type="http://schemas.openxmlformats.org/officeDocument/2006/relationships/slide" Target="/ppt/slides/slide16.xml" Id="Ra3da7d2989af41be" /><Relationship Type="http://schemas.openxmlformats.org/officeDocument/2006/relationships/slide" Target="/ppt/slides/slide17.xml" Id="R81b750538c7242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952599e43f4a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c839bf80cb47f2" /><Relationship Type="http://schemas.openxmlformats.org/officeDocument/2006/relationships/notesMaster" Target="/ppt/notesMasters/notesMaster1.xml" Id="R7afe09306efc40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6cc06add9f4316" /><Relationship Type="http://schemas.openxmlformats.org/officeDocument/2006/relationships/notesMaster" Target="/ppt/notesMasters/notesMaster1.xml" Id="Ra6de7dbf9b514e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2e7994ec224c11" /><Relationship Type="http://schemas.openxmlformats.org/officeDocument/2006/relationships/notesMaster" Target="/ppt/notesMasters/notesMaster1.xml" Id="Raa1f30b67bbb49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fca4c46af641b9" /><Relationship Type="http://schemas.openxmlformats.org/officeDocument/2006/relationships/notesMaster" Target="/ppt/notesMasters/notesMaster1.xml" Id="R6eda1048f9ae4e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51f5eef5894f0c" /><Relationship Type="http://schemas.openxmlformats.org/officeDocument/2006/relationships/notesMaster" Target="/ppt/notesMasters/notesMaster1.xml" Id="Rfb7e903295c442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d2f8e1f662434f" /><Relationship Type="http://schemas.openxmlformats.org/officeDocument/2006/relationships/notesMaster" Target="/ppt/notesMasters/notesMaster1.xml" Id="R4ee75af070c04b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8c494dcf7c462e" /><Relationship Type="http://schemas.openxmlformats.org/officeDocument/2006/relationships/notesMaster" Target="/ppt/notesMasters/notesMaster1.xml" Id="Rca9285f3af0a4d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cb538a4c584ed8" /><Relationship Type="http://schemas.openxmlformats.org/officeDocument/2006/relationships/notesMaster" Target="/ppt/notesMasters/notesMaster1.xml" Id="Rdfbb35c1b89a4a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6d68312cac4843" /><Relationship Type="http://schemas.openxmlformats.org/officeDocument/2006/relationships/notesMaster" Target="/ppt/notesMasters/notesMaster1.xml" Id="Rfdba88675e76418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6df9143d574664" /><Relationship Type="http://schemas.openxmlformats.org/officeDocument/2006/relationships/notesMaster" Target="/ppt/notesMasters/notesMaster1.xml" Id="R5b93e1f85f1d443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86b4c7f0be4ca9" /><Relationship Type="http://schemas.openxmlformats.org/officeDocument/2006/relationships/notesMaster" Target="/ppt/notesMasters/notesMaster1.xml" Id="R92bba14bc2e2412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a4fbe8c0344a87" /><Relationship Type="http://schemas.openxmlformats.org/officeDocument/2006/relationships/notesMaster" Target="/ppt/notesMasters/notesMaster1.xml" Id="R40deeffd8282419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05d5dd196b466a" /><Relationship Type="http://schemas.openxmlformats.org/officeDocument/2006/relationships/notesMaster" Target="/ppt/notesMasters/notesMaster1.xml" Id="Re3f7e1b6c59642a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815266d61444e10" /><Relationship Type="http://schemas.openxmlformats.org/officeDocument/2006/relationships/notesMaster" Target="/ppt/notesMasters/notesMaster1.xml" Id="R959b96fcb7f143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6fc490abe5476d" /><Relationship Type="http://schemas.openxmlformats.org/officeDocument/2006/relationships/notesMaster" Target="/ppt/notesMasters/notesMaster1.xml" Id="R4f006e56318747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0ed908d1cc04f54" /><Relationship Type="http://schemas.openxmlformats.org/officeDocument/2006/relationships/notesMaster" Target="/ppt/notesMasters/notesMaster1.xml" Id="R4f73a519c2b042e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d22bbdca4b54e10" /><Relationship Type="http://schemas.openxmlformats.org/officeDocument/2006/relationships/notesMaster" Target="/ppt/notesMasters/notesMaster1.xml" Id="R4076096c1c604c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§1 — FOUNDATION</a:t>
            </a:r>
          </a:p>
          <a:p xmlns:a="http://schemas.openxmlformats.org/drawingml/2006/main">
            <a:r>
              <a:t>Rehearsal budget 100 seconds.</a:t>
            </a:r>
          </a:p>
          <a:p xmlns:a="http://schemas.openxmlformats.org/drawingml/2006/main">
            <a:r>
              <a:t>PAGE SHOWN: You asked for a toy. I began there.</a:t>
            </a:r>
          </a:p>
          <a:p xmlns:a="http://schemas.openxmlformats.org/drawingml/2006/main">
            <a:r>
              <a:t>CLICK 1: At the foundation, this starts from something familiar: attack, defend, evade, and look for openings.</a:t>
            </a:r>
          </a:p>
          <a:p xmlns:a="http://schemas.openxmlformats.org/drawingml/2006/main">
            <a:r>
              <a:t>CLICK 2: Every physical attack that connects also generates an elemental orb.</a:t>
            </a:r>
          </a:p>
          <a:p xmlns:a="http://schemas.openxmlformats.org/drawingml/2006/main">
            <a:r>
              <a:t>CLICK 3: Charge those orbs, release R2, and the Cast consumes what you prepared.</a:t>
            </a:r>
          </a:p>
          <a:p xmlns:a="http://schemas.openxmlformats.org/drawingml/2006/main">
            <a:r>
              <a:t>CLICK 4: So the basic relationship is simple: Might creates Magic.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1.</a:t>
            </a:r>
          </a:p>
          <a:p xmlns:a="http://schemas.openxmlformats.org/drawingml/2006/main">
            <a:r>
              <a:t>Current main-checkout docs/GAME_DESIGN.md: Orb Queue; R2 Pressure and Charging; Casting Outcomes.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§2 — SCHOOL SWITCHING + COMPOUND CASTING</a:t>
            </a:r>
          </a:p>
          <a:p xmlns:a="http://schemas.openxmlformats.org/drawingml/2006/main">
            <a:r>
              <a:t>Rehearsal budget 110 seconds.</a:t>
            </a:r>
          </a:p>
          <a:p xmlns:a="http://schemas.openxmlformats.org/drawingml/2006/main">
            <a:r>
              <a:t>PAGE SHOWN: The direction is four distinct fighting styles that I can switch between on the fly.</a:t>
            </a:r>
          </a:p>
          <a:p xmlns:a="http://schemas.openxmlformats.org/drawingml/2006/main">
            <a:r>
              <a:t>CLICK 1: Because each landed attack generates an orb from the active school, switching also changes the elemental sequence I’m building.</a:t>
            </a:r>
          </a:p>
          <a:p xmlns:a="http://schemas.openxmlformats.org/drawingml/2006/main">
            <a:r>
              <a:t>CLICK 2: A mixed sequence can resolve as a compound Cast with a primary and a secondary school.</a:t>
            </a:r>
          </a:p>
          <a:p xmlns:a="http://schemas.openxmlformats.org/drawingml/2006/main">
            <a:r>
              <a:t>CLICK 3: The last orb defines the primary school, while the earlier sequence can contribute a secondary school.</a:t>
            </a:r>
          </a:p>
          <a:p xmlns:a="http://schemas.openxmlformats.org/drawingml/2006/main">
            <a:r>
              <a:t>CLICK 4: So changing fighting styles also changes the Magic I’m preparing.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2.</a:t>
            </a:r>
          </a:p>
          <a:p xmlns:a="http://schemas.openxmlformats.org/drawingml/2006/main">
            <a:r>
              <a:t>Current main-checkout docs/GAME_DESIGN.md: Schools and Character Presentation; Mixed-School Resolution.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§3 — MULTITASKING — THE OBVIOUS INTERPRETATION</a:t>
            </a:r>
          </a:p>
          <a:p xmlns:a="http://schemas.openxmlformats.org/drawingml/2006/main">
            <a:r>
              <a:t>Rehearsal budget 35 seconds.</a:t>
            </a:r>
          </a:p>
          <a:p xmlns:a="http://schemas.openxmlformats.org/drawingml/2006/main">
            <a:r>
              <a:t>PAGE SHOWN: At this point, you could reasonably imagine the system like this: fight first, then prepare and 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3.</a:t>
            </a:r>
          </a:p>
          <a:p xmlns:a="http://schemas.openxmlformats.org/drawingml/2006/main">
            <a:r>
              <a:t>Current main-checkout docs/GAME_DESIGN.md: Normal Cast.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§4 — MULTITASKING — REVEAL THE OVERLAP</a:t>
            </a:r>
          </a:p>
          <a:p xmlns:a="http://schemas.openxmlformats.org/drawingml/2006/main">
            <a:r>
              <a:t>Rehearsal budget 70 seconds.</a:t>
            </a:r>
          </a:p>
          <a:p xmlns:a="http://schemas.openxmlformats.org/drawingml/2006/main">
            <a:r>
              <a:t>PAGE SHOWN: But charging doesn’t wait for combat to stop—it happens underneath the fight.</a:t>
            </a:r>
          </a:p>
          <a:p xmlns:a="http://schemas.openxmlformats.org/drawingml/2006/main">
            <a:r>
              <a:t>CLICK 1: So while I’m fighting normally, I’m also paying attention to how my Magic is charging.</a:t>
            </a:r>
          </a:p>
          <a:p xmlns:a="http://schemas.openxmlformats.org/drawingml/2006/main">
            <a:r>
              <a:t>CLICK 2: The enemy is still asking for my attention while that second process is running.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4.</a:t>
            </a:r>
          </a:p>
          <a:p xmlns:a="http://schemas.openxmlformats.org/drawingml/2006/main">
            <a:r>
              <a:t>Current main-checkout docs/GAME_DESIGN.md: R2 Pressure and Charging; Controls and Movement.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§5 — MULTITASKING — MAGIC ENTERS THE COMBO</a:t>
            </a:r>
          </a:p>
          <a:p xmlns:a="http://schemas.openxmlformats.org/drawingml/2006/main">
            <a:r>
              <a:t>Rehearsal budget 80 seconds.</a:t>
            </a:r>
          </a:p>
          <a:p xmlns:a="http://schemas.openxmlformats.org/drawingml/2006/main">
            <a:r>
              <a:t>PAGE SHOWN: And when I release, Cast can take the place of an X inside the chain.</a:t>
            </a:r>
          </a:p>
          <a:p xmlns:a="http://schemas.openxmlformats.org/drawingml/2006/main">
            <a:r>
              <a:t>CLICK 1: So Casting isn’t a separate ‘cast magic’ action sitting beside melee.</a:t>
            </a:r>
          </a:p>
          <a:p xmlns:a="http://schemas.openxmlformats.org/drawingml/2006/main">
            <a:r>
              <a:t>CLICK 2: I prepare Magic underneath the fight, then weave it directly back into the combo.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5.</a:t>
            </a:r>
          </a:p>
          <a:p xmlns:a="http://schemas.openxmlformats.org/drawingml/2006/main">
            <a:r>
              <a:t>Current main-checkout docs/GAME_DESIGN.md: Six-Slot Chain.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§6 — MULTITASKING — WORKED EXAMPLE</a:t>
            </a:r>
          </a:p>
          <a:p xmlns:a="http://schemas.openxmlformats.org/drawingml/2006/main">
            <a:r>
              <a:t>Rehearsal budget 140 seconds.</a:t>
            </a:r>
          </a:p>
          <a:p xmlns:a="http://schemas.openxmlformats.org/drawingml/2006/main">
            <a:r>
              <a:t>PAGE SHOWN: Now let’s look at what this actually asks from the player.</a:t>
            </a:r>
          </a:p>
          <a:p xmlns:a="http://schemas.openxmlformats.org/drawingml/2006/main">
            <a:r>
              <a:t>CLICK 1: The fight is continuing while the spell I want is still charging underneath it.</a:t>
            </a:r>
          </a:p>
          <a:p xmlns:a="http://schemas.openxmlformats.org/drawingml/2006/main">
            <a:r>
              <a:t>CLICK 2: I still have to read the enemy and decide whether to attack, defend, evade, or reposition.</a:t>
            </a:r>
          </a:p>
          <a:p xmlns:a="http://schemas.openxmlformats.org/drawingml/2006/main">
            <a:r>
              <a:t>CLICK 3: Then the Magic reaches the state I want.</a:t>
            </a:r>
          </a:p>
          <a:p xmlns:a="http://schemas.openxmlformats.org/drawingml/2006/main">
            <a:r>
              <a:t>CLICK 4: Now I also need the fight to give me the right opportunity to use it.</a:t>
            </a:r>
          </a:p>
          <a:p xmlns:a="http://schemas.openxmlformats.org/drawingml/2006/main">
            <a:r>
              <a:t>CLICK 5: When those two things line up, I release and weave the Cast into the chain.</a:t>
            </a:r>
          </a:p>
          <a:p xmlns:a="http://schemas.openxmlformats.org/drawingml/2006/main">
            <a:r>
              <a:t>CLICK 6: The skill is getting my spell preparation and the combat situation to line 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6.</a:t>
            </a:r>
          </a:p>
          <a:p xmlns:a="http://schemas.openxmlformats.org/drawingml/2006/main">
            <a:r>
              <a:t>Current main-checkout docs/GAME_DESIGN.md: Six-Slot Chain; R2 Pressure and Charging; Empowered Cast.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§7 — MULTITASKING — SKILLED CHARGE CONTROL</a:t>
            </a:r>
          </a:p>
          <a:p xmlns:a="http://schemas.openxmlformats.org/drawingml/2006/main">
            <a:r>
              <a:t>Rehearsal budget 120 seconds.</a:t>
            </a:r>
          </a:p>
          <a:p xmlns:a="http://schemas.openxmlformats.org/drawingml/2006/main">
            <a:r>
              <a:t>PAGE SHOWN: But a skilled player may not always want the charge to keep advancing.</a:t>
            </a:r>
          </a:p>
          <a:p xmlns:a="http://schemas.openxmlformats.org/drawingml/2006/main">
            <a:r>
              <a:t>CLICK 1: Suppose I want this Cast at three charged orbs, but the next orb is about to finish.</a:t>
            </a:r>
          </a:p>
          <a:p xmlns:a="http://schemas.openxmlformats.org/drawingml/2006/main">
            <a:r>
              <a:t>CLICK 2: I can ease off full pressure to briefly catch the charge before I overshoot.</a:t>
            </a:r>
          </a:p>
          <a:p xmlns:a="http://schemas.openxmlformats.org/drawingml/2006/main">
            <a:r>
              <a:t>CLICK 3: And I’m still managing the enemy while I do it.</a:t>
            </a:r>
          </a:p>
          <a:p xmlns:a="http://schemas.openxmlformats.org/drawingml/2006/main">
            <a:r>
              <a:t>CLICK 4: That gives me a brief opportunity to preserve the spell I want until the fight gives me the right moment.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7.</a:t>
            </a:r>
          </a:p>
          <a:p xmlns:a="http://schemas.openxmlformats.org/drawingml/2006/main">
            <a:r>
              <a:t>Current main-checkout docs/GAME_DESIGN.md: R2 Pressure and Charging.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§8 — MULTITASKING — MASTERY PROGRESSION</a:t>
            </a:r>
          </a:p>
          <a:p xmlns:a="http://schemas.openxmlformats.org/drawingml/2006/main">
            <a:r>
              <a:t>Rehearsal budget 85 seconds.</a:t>
            </a:r>
          </a:p>
          <a:p xmlns:a="http://schemas.openxmlformats.org/drawingml/2006/main">
            <a:r>
              <a:t>PAGE SHOWN: And the same controls support different levels of mastery.</a:t>
            </a:r>
          </a:p>
          <a:p xmlns:a="http://schemas.openxmlformats.org/drawingml/2006/main">
            <a:r>
              <a:t>CLICK 1: At first, I can simply generate some orbs, hold R2 until they’re ready, and release.</a:t>
            </a:r>
          </a:p>
          <a:p xmlns:a="http://schemas.openxmlformats.org/drawingml/2006/main">
            <a:r>
              <a:t>CLICK 2: As I improve, I keep charging underneath normal combat and weave the Cast directly into my chain.</a:t>
            </a:r>
          </a:p>
          <a:p xmlns:a="http://schemas.openxmlformats.org/drawingml/2006/main">
            <a:r>
              <a:t>CLICK 3: At higher skill, I can control the charge itself while I’m still managing the fight.</a:t>
            </a:r>
          </a:p>
          <a:p xmlns:a="http://schemas.openxmlformats.org/drawingml/2006/main">
            <a:r>
              <a:t>CLICK 4: The system gets deeper without asking the player to learn another set of buttons.</a:t>
            </a:r>
          </a:p>
          <a:p xmlns:a="http://schemas.openxmlformats.org/drawingml/2006/main">
            <a:r>
              <a:t>CLICK 5: The player isn’t alternating between being a fighter and a mage—they’re learning to do both at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8.</a:t>
            </a:r>
          </a:p>
          <a:p xmlns:a="http://schemas.openxmlformats.org/drawingml/2006/main">
            <a:r>
              <a:t>Current main-checkout docs/GAME_DESIGN.md: R2 Pressure and Charging; Six-Slot Chain.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§9 — HEAT</a:t>
            </a:r>
          </a:p>
          <a:p xmlns:a="http://schemas.openxmlformats.org/drawingml/2006/main">
            <a:r>
              <a:t>Rehearsal budget 80 seconds.</a:t>
            </a:r>
          </a:p>
          <a:p xmlns:a="http://schemas.openxmlformats.org/drawingml/2006/main">
            <a:r>
              <a:t>PAGE SHOWN: Casting consumes charged orbs, and spending those orbs builds Heat.</a:t>
            </a:r>
          </a:p>
          <a:p xmlns:a="http://schemas.openxmlformats.org/drawingml/2006/main">
            <a:r>
              <a:t>CLICK 1: More Heat means faster attacks, faster Casting, and faster Charging.</a:t>
            </a:r>
          </a:p>
          <a:p xmlns:a="http://schemas.openxmlformats.org/drawingml/2006/main">
            <a:r>
              <a:t>CLICK 2: So using Magic accelerates the whole combat system instead of letting the player settle into melee-only play.</a:t>
            </a:r>
          </a:p>
          <a:p xmlns:a="http://schemas.openxmlformats.org/drawingml/2006/main">
            <a:r>
              <a:t>CLICK 3: Heat is there to build momentum and keep the player in the zone.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9.</a:t>
            </a:r>
          </a:p>
          <a:p xmlns:a="http://schemas.openxmlformats.org/drawingml/2006/main">
            <a:r>
              <a:t>Current main-checkout docs/GAME_DESIGN.md: Health, Impact, and Heat.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§10 — COMBAT CONCLUSION</a:t>
            </a:r>
          </a:p>
          <a:p xmlns:a="http://schemas.openxmlformats.org/drawingml/2006/main">
            <a:r>
              <a:t>Rehearsal budget 80 seconds.</a:t>
            </a:r>
          </a:p>
          <a:p xmlns:a="http://schemas.openxmlformats.org/drawingml/2006/main">
            <a:r>
              <a:t>PAGE SHOWN: Everything we’ve seen comes back to one relationship.</a:t>
            </a:r>
          </a:p>
          <a:p xmlns:a="http://schemas.openxmlformats.org/drawingml/2006/main">
            <a:r>
              <a:t>CLICK 1: Physical combat creates the resources for Magic.</a:t>
            </a:r>
          </a:p>
          <a:p xmlns:a="http://schemas.openxmlformats.org/drawingml/2006/main">
            <a:r>
              <a:t>CLICK 2: Magic is prepared underneath ordinary combat.</a:t>
            </a:r>
          </a:p>
          <a:p xmlns:a="http://schemas.openxmlformats.org/drawingml/2006/main">
            <a:r>
              <a:t>CLICK 3: The Cast goes directly back into the chain.</a:t>
            </a:r>
          </a:p>
          <a:p xmlns:a="http://schemas.openxmlformats.org/drawingml/2006/main">
            <a:r>
              <a:t>CLICK 4: And using Magic creates the momentum that accelerates the whole loop.</a:t>
            </a:r>
          </a:p>
          <a:p xmlns:a="http://schemas.openxmlformats.org/drawingml/2006/main">
            <a:r>
              <a:t>CLICK 5: So the player isn’t mastering Might and Magic separately—they’re learning to use them as one continuous combat skill.</a:t>
            </a:r>
          </a:p>
          <a:p xmlns:a="http://schemas.openxmlformats.org/drawingml/2006/main">
            <a:r>
              <a:t>CLICK 6: It is a Might &amp; Magic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10.</a:t>
            </a:r>
          </a:p>
          <a:p xmlns:a="http://schemas.openxmlformats.org/drawingml/2006/main">
            <a:r>
              <a:t>Current main-checkout docs/GAME_DESIGN.md: Overview; Health, Impact, and Heat.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§11 — BRIDGE</a:t>
            </a:r>
          </a:p>
          <a:p xmlns:a="http://schemas.openxmlformats.org/drawingml/2006/main">
            <a:r>
              <a:t>Rehearsal budget 15 seconds.</a:t>
            </a:r>
          </a:p>
          <a:p xmlns:a="http://schemas.openxmlformats.org/drawingml/2006/main">
            <a:r>
              <a:t>PAGE SHOWN: What kind of game deserves this toy?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11.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§12 — GROUND-ZERO FANTASY</a:t>
            </a:r>
          </a:p>
          <a:p xmlns:a="http://schemas.openxmlformats.org/drawingml/2006/main">
            <a:r>
              <a:t>Rehearsal budget 40 seconds.</a:t>
            </a:r>
          </a:p>
          <a:p xmlns:a="http://schemas.openxmlformats.org/drawingml/2006/main">
            <a:r>
              <a:t>PAGE SHOWN: I’ve always wanted to walk into an actual Heroes of Might &amp; Magic town and live there.</a:t>
            </a:r>
          </a:p>
          <a:p xmlns:a="http://schemas.openxmlformats.org/drawingml/2006/main">
            <a:r>
              <a:t>CLICK 1: Instead of only looking down at that world, I want to experience it from inside.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12.</a:t>
            </a:r>
          </a:p>
          <a:p xmlns:a="http://schemas.openxmlformats.org/drawingml/2006/main">
            <a:r>
              <a:t>Wider-game presentation intent. Not a claim of implemented environments or franchise approval.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  <a:p xmlns:a="http://schemas.openxmlformats.org/drawingml/2006/main">
            <a:r>
              <a:t>Heroes III town screenshot sourced by Art from Ubisoft product media: https://staticctf.ubisoft.com/J3yJr34U2pZ2Ieem48Dwy9uqj5PNUQTn/2MRalCw0pfjYWmUlnebDll/2044a8ddf09ce544463740775f225b86/575ffd9ba3be1633568b4d8c-1.jpg . This is a Conflux town reference, not Mirham, Cloudfire, or Laema gameplay. Town scenery cropped mechanically from supplied screenshot; source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§13 — TOWN</a:t>
            </a:r>
          </a:p>
          <a:p xmlns:a="http://schemas.openxmlformats.org/drawingml/2006/main">
            <a:r>
              <a:t>Rehearsal budget 55 seconds.</a:t>
            </a:r>
          </a:p>
          <a:p xmlns:a="http://schemas.openxmlformats.org/drawingml/2006/main">
            <a:r>
              <a:t>PAGE SHOWN: And I want the town-building fantasy to come with me.</a:t>
            </a:r>
          </a:p>
          <a:p xmlns:a="http://schemas.openxmlformats.org/drawingml/2006/main">
            <a:r>
              <a:t>CLICK 1: Like classic Heroes, the town develops building by building.</a:t>
            </a:r>
          </a:p>
          <a:p xmlns:a="http://schemas.openxmlformats.org/drawingml/2006/main">
            <a:r>
              <a:t>CLICK 2: But now construction takes time, and every return lets you see that progress physically in the settlement.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13.</a:t>
            </a:r>
          </a:p>
          <a:p xmlns:a="http://schemas.openxmlformats.org/drawingml/2006/main">
            <a:r>
              <a:t>Wider-game presentation intent. Not a claim of implemented environments or franchise approval.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  <a:p xmlns:a="http://schemas.openxmlformats.org/drawingml/2006/main">
            <a:r>
              <a:t>Heroes III town screenshot sourced by Art from Ubisoft product media: https://staticctf.ubisoft.com/J3yJr34U2pZ2Ieem48Dwy9uqj5PNUQTn/2MRalCw0pfjYWmUlnebDll/2044a8ddf09ce544463740775f225b86/575ffd9ba3be1633568b4d8c-1.jpg . This is a Conflux town reference, not Mirham, Cloudfire, or Laema gameplay. Town scenery cropped mechanically from supplied screenshot; source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§14 — NARRATIVE NATURALLY PULLS THE PLAYER OUTWARD</a:t>
            </a:r>
          </a:p>
          <a:p xmlns:a="http://schemas.openxmlformats.org/drawingml/2006/main">
            <a:r>
              <a:t>Rehearsal budget 40 seconds.</a:t>
            </a:r>
          </a:p>
          <a:p xmlns:a="http://schemas.openxmlformats.org/drawingml/2006/main">
            <a:r>
              <a:t>PAGE SHOWN: The story begins close to home, with suspicious activity the protagonist starts investigating.</a:t>
            </a:r>
          </a:p>
          <a:p xmlns:a="http://schemas.openxmlformats.org/drawingml/2006/main">
            <a:r>
              <a:t>CLICK 1: As that investigation grows, it naturally takes the player beyond the town.</a:t>
            </a:r>
          </a:p>
          <a:p xmlns:a="http://schemas.openxmlformats.org/drawingml/2006/main">
            <a:r>
              <a:t>CLICK 2: Eventually, that trail connects to the poison that will kill King Nicolas Gryphonheart.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14.</a:t>
            </a:r>
          </a:p>
          <a:p xmlns:a="http://schemas.openxmlformats.org/drawingml/2006/main">
            <a:r>
              <a:t>Wider-game presentation intent. Not a claim of implemented environments or franchise approval.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  <a:p xmlns:a="http://schemas.openxmlformats.org/drawingml/2006/main">
            <a:r>
              <a:t>Heroes III town screenshot sourced by Art from Ubisoft product media: https://staticctf.ubisoft.com/J3yJr34U2pZ2Ieem48Dwy9uqj5PNUQTn/2MRalCw0pfjYWmUlnebDll/2044a8ddf09ce544463740775f225b86/575ffd9ba3be1633568b4d8c-1.jpg . This is a Conflux town reference, not Mirham, Cloudfire, or Laema gameplay. Town scenery cropped mechanically from supplied screenshot; source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§15 — WORLD / EXPLORATION</a:t>
            </a:r>
          </a:p>
          <a:p xmlns:a="http://schemas.openxmlformats.org/drawingml/2006/main">
            <a:r>
              <a:t>Rehearsal budget 45 seconds.</a:t>
            </a:r>
          </a:p>
          <a:p xmlns:a="http://schemas.openxmlformats.org/drawingml/2006/main">
            <a:r>
              <a:t>PAGE SHOWN: That investigation gives the player a reason to move through the wider Heroes world.</a:t>
            </a:r>
          </a:p>
          <a:p xmlns:a="http://schemas.openxmlformats.org/drawingml/2006/main">
            <a:r>
              <a:t>CLICK 1: The familiar points of interest from Heroes III become actual places the player travels to and explores.</a:t>
            </a:r>
          </a:p>
          <a:p xmlns:a="http://schemas.openxmlformats.org/drawingml/2006/main">
            <a:r>
              <a:t>CLICK 2: Places we once interacted with from the strategy map are now experienced from ground level.</a:t>
            </a:r>
          </a:p>
          <a:p xmlns:a="http://schemas.openxmlformats.org/drawingml/2006/main">
            <a:r>
              <a:t>CLICK 3: The story gives the player a reason to visit them rather than using them only as nostalgia.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15.</a:t>
            </a:r>
          </a:p>
          <a:p xmlns:a="http://schemas.openxmlformats.org/drawingml/2006/main">
            <a:r>
              <a:t>Wider-game presentation intent. Not a claim of implemented environments or franchise approval.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  <a:p xmlns:a="http://schemas.openxmlformats.org/drawingml/2006/main">
            <a:r>
              <a:t>Heroes III town screenshot sourced by Art from Ubisoft product media: https://staticctf.ubisoft.com/J3yJr34U2pZ2Ieem48Dwy9uqj5PNUQTn/2MRalCw0pfjYWmUlnebDll/2044a8ddf09ce544463740775f225b86/575ffd9ba3be1633568b4d8c-1.jpg . This is a Conflux town reference, not Mirham, Cloudfire, or Laema gameplay. Town scenery cropped mechanically from supplied screenshot; source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§16 — HISTORICAL FRAMING</a:t>
            </a:r>
          </a:p>
          <a:p xmlns:a="http://schemas.openxmlformats.org/drawingml/2006/main">
            <a:r>
              <a:t>Rehearsal budget 75 seconds.</a:t>
            </a:r>
          </a:p>
          <a:p xmlns:a="http://schemas.openxmlformats.org/drawingml/2006/main">
            <a:r>
              <a:t>PAGE SHOWN: Eventually, this local story collides with the larger catastrophe that begins Heroes III.</a:t>
            </a:r>
          </a:p>
          <a:p xmlns:a="http://schemas.openxmlformats.org/drawingml/2006/main">
            <a:r>
              <a:t>CLICK 1: The invasion reaches the nearby city, which becomes our second-to-last major battle.</a:t>
            </a:r>
          </a:p>
          <a:p xmlns:a="http://schemas.openxmlformats.org/drawingml/2006/main">
            <a:r>
              <a:t>CLICK 2: The survivors fall back toward the town we’ve lived in and watched grow.</a:t>
            </a:r>
          </a:p>
          <a:p xmlns:a="http://schemas.openxmlformats.org/drawingml/2006/main">
            <a:r>
              <a:t>CLICK 3: That town becomes the final battlefield.</a:t>
            </a:r>
          </a:p>
          <a:p xmlns:a="http://schemas.openxmlformats.org/drawingml/2006/main">
            <a:r>
              <a:t>CLICK 4: Only afterward does the original Heroes III opening take place at the ruined city.</a:t>
            </a:r>
          </a:p>
          <a:p xmlns:a="http://schemas.openxmlformats.org/drawingml/2006/main">
            <a:r>
              <a:t>CLICK 5: That is where our story hands the timeline back to The Restoration of Erathia.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16.</a:t>
            </a:r>
          </a:p>
          <a:p xmlns:a="http://schemas.openxmlformats.org/drawingml/2006/main">
            <a:r>
              <a:t>Wider-game presentation intent. Not a claim of implemented environments or franchise approval.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  <a:p xmlns:a="http://schemas.openxmlformats.org/drawingml/2006/main">
            <a:r>
              <a:t>Heroes III town screenshot sourced by Art from Ubisoft product media: https://staticctf.ubisoft.com/J3yJr34U2pZ2Ieem48Dwy9uqj5PNUQTn/2MRalCw0pfjYWmUlnebDll/2044a8ddf09ce544463740775f225b86/575ffd9ba3be1633568b4d8c-1.jpg . This is a Conflux town reference, not Mirham, Cloudfire, or Laema gameplay. Town scenery cropped mechanically from supplied screenshot; source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v0.3 §17 — PITCH CONCLUSION</a:t>
            </a:r>
          </a:p>
          <a:p xmlns:a="http://schemas.openxmlformats.org/drawingml/2006/main">
            <a:r>
              <a:t>Rehearsal budget 30 seconds.</a:t>
            </a:r>
          </a:p>
          <a:p xmlns:a="http://schemas.openxmlformats.org/drawingml/2006/main">
            <a:r>
              <a:t>PAGE SHOWN: Laema brings together two things I want from a Might &amp; Magic game.</a:t>
            </a:r>
          </a:p>
          <a:p xmlns:a="http://schemas.openxmlformats.org/drawingml/2006/main">
            <a:r>
              <a:t>CLICK 1: First, a toy where physical combat and Magic are designed to be mastered together.</a:t>
            </a:r>
          </a:p>
          <a:p xmlns:a="http://schemas.openxmlformats.org/drawingml/2006/main">
            <a:r>
              <a:t>CLICK 2: Second, a world where I can live inside a Heroes town, watch it grow, and explore the places I used to see on the adventure map.</a:t>
            </a:r>
          </a:p>
          <a:p xmlns:a="http://schemas.openxmlformats.org/drawingml/2006/main">
            <a:r>
              <a:t>FINAL LINE (no click): That is Laema.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Approved content: user v0.3 attachment, section 17.</a:t>
            </a:r>
          </a:p>
          <a:p xmlns:a="http://schemas.openxmlformats.org/drawingml/2006/main">
            <a:r>
              <a:t>Wider-game presentation intent. Not a claim of implemented environments or franchise approval.</a:t>
            </a:r>
          </a:p>
          <a:p xmlns:a="http://schemas.openxmlformats.org/drawingml/2006/main">
            <a:r>
              <a:t>Craftpix prototype sprite cells: current Laema assets/prototype/player/animation; assets/README.md. Project presentation use.</a:t>
            </a:r>
          </a:p>
          <a:p xmlns:a="http://schemas.openxmlformats.org/drawingml/2006/main">
            <a:r>
              <a:t>Heroes III town screenshot sourced by Art from Ubisoft product media: https://staticctf.ubisoft.com/J3yJr34U2pZ2Ieem48Dwy9uqj5PNUQTn/2MRalCw0pfjYWmUlnebDll/2044a8ddf09ce544463740775f225b86/575ffd9ba3be1633568b4d8c-1.jpg . This is a Conflux town reference, not Mirham, Cloudfire, or Laema gameplay. Town scenery cropped mechanically from supplied screenshot; source retained.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d6f352a4f944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5c71d1bf3f435f" /><Relationship Type="http://schemas.openxmlformats.org/officeDocument/2006/relationships/slideLayout" Target="/ppt/slideLayouts/slideLayout1.xml" Id="R68e9dc1383b342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e9dc1383b342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2c8204e8c6410e" /><Relationship Type="http://schemas.openxmlformats.org/officeDocument/2006/relationships/image" Target="/ppt/media/image.png" Id="R2efe576fe89d4877" /><Relationship Type="http://schemas.openxmlformats.org/officeDocument/2006/relationships/image" Target="/ppt/media/image2.png" Id="R2d79a7ffa3af4995" /><Relationship Type="http://schemas.openxmlformats.org/officeDocument/2006/relationships/image" Target="/ppt/media/image3.png" Id="R6c9fdc6f6cc84e73" /><Relationship Type="http://schemas.openxmlformats.org/officeDocument/2006/relationships/notesSlide" Target="/ppt/notesSlides/notesSlide1.xml" Id="Re405dcc87db545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0aa7fa2f34abf" /><Relationship Type="http://schemas.openxmlformats.org/officeDocument/2006/relationships/image" Target="/ppt/media/image4.png" Id="R9a9403e1e6be48fa" /><Relationship Type="http://schemas.openxmlformats.org/officeDocument/2006/relationships/image" Target="/ppt/media/image5.png" Id="Re55b957d74024395" /><Relationship Type="http://schemas.openxmlformats.org/officeDocument/2006/relationships/image" Target="/ppt/media/image6.png" Id="Re44d1c4112b948d5" /><Relationship Type="http://schemas.openxmlformats.org/officeDocument/2006/relationships/image" Target="/ppt/media/image7.png" Id="R04c9e56c53f64633" /><Relationship Type="http://schemas.openxmlformats.org/officeDocument/2006/relationships/notesSlide" Target="/ppt/notesSlides/notesSlide2.xml" Id="R9c1f3b1137fc42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4240720404499" /><Relationship Type="http://schemas.openxmlformats.org/officeDocument/2006/relationships/image" Target="/ppt/media/image8.png" Id="R5cb093f359d64b35" /><Relationship Type="http://schemas.openxmlformats.org/officeDocument/2006/relationships/image" Target="/ppt/media/image9.png" Id="Rbbed2b3d466044c0" /><Relationship Type="http://schemas.openxmlformats.org/officeDocument/2006/relationships/image" Target="/ppt/media/image10.png" Id="Rd898f5ace9ee464b" /><Relationship Type="http://schemas.openxmlformats.org/officeDocument/2006/relationships/image" Target="/ppt/media/image11.png" Id="R47b5a48d4a7143e3" /><Relationship Type="http://schemas.openxmlformats.org/officeDocument/2006/relationships/notesSlide" Target="/ppt/notesSlides/notesSlide3.xml" Id="R89a91bf0e22a4f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4c7b500294e81" /><Relationship Type="http://schemas.openxmlformats.org/officeDocument/2006/relationships/image" Target="/ppt/media/image12.png" Id="R44e9bc50522647ef" /><Relationship Type="http://schemas.openxmlformats.org/officeDocument/2006/relationships/image" Target="/ppt/media/image13.png" Id="R2510928b6c734a56" /><Relationship Type="http://schemas.openxmlformats.org/officeDocument/2006/relationships/image" Target="/ppt/media/image14.png" Id="Rc40ce79a1e4a4635" /><Relationship Type="http://schemas.openxmlformats.org/officeDocument/2006/relationships/image" Target="/ppt/media/image15.png" Id="R2d0bb326a9804ec2" /><Relationship Type="http://schemas.openxmlformats.org/officeDocument/2006/relationships/notesSlide" Target="/ppt/notesSlides/notesSlide4.xml" Id="R6229f3c0a12947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e6ec3cb954263" /><Relationship Type="http://schemas.openxmlformats.org/officeDocument/2006/relationships/image" Target="/ppt/media/image16.png" Id="Re147a99eb3f34861" /><Relationship Type="http://schemas.openxmlformats.org/officeDocument/2006/relationships/image" Target="/ppt/media/image17.png" Id="R00ed2ee02cbf42b4" /><Relationship Type="http://schemas.openxmlformats.org/officeDocument/2006/relationships/image" Target="/ppt/media/image18.png" Id="R2f3900cd1aaa4bb4" /><Relationship Type="http://schemas.openxmlformats.org/officeDocument/2006/relationships/image" Target="/ppt/media/image19.png" Id="R23f011037ac24127" /><Relationship Type="http://schemas.openxmlformats.org/officeDocument/2006/relationships/image" Target="/ppt/media/image20.png" Id="R75feb754fd1445ef" /><Relationship Type="http://schemas.openxmlformats.org/officeDocument/2006/relationships/notesSlide" Target="/ppt/notesSlides/notesSlide5.xml" Id="R6403a4e2951047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2a687dfa844d8" /><Relationship Type="http://schemas.openxmlformats.org/officeDocument/2006/relationships/image" Target="/ppt/media/image21.png" Id="R5ec3961c8ebc4724" /><Relationship Type="http://schemas.openxmlformats.org/officeDocument/2006/relationships/notesSlide" Target="/ppt/notesSlides/notesSlide6.xml" Id="R03ec4ea767ae41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dc3d14bc244b0" /><Relationship Type="http://schemas.openxmlformats.org/officeDocument/2006/relationships/image" Target="/ppt/media/image22.png" Id="Rd48814c595774d63" /><Relationship Type="http://schemas.openxmlformats.org/officeDocument/2006/relationships/notesSlide" Target="/ppt/notesSlides/notesSlide7.xml" Id="R114cb1521e4f43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abeb26f1d4640" /><Relationship Type="http://schemas.openxmlformats.org/officeDocument/2006/relationships/notesSlide" Target="/ppt/notesSlides/notesSlide8.xml" Id="Rb95b1fce5cb541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78d9e8f3f4832" /><Relationship Type="http://schemas.openxmlformats.org/officeDocument/2006/relationships/notesSlide" Target="/ppt/notesSlides/notesSlide9.xml" Id="R02b8d27290e747f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c636746024efe" /><Relationship Type="http://schemas.openxmlformats.org/officeDocument/2006/relationships/image" Target="/ppt/media/image23.png" Id="R75326f979b204a1c" /><Relationship Type="http://schemas.openxmlformats.org/officeDocument/2006/relationships/image" Target="/ppt/media/image24.png" Id="Rc66666d902314794" /><Relationship Type="http://schemas.openxmlformats.org/officeDocument/2006/relationships/image" Target="/ppt/media/image25.png" Id="R8b079c5e4881413e" /><Relationship Type="http://schemas.openxmlformats.org/officeDocument/2006/relationships/image" Target="/ppt/media/image26.png" Id="R27e98564f8164ce1" /><Relationship Type="http://schemas.openxmlformats.org/officeDocument/2006/relationships/notesSlide" Target="/ppt/notesSlides/notesSlide10.xml" Id="R64fccfb8ab97481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9324082ac4404" /><Relationship Type="http://schemas.openxmlformats.org/officeDocument/2006/relationships/notesSlide" Target="/ppt/notesSlides/notesSlide11.xml" Id="Rf8f093f1758e4d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b1205e71c64d21" /><Relationship Type="http://schemas.openxmlformats.org/officeDocument/2006/relationships/image" Target="/ppt/media/image27.png" Id="R325e7538c29e46ec" /><Relationship Type="http://schemas.openxmlformats.org/officeDocument/2006/relationships/image" Target="/ppt/media/image28.png" Id="R2f98bda8351e4eb4" /><Relationship Type="http://schemas.openxmlformats.org/officeDocument/2006/relationships/notesSlide" Target="/ppt/notesSlides/notesSlide12.xml" Id="Rddb84b57c0f74ed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4332be7f043f3" /><Relationship Type="http://schemas.openxmlformats.org/officeDocument/2006/relationships/image" Target="/ppt/media/image29.png" Id="Rbb3d093c5631407f" /><Relationship Type="http://schemas.openxmlformats.org/officeDocument/2006/relationships/notesSlide" Target="/ppt/notesSlides/notesSlide13.xml" Id="Rc5838b123c3946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f0995e66149d3" /><Relationship Type="http://schemas.openxmlformats.org/officeDocument/2006/relationships/image" Target="/ppt/media/image30.png" Id="Raf1bbafe5adf4151" /><Relationship Type="http://schemas.openxmlformats.org/officeDocument/2006/relationships/notesSlide" Target="/ppt/notesSlides/notesSlide14.xml" Id="Rf43a6d0aaa23448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8089775064edd" /><Relationship Type="http://schemas.openxmlformats.org/officeDocument/2006/relationships/image" Target="/ppt/media/image31.png" Id="R17549b52e3e54693" /><Relationship Type="http://schemas.openxmlformats.org/officeDocument/2006/relationships/notesSlide" Target="/ppt/notesSlides/notesSlide15.xml" Id="R0d72528cef1644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d2f6ff249427d" /><Relationship Type="http://schemas.openxmlformats.org/officeDocument/2006/relationships/notesSlide" Target="/ppt/notesSlides/notesSlide16.xml" Id="R49013d23dd02441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8c34018f6439b" /><Relationship Type="http://schemas.openxmlformats.org/officeDocument/2006/relationships/image" Target="/ppt/media/image32.png" Id="Rfbdf316c700f467c" /><Relationship Type="http://schemas.openxmlformats.org/officeDocument/2006/relationships/notesSlide" Target="/ppt/notesSlides/notesSlide17.xml" Id="R8de76f71bd914a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1_r0_e99_0">
            <a:extLst xmlns:a="http://schemas.openxmlformats.org/drawingml/2006/main">
              <a:ext uri="{FF2B5EF4-FFF2-40B4-BE49-F238E27FC236}">
                <a16:creationId xmlns:a16="http://schemas.microsoft.com/office/drawing/2014/main" id="{742687C7-F26F-4A3D-967A-5EEEEF02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" name="p1_r0_e99_1">
            <a:extLst xmlns:a="http://schemas.openxmlformats.org/drawingml/2006/main">
              <a:ext uri="{FF2B5EF4-FFF2-40B4-BE49-F238E27FC236}">
                <a16:creationId xmlns:a16="http://schemas.microsoft.com/office/drawing/2014/main" id="{4EE8A7D3-FE80-474D-80C3-2B8B919A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YOU ASKED FOR A TOY.</a:t>
            </a:r>
          </a:p>
        </p:txBody>
      </p:sp>
      <p:sp>
        <p:nvSpPr>
          <p:cNvPr id="3" name="p1_r1_e99_2">
            <a:extLst xmlns:a="http://schemas.openxmlformats.org/drawingml/2006/main">
              <a:ext uri="{FF2B5EF4-FFF2-40B4-BE49-F238E27FC236}">
                <a16:creationId xmlns:a16="http://schemas.microsoft.com/office/drawing/2014/main" id="{D303D34F-CF4E-4F18-B262-4FDB479D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866900"/>
            <a:ext cx="685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FAMILIAR ACTION COMBAT</a:t>
            </a:r>
          </a:p>
        </p:txBody>
      </p:sp>
      <p:sp>
        <p:nvSpPr>
          <p:cNvPr id="4" name="p1_r1_e99_3">
            <a:extLst xmlns:a="http://schemas.openxmlformats.org/drawingml/2006/main">
              <a:ext uri="{FF2B5EF4-FFF2-40B4-BE49-F238E27FC236}">
                <a16:creationId xmlns:a16="http://schemas.microsoft.com/office/drawing/2014/main" id="{F5E4597D-5CF6-4F7F-80F1-8316CA63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33362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Attack     Defend     Evade     Openings</a:t>
            </a:r>
          </a:p>
        </p:txBody>
      </p:sp>
      <p:pic>
        <p:nvPicPr>
          <p:cNvPr id="22" name="p1_r1_e99_4" descr="Laema presentation asset: fire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e576fe89d4877"/>
          <a:stretch xmlns:a="http://schemas.openxmlformats.org/drawingml/2006/main"/>
        </p:blipFill>
        <p:spPr>
          <a:xfrm xmlns:a="http://schemas.openxmlformats.org/drawingml/2006/main">
            <a:off x="8667750" y="1524000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23" name="p1_r1_e99_5" descr="Laema presentation asset: enemy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79a7ffa3af4995"/>
          <a:stretch xmlns:a="http://schemas.openxmlformats.org/drawingml/2006/main"/>
        </p:blipFill>
        <p:spPr>
          <a:xfrm xmlns:a="http://schemas.openxmlformats.org/drawingml/2006/main">
            <a:off x="10287000" y="1952625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7" name="p1_r2_e99_6">
            <a:extLst xmlns:a="http://schemas.openxmlformats.org/drawingml/2006/main">
              <a:ext uri="{FF2B5EF4-FFF2-40B4-BE49-F238E27FC236}">
                <a16:creationId xmlns:a16="http://schemas.microsoft.com/office/drawing/2014/main" id="{C7BC4D10-7EFE-49D7-A17E-CA06A4F3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000375"/>
            <a:ext cx="714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HITS GENERATE ELEMENTAL ORBS</a:t>
            </a:r>
          </a:p>
        </p:txBody>
      </p:sp>
      <p:sp>
        <p:nvSpPr>
          <p:cNvPr id="8" name="p1_r2_e99_7">
            <a:extLst xmlns:a="http://schemas.openxmlformats.org/drawingml/2006/main">
              <a:ext uri="{FF2B5EF4-FFF2-40B4-BE49-F238E27FC236}">
                <a16:creationId xmlns:a16="http://schemas.microsoft.com/office/drawing/2014/main" id="{E5A5402E-AA5E-4FD4-A90F-A5B9EEFC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095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93D"/>
          </a:solidFill>
          <a:ln xmlns:a="http://schemas.openxmlformats.org/drawingml/2006/main" w="9525">
            <a:solidFill>
              <a:srgbClr val="3F5564"/>
            </a:solidFill>
          </a:ln>
        </p:spPr>
      </p:sp>
      <p:sp>
        <p:nvSpPr>
          <p:cNvPr id="9" name="p1_r2_e99_8">
            <a:extLst xmlns:a="http://schemas.openxmlformats.org/drawingml/2006/main">
              <a:ext uri="{FF2B5EF4-FFF2-40B4-BE49-F238E27FC236}">
                <a16:creationId xmlns:a16="http://schemas.microsoft.com/office/drawing/2014/main" id="{C12DD8F9-4ED7-42B1-986B-86228C80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1051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10" name="p1_r3_e99_9">
            <a:extLst xmlns:a="http://schemas.openxmlformats.org/drawingml/2006/main">
              <a:ext uri="{FF2B5EF4-FFF2-40B4-BE49-F238E27FC236}">
                <a16:creationId xmlns:a16="http://schemas.microsoft.com/office/drawing/2014/main" id="{0EB4C69F-A1FF-42FD-ABF3-5ADC42C0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191000"/>
            <a:ext cx="714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CHARGE → CAST → CONSUME</a:t>
            </a:r>
          </a:p>
        </p:txBody>
      </p:sp>
      <p:sp>
        <p:nvSpPr>
          <p:cNvPr id="11" name="p1_r3_e99_10">
            <a:extLst xmlns:a="http://schemas.openxmlformats.org/drawingml/2006/main">
              <a:ext uri="{FF2B5EF4-FFF2-40B4-BE49-F238E27FC236}">
                <a16:creationId xmlns:a16="http://schemas.microsoft.com/office/drawing/2014/main" id="{EAC6D2E0-D566-4F88-890F-0C590761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4219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93D"/>
          </a:solidFill>
          <a:ln xmlns:a="http://schemas.openxmlformats.org/drawingml/2006/main" w="28575">
            <a:solidFill>
              <a:srgbClr val="FFD700"/>
            </a:solidFill>
          </a:ln>
        </p:spPr>
      </p:sp>
      <p:sp>
        <p:nvSpPr>
          <p:cNvPr id="12" name="p1_r3_e99_11">
            <a:extLst xmlns:a="http://schemas.openxmlformats.org/drawingml/2006/main">
              <a:ext uri="{FF2B5EF4-FFF2-40B4-BE49-F238E27FC236}">
                <a16:creationId xmlns:a16="http://schemas.microsoft.com/office/drawing/2014/main" id="{21F050E1-4D45-4FD4-8969-0A113472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10575" y="42291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13" name="p1_r3_e99_12">
            <a:extLst xmlns:a="http://schemas.openxmlformats.org/drawingml/2006/main">
              <a:ext uri="{FF2B5EF4-FFF2-40B4-BE49-F238E27FC236}">
                <a16:creationId xmlns:a16="http://schemas.microsoft.com/office/drawing/2014/main" id="{E6BD2E0A-8ADC-4679-B57A-97C29DA2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8275" y="447675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14" name="p1_r3_e99_13">
            <a:extLst xmlns:a="http://schemas.openxmlformats.org/drawingml/2006/main">
              <a:ext uri="{FF2B5EF4-FFF2-40B4-BE49-F238E27FC236}">
                <a16:creationId xmlns:a16="http://schemas.microsoft.com/office/drawing/2014/main" id="{1A8334BC-FFA9-4BDE-A6A6-961355DC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10700" y="4429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pic>
        <p:nvPicPr>
          <p:cNvPr id="32" name="p1_r3_e99_14" descr="Laema presentation asset: cas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fdc6f6cc84e73"/>
          <a:stretch xmlns:a="http://schemas.openxmlformats.org/drawingml/2006/main"/>
        </p:blipFill>
        <p:spPr>
          <a:xfrm xmlns:a="http://schemas.openxmlformats.org/drawingml/2006/main">
            <a:off x="9548813" y="3686175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16" name="p1_r3_e99_15">
            <a:extLst xmlns:a="http://schemas.openxmlformats.org/drawingml/2006/main">
              <a:ext uri="{FF2B5EF4-FFF2-40B4-BE49-F238E27FC236}">
                <a16:creationId xmlns:a16="http://schemas.microsoft.com/office/drawing/2014/main" id="{CA5894BA-4D86-4CDB-8F93-3CE4A8E0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42862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Release R2</a:t>
            </a:r>
          </a:p>
        </p:txBody>
      </p:sp>
      <p:sp>
        <p:nvSpPr>
          <p:cNvPr id="17" name="p1_r4_e99_16">
            <a:extLst xmlns:a="http://schemas.openxmlformats.org/drawingml/2006/main">
              <a:ext uri="{FF2B5EF4-FFF2-40B4-BE49-F238E27FC236}">
                <a16:creationId xmlns:a16="http://schemas.microsoft.com/office/drawing/2014/main" id="{5ADB92F5-C485-4FCE-AB45-A8ED0ABF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388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MIGHT CREATES MAGIC</a:t>
            </a:r>
          </a:p>
        </p:txBody>
      </p:sp>
    </p:spTree>
    <p:extLst>
      <p:ext uri="{BB962C8B-B14F-4D97-AF65-F5344CB8AC3E}">
        <p14:creationId xmlns:p14="http://schemas.microsoft.com/office/powerpoint/2010/main" val="78570125"/>
      </p:ext>
    </p:extLst>
  </p:cSld>
  <p:transition spd="fast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2_r0_e99_0">
            <a:extLst xmlns:a="http://schemas.openxmlformats.org/drawingml/2006/main">
              <a:ext uri="{FF2B5EF4-FFF2-40B4-BE49-F238E27FC236}">
                <a16:creationId xmlns:a16="http://schemas.microsoft.com/office/drawing/2014/main" id="{E8488485-1A85-4AB8-9838-E5C5D952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" name="p2_r0_e99_1">
            <a:extLst xmlns:a="http://schemas.openxmlformats.org/drawingml/2006/main">
              <a:ext uri="{FF2B5EF4-FFF2-40B4-BE49-F238E27FC236}">
                <a16:creationId xmlns:a16="http://schemas.microsoft.com/office/drawing/2014/main" id="{0B75EBC9-0395-4B31-9336-D69C5658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FOUR SCHOOLS. FOUR FIGHTING STYLES.</a:t>
            </a:r>
          </a:p>
        </p:txBody>
      </p:sp>
      <p:pic>
        <p:nvPicPr>
          <p:cNvPr id="38" name="p2_r0_e99_2" descr="Laema presentation asset: fire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403e1e6be48fa"/>
          <a:stretch xmlns:a="http://schemas.openxmlformats.org/drawingml/2006/main"/>
        </p:blipFill>
        <p:spPr>
          <a:xfrm xmlns:a="http://schemas.openxmlformats.org/drawingml/2006/main">
            <a:off x="1285875" y="1728788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4" name="p2_r0_e99_3">
            <a:extLst xmlns:a="http://schemas.openxmlformats.org/drawingml/2006/main">
              <a:ext uri="{FF2B5EF4-FFF2-40B4-BE49-F238E27FC236}">
                <a16:creationId xmlns:a16="http://schemas.microsoft.com/office/drawing/2014/main" id="{FDFFC473-7820-4A07-93CF-579C7CD4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0670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Fire</a:t>
            </a:r>
          </a:p>
        </p:txBody>
      </p:sp>
      <p:pic>
        <p:nvPicPr>
          <p:cNvPr id="40" name="p2_r0_e99_4" descr="Laema presentation asset: water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b957d74024395"/>
          <a:stretch xmlns:a="http://schemas.openxmlformats.org/drawingml/2006/main"/>
        </p:blipFill>
        <p:spPr>
          <a:xfrm xmlns:a="http://schemas.openxmlformats.org/drawingml/2006/main">
            <a:off x="4191000" y="1728788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6" name="p2_r0_e99_5">
            <a:extLst xmlns:a="http://schemas.openxmlformats.org/drawingml/2006/main">
              <a:ext uri="{FF2B5EF4-FFF2-40B4-BE49-F238E27FC236}">
                <a16:creationId xmlns:a16="http://schemas.microsoft.com/office/drawing/2014/main" id="{EE9CAEDF-5689-4294-8D10-3E7A213A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30670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Water</a:t>
            </a:r>
          </a:p>
        </p:txBody>
      </p:sp>
      <p:pic>
        <p:nvPicPr>
          <p:cNvPr id="42" name="p2_r0_e99_6" descr="Laema presentation asset: air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d1c4112b948d5"/>
          <a:stretch xmlns:a="http://schemas.openxmlformats.org/drawingml/2006/main"/>
        </p:blipFill>
        <p:spPr>
          <a:xfrm xmlns:a="http://schemas.openxmlformats.org/drawingml/2006/main">
            <a:off x="7096125" y="1728788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8" name="p2_r0_e99_7">
            <a:extLst xmlns:a="http://schemas.openxmlformats.org/drawingml/2006/main">
              <a:ext uri="{FF2B5EF4-FFF2-40B4-BE49-F238E27FC236}">
                <a16:creationId xmlns:a16="http://schemas.microsoft.com/office/drawing/2014/main" id="{88BB868E-E218-4E3A-8E5E-42D28B1F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30670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Air</a:t>
            </a:r>
          </a:p>
        </p:txBody>
      </p:sp>
      <p:pic>
        <p:nvPicPr>
          <p:cNvPr id="44" name="p2_r0_e99_8" descr="Laema presentation asset: earth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9e56c53f64633"/>
          <a:stretch xmlns:a="http://schemas.openxmlformats.org/drawingml/2006/main"/>
        </p:blipFill>
        <p:spPr>
          <a:xfrm xmlns:a="http://schemas.openxmlformats.org/drawingml/2006/main">
            <a:off x="10001250" y="1728788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0" name="p2_r0_e99_9">
            <a:extLst xmlns:a="http://schemas.openxmlformats.org/drawingml/2006/main">
              <a:ext uri="{FF2B5EF4-FFF2-40B4-BE49-F238E27FC236}">
                <a16:creationId xmlns:a16="http://schemas.microsoft.com/office/drawing/2014/main" id="{806A6382-1AB2-4ACE-B00B-0E3DF022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0" y="30670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Earth</a:t>
            </a:r>
          </a:p>
        </p:txBody>
      </p:sp>
      <p:sp>
        <p:nvSpPr>
          <p:cNvPr id="11" name="p2_r0_e99_10">
            <a:extLst xmlns:a="http://schemas.openxmlformats.org/drawingml/2006/main">
              <a:ext uri="{FF2B5EF4-FFF2-40B4-BE49-F238E27FC236}">
                <a16:creationId xmlns:a16="http://schemas.microsoft.com/office/drawing/2014/main" id="{A69D6BE2-F03E-4C4B-9DE2-3E2489E2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3627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Prototype character assets • fighting-style direction</a:t>
            </a:r>
          </a:p>
        </p:txBody>
      </p:sp>
      <p:sp>
        <p:nvSpPr>
          <p:cNvPr id="12" name="p2_r1_e2_11">
            <a:extLst xmlns:a="http://schemas.openxmlformats.org/drawingml/2006/main">
              <a:ext uri="{FF2B5EF4-FFF2-40B4-BE49-F238E27FC236}">
                <a16:creationId xmlns:a16="http://schemas.microsoft.com/office/drawing/2014/main" id="{4500CCE0-D91A-4C48-9AE6-5670E05A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00450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EACH HIT GENERATES THAT SCHOOL’S ORB</a:t>
            </a:r>
          </a:p>
        </p:txBody>
      </p:sp>
      <p:sp>
        <p:nvSpPr>
          <p:cNvPr id="13" name="p2_r1_e99_12">
            <a:extLst xmlns:a="http://schemas.openxmlformats.org/drawingml/2006/main">
              <a:ext uri="{FF2B5EF4-FFF2-40B4-BE49-F238E27FC236}">
                <a16:creationId xmlns:a16="http://schemas.microsoft.com/office/drawing/2014/main" id="{06A9D185-7795-4674-ACF3-4410E68F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4219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6FF"/>
          </a:solidFill>
          <a:ln xmlns:a="http://schemas.openxmlformats.org/drawingml/2006/main" w="9525">
            <a:solidFill>
              <a:srgbClr val="3F5564"/>
            </a:solidFill>
          </a:ln>
        </p:spPr>
      </p:sp>
      <p:sp>
        <p:nvSpPr>
          <p:cNvPr id="14" name="p2_r1_e99_13">
            <a:extLst xmlns:a="http://schemas.openxmlformats.org/drawingml/2006/main">
              <a:ext uri="{FF2B5EF4-FFF2-40B4-BE49-F238E27FC236}">
                <a16:creationId xmlns:a16="http://schemas.microsoft.com/office/drawing/2014/main" id="{27D5EA65-6459-4A17-AFA4-B06F8072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42291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B2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B23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5" name="p2_r1_e2_14">
            <a:extLst xmlns:a="http://schemas.openxmlformats.org/drawingml/2006/main">
              <a:ext uri="{FF2B5EF4-FFF2-40B4-BE49-F238E27FC236}">
                <a16:creationId xmlns:a16="http://schemas.microsoft.com/office/drawing/2014/main" id="{6109E62D-2764-4780-BBDB-DBCB7F5B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3962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Air X</a:t>
            </a:r>
          </a:p>
        </p:txBody>
      </p:sp>
      <p:sp>
        <p:nvSpPr>
          <p:cNvPr id="16" name="p2_r1_e99_15">
            <a:extLst xmlns:a="http://schemas.openxmlformats.org/drawingml/2006/main">
              <a:ext uri="{FF2B5EF4-FFF2-40B4-BE49-F238E27FC236}">
                <a16:creationId xmlns:a16="http://schemas.microsoft.com/office/drawing/2014/main" id="{691B6297-CE4F-48C3-B302-7F3C8F02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9825" y="4219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6FF"/>
          </a:solidFill>
          <a:ln xmlns:a="http://schemas.openxmlformats.org/drawingml/2006/main" w="9525">
            <a:solidFill>
              <a:srgbClr val="3F5564"/>
            </a:solidFill>
          </a:ln>
        </p:spPr>
      </p:sp>
      <p:sp>
        <p:nvSpPr>
          <p:cNvPr id="17" name="p2_r1_e99_16">
            <a:extLst xmlns:a="http://schemas.openxmlformats.org/drawingml/2006/main">
              <a:ext uri="{FF2B5EF4-FFF2-40B4-BE49-F238E27FC236}">
                <a16:creationId xmlns:a16="http://schemas.microsoft.com/office/drawing/2014/main" id="{34032FF3-EAFF-4857-B401-D3436EE3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9825" y="42291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B2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B23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18" name="p2_r1_e2_17">
            <a:extLst xmlns:a="http://schemas.openxmlformats.org/drawingml/2006/main">
              <a:ext uri="{FF2B5EF4-FFF2-40B4-BE49-F238E27FC236}">
                <a16:creationId xmlns:a16="http://schemas.microsoft.com/office/drawing/2014/main" id="{1792ADD9-ED39-4957-84CC-9D23FF74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05050" y="3962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Air X</a:t>
            </a:r>
          </a:p>
        </p:txBody>
      </p:sp>
      <p:sp>
        <p:nvSpPr>
          <p:cNvPr id="19" name="p2_r1_e99_18">
            <a:extLst xmlns:a="http://schemas.openxmlformats.org/drawingml/2006/main">
              <a:ext uri="{FF2B5EF4-FFF2-40B4-BE49-F238E27FC236}">
                <a16:creationId xmlns:a16="http://schemas.microsoft.com/office/drawing/2014/main" id="{B6E4B418-7D12-4389-8021-7F20E24C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4219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6FF"/>
          </a:solidFill>
          <a:ln xmlns:a="http://schemas.openxmlformats.org/drawingml/2006/main" w="9525">
            <a:solidFill>
              <a:srgbClr val="3F5564"/>
            </a:solidFill>
          </a:ln>
        </p:spPr>
      </p:sp>
      <p:sp>
        <p:nvSpPr>
          <p:cNvPr id="20" name="p2_r1_e99_19">
            <a:extLst xmlns:a="http://schemas.openxmlformats.org/drawingml/2006/main">
              <a:ext uri="{FF2B5EF4-FFF2-40B4-BE49-F238E27FC236}">
                <a16:creationId xmlns:a16="http://schemas.microsoft.com/office/drawing/2014/main" id="{B6C6AAF2-7541-40EC-B7B8-C5EFF8A5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42291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W</a:t>
            </a:r>
          </a:p>
        </p:txBody>
      </p:sp>
      <p:sp>
        <p:nvSpPr>
          <p:cNvPr id="21" name="p2_r1_e2_20">
            <a:extLst xmlns:a="http://schemas.openxmlformats.org/drawingml/2006/main">
              <a:ext uri="{FF2B5EF4-FFF2-40B4-BE49-F238E27FC236}">
                <a16:creationId xmlns:a16="http://schemas.microsoft.com/office/drawing/2014/main" id="{C3D3708C-83CE-47B7-882A-44CB4013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3962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Water X</a:t>
            </a:r>
          </a:p>
        </p:txBody>
      </p:sp>
      <p:sp>
        <p:nvSpPr>
          <p:cNvPr id="22" name="p2_r1_e99_21">
            <a:extLst xmlns:a="http://schemas.openxmlformats.org/drawingml/2006/main">
              <a:ext uri="{FF2B5EF4-FFF2-40B4-BE49-F238E27FC236}">
                <a16:creationId xmlns:a16="http://schemas.microsoft.com/office/drawing/2014/main" id="{20507E71-89CC-43A7-BD89-2153D240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4219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6FF"/>
          </a:solidFill>
          <a:ln xmlns:a="http://schemas.openxmlformats.org/drawingml/2006/main" w="9525">
            <a:solidFill>
              <a:srgbClr val="3F5564"/>
            </a:solidFill>
          </a:ln>
        </p:spPr>
      </p:sp>
      <p:sp>
        <p:nvSpPr>
          <p:cNvPr id="23" name="p2_r1_e99_22">
            <a:extLst xmlns:a="http://schemas.openxmlformats.org/drawingml/2006/main">
              <a:ext uri="{FF2B5EF4-FFF2-40B4-BE49-F238E27FC236}">
                <a16:creationId xmlns:a16="http://schemas.microsoft.com/office/drawing/2014/main" id="{B07F8573-0B1C-4704-AFB3-D4434CC9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95825" y="422910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W</a:t>
            </a:r>
          </a:p>
        </p:txBody>
      </p:sp>
      <p:sp>
        <p:nvSpPr>
          <p:cNvPr id="24" name="p2_r1_e2_23">
            <a:extLst xmlns:a="http://schemas.openxmlformats.org/drawingml/2006/main">
              <a:ext uri="{FF2B5EF4-FFF2-40B4-BE49-F238E27FC236}">
                <a16:creationId xmlns:a16="http://schemas.microsoft.com/office/drawing/2014/main" id="{5293D928-A4AE-48C8-AF5B-4D1D19CE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3962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Water X</a:t>
            </a:r>
          </a:p>
        </p:txBody>
      </p:sp>
      <p:sp>
        <p:nvSpPr>
          <p:cNvPr id="25" name="p2_r2_e4_24">
            <a:extLst xmlns:a="http://schemas.openxmlformats.org/drawingml/2006/main">
              <a:ext uri="{FF2B5EF4-FFF2-40B4-BE49-F238E27FC236}">
                <a16:creationId xmlns:a16="http://schemas.microsoft.com/office/drawing/2014/main" id="{D17B4037-4200-4592-BFA9-EE7A3073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37528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COMPOUND CASTING</a:t>
            </a:r>
          </a:p>
        </p:txBody>
      </p:sp>
      <p:sp>
        <p:nvSpPr>
          <p:cNvPr id="26" name="p2_r2_e99_25">
            <a:extLst xmlns:a="http://schemas.openxmlformats.org/drawingml/2006/main">
              <a:ext uri="{FF2B5EF4-FFF2-40B4-BE49-F238E27FC236}">
                <a16:creationId xmlns:a16="http://schemas.microsoft.com/office/drawing/2014/main" id="{48B90348-A00E-488E-812F-BDD82D26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0" y="4476750"/>
            <a:ext cx="638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27" name="p2_r2_e99_26">
            <a:extLst xmlns:a="http://schemas.openxmlformats.org/drawingml/2006/main">
              <a:ext uri="{FF2B5EF4-FFF2-40B4-BE49-F238E27FC236}">
                <a16:creationId xmlns:a16="http://schemas.microsoft.com/office/drawing/2014/main" id="{2E05EA9E-242C-46C1-BAEB-29775761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24575" y="44291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28" name="p2_r2_e99_27">
            <a:extLst xmlns:a="http://schemas.openxmlformats.org/drawingml/2006/main">
              <a:ext uri="{FF2B5EF4-FFF2-40B4-BE49-F238E27FC236}">
                <a16:creationId xmlns:a16="http://schemas.microsoft.com/office/drawing/2014/main" id="{720E489F-2C26-4953-862D-F26C6F3E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430530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A96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A96FF"/>
                </a:solidFill>
                <a:latin typeface="Aptos"/>
                <a:ea typeface="Aptos"/>
                <a:cs typeface="Aptos"/>
              </a:rPr>
              <a:t>Water Lv.4</a:t>
            </a:r>
          </a:p>
        </p:txBody>
      </p:sp>
      <p:sp>
        <p:nvSpPr>
          <p:cNvPr id="29" name="p2_r2_e99_28">
            <a:extLst xmlns:a="http://schemas.openxmlformats.org/drawingml/2006/main">
              <a:ext uri="{FF2B5EF4-FFF2-40B4-BE49-F238E27FC236}">
                <a16:creationId xmlns:a16="http://schemas.microsoft.com/office/drawing/2014/main" id="{2DF58983-7399-4370-978A-586A8A76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47815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6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6FF"/>
                </a:solidFill>
                <a:latin typeface="Aptos"/>
                <a:ea typeface="Aptos"/>
                <a:cs typeface="Aptos"/>
              </a:rPr>
              <a:t>+ Air Lv.2</a:t>
            </a:r>
          </a:p>
        </p:txBody>
      </p:sp>
      <p:sp>
        <p:nvSpPr>
          <p:cNvPr id="30" name="p2_r2_e99_29">
            <a:extLst xmlns:a="http://schemas.openxmlformats.org/drawingml/2006/main">
              <a:ext uri="{FF2B5EF4-FFF2-40B4-BE49-F238E27FC236}">
                <a16:creationId xmlns:a16="http://schemas.microsoft.com/office/drawing/2014/main" id="{6F359274-2127-45AB-AC9C-DB71E1D4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9625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Consumed sequence</a:t>
            </a:r>
          </a:p>
        </p:txBody>
      </p:sp>
      <p:sp>
        <p:nvSpPr>
          <p:cNvPr id="31" name="p2_r3_e4_30">
            <a:extLst xmlns:a="http://schemas.openxmlformats.org/drawingml/2006/main">
              <a:ext uri="{FF2B5EF4-FFF2-40B4-BE49-F238E27FC236}">
                <a16:creationId xmlns:a16="http://schemas.microsoft.com/office/drawing/2014/main" id="{F63027AD-6FA7-4FA9-9429-3C73B82B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5242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LAST ORB → PRIMARY SCHOOL</a:t>
            </a:r>
          </a:p>
        </p:txBody>
      </p:sp>
      <p:sp>
        <p:nvSpPr>
          <p:cNvPr id="32" name="p2_r3_e99_31">
            <a:extLst xmlns:a="http://schemas.openxmlformats.org/drawingml/2006/main">
              <a:ext uri="{FF2B5EF4-FFF2-40B4-BE49-F238E27FC236}">
                <a16:creationId xmlns:a16="http://schemas.microsoft.com/office/drawing/2014/main" id="{3E9BD4F4-D8F3-4510-AE7C-805B1984A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4857750"/>
            <a:ext cx="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96FF"/>
            </a:solidFill>
          </a:ln>
        </p:spPr>
      </p:sp>
      <p:sp>
        <p:nvSpPr>
          <p:cNvPr id="33" name="p2_r3_e99_32">
            <a:extLst xmlns:a="http://schemas.openxmlformats.org/drawingml/2006/main">
              <a:ext uri="{FF2B5EF4-FFF2-40B4-BE49-F238E27FC236}">
                <a16:creationId xmlns:a16="http://schemas.microsoft.com/office/drawing/2014/main" id="{1D2346AE-E3F0-40D8-96DF-D55E8630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5286375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96FF"/>
            </a:solidFill>
          </a:ln>
        </p:spPr>
      </p:sp>
      <p:sp>
        <p:nvSpPr>
          <p:cNvPr id="34" name="p2_r3_e99_33">
            <a:extLst xmlns:a="http://schemas.openxmlformats.org/drawingml/2006/main">
              <a:ext uri="{FF2B5EF4-FFF2-40B4-BE49-F238E27FC236}">
                <a16:creationId xmlns:a16="http://schemas.microsoft.com/office/drawing/2014/main" id="{0D1BC278-1E8C-4CAC-9E77-D31FF647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5324475"/>
            <a:ext cx="114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Primary</a:t>
            </a:r>
          </a:p>
        </p:txBody>
      </p:sp>
      <p:sp>
        <p:nvSpPr>
          <p:cNvPr id="35" name="p2_r4_e99_34">
            <a:extLst xmlns:a="http://schemas.openxmlformats.org/drawingml/2006/main">
              <a:ext uri="{FF2B5EF4-FFF2-40B4-BE49-F238E27FC236}">
                <a16:creationId xmlns:a16="http://schemas.microsoft.com/office/drawing/2014/main" id="{5044A056-CFD5-4C25-BA3A-30A0B716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388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HOW I FIGHT SHAPES THE MAGIC I CAST</a:t>
            </a:r>
          </a:p>
        </p:txBody>
      </p:sp>
    </p:spTree>
    <p:extLst>
      <p:ext uri="{BB962C8B-B14F-4D97-AF65-F5344CB8AC3E}">
        <p14:creationId xmlns:p14="http://schemas.microsoft.com/office/powerpoint/2010/main" val="356538161"/>
      </p:ext>
    </p:extLst>
  </p:cSld>
  <p:transition spd="fast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3_r0_e99_0">
            <a:extLst xmlns:a="http://schemas.openxmlformats.org/drawingml/2006/main">
              <a:ext uri="{FF2B5EF4-FFF2-40B4-BE49-F238E27FC236}">
                <a16:creationId xmlns:a16="http://schemas.microsoft.com/office/drawing/2014/main" id="{60C86D67-FFF2-4AA7-9530-05AF4EB3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" name="p3_r0_e99_1">
            <a:extLst xmlns:a="http://schemas.openxmlformats.org/drawingml/2006/main">
              <a:ext uri="{FF2B5EF4-FFF2-40B4-BE49-F238E27FC236}">
                <a16:creationId xmlns:a16="http://schemas.microsoft.com/office/drawing/2014/main" id="{D09578E1-D4A1-4066-A6A3-D50D55A0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 → X → X → CAST</a:t>
            </a:r>
          </a:p>
        </p:txBody>
      </p:sp>
      <p:sp>
        <p:nvSpPr>
          <p:cNvPr id="3" name="!!match_text_64_166_The first interpretation">
            <a:extLst xmlns:a="http://schemas.openxmlformats.org/drawingml/2006/main">
              <a:ext uri="{FF2B5EF4-FFF2-40B4-BE49-F238E27FC236}">
                <a16:creationId xmlns:a16="http://schemas.microsoft.com/office/drawing/2014/main" id="{B38EF1A8-6C1D-44A9-9C2D-9209C1EE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581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The first interpretation</a:t>
            </a:r>
          </a:p>
        </p:txBody>
      </p:sp>
      <p:sp>
        <p:nvSpPr>
          <p:cNvPr id="4" name="!!match_text_64_295_COMBAT">
            <a:extLst xmlns:a="http://schemas.openxmlformats.org/drawingml/2006/main">
              <a:ext uri="{FF2B5EF4-FFF2-40B4-BE49-F238E27FC236}">
                <a16:creationId xmlns:a16="http://schemas.microsoft.com/office/drawing/2014/main" id="{A61A239E-A686-4680-90F7-F34D101B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809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COMBAT</a:t>
            </a:r>
          </a:p>
        </p:txBody>
      </p:sp>
      <p:sp>
        <p:nvSpPr>
          <p:cNvPr id="5" name="!!match_shape_355_315_line">
            <a:extLst xmlns:a="http://schemas.openxmlformats.org/drawingml/2006/main">
              <a:ext uri="{FF2B5EF4-FFF2-40B4-BE49-F238E27FC236}">
                <a16:creationId xmlns:a16="http://schemas.microsoft.com/office/drawing/2014/main" id="{5061AF66-7981-41BB-8E0B-5C3BAA53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30003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6" name="!!match_shape_463_310_triangle">
            <a:extLst xmlns:a="http://schemas.openxmlformats.org/drawingml/2006/main">
              <a:ext uri="{FF2B5EF4-FFF2-40B4-BE49-F238E27FC236}">
                <a16:creationId xmlns:a16="http://schemas.microsoft.com/office/drawing/2014/main" id="{98BE4504-4895-45D9-8A4A-DC3EEB70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10075" y="2952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7" name="!!match_text_255_290_X">
            <a:extLst xmlns:a="http://schemas.openxmlformats.org/drawingml/2006/main">
              <a:ext uri="{FF2B5EF4-FFF2-40B4-BE49-F238E27FC236}">
                <a16:creationId xmlns:a16="http://schemas.microsoft.com/office/drawing/2014/main" id="{E1A3623D-6D7A-4952-924D-901C4ED7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27622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pic>
        <p:nvPicPr>
          <p:cNvPr id="32" name="!!match_image_243_115_fire1" descr="Laema presentation asset: fire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b093f359d64b35"/>
          <a:stretch xmlns:a="http://schemas.openxmlformats.org/drawingml/2006/main"/>
        </p:blipFill>
        <p:spPr>
          <a:xfrm xmlns:a="http://schemas.openxmlformats.org/drawingml/2006/main">
            <a:off x="2314575" y="1095375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9" name="!!match_shape_570_315_line">
            <a:extLst xmlns:a="http://schemas.openxmlformats.org/drawingml/2006/main">
              <a:ext uri="{FF2B5EF4-FFF2-40B4-BE49-F238E27FC236}">
                <a16:creationId xmlns:a16="http://schemas.microsoft.com/office/drawing/2014/main" id="{5A0264DD-05C6-4A33-98A7-E6B4D92B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30003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10" name="!!match_shape_678_310_triangle">
            <a:extLst xmlns:a="http://schemas.openxmlformats.org/drawingml/2006/main">
              <a:ext uri="{FF2B5EF4-FFF2-40B4-BE49-F238E27FC236}">
                <a16:creationId xmlns:a16="http://schemas.microsoft.com/office/drawing/2014/main" id="{3440C0EC-0346-4200-8870-90813ADB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57950" y="2952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11" name="!!match_text_470_290_X">
            <a:extLst xmlns:a="http://schemas.openxmlformats.org/drawingml/2006/main">
              <a:ext uri="{FF2B5EF4-FFF2-40B4-BE49-F238E27FC236}">
                <a16:creationId xmlns:a16="http://schemas.microsoft.com/office/drawing/2014/main" id="{0D811FC7-685B-4175-9448-3C4072C4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7622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pic>
        <p:nvPicPr>
          <p:cNvPr id="36" name="!!match_image_458_115_fire2" descr="Laema presentation asset: fire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d2b3d466044c0"/>
          <a:stretch xmlns:a="http://schemas.openxmlformats.org/drawingml/2006/main"/>
        </p:blipFill>
        <p:spPr>
          <a:xfrm xmlns:a="http://schemas.openxmlformats.org/drawingml/2006/main">
            <a:off x="4362450" y="1095375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3" name="!!match_shape_785_315_line">
            <a:extLst xmlns:a="http://schemas.openxmlformats.org/drawingml/2006/main">
              <a:ext uri="{FF2B5EF4-FFF2-40B4-BE49-F238E27FC236}">
                <a16:creationId xmlns:a16="http://schemas.microsoft.com/office/drawing/2014/main" id="{027AF9E7-174D-4AE2-B7B0-B5FF0306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30003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14" name="!!match_shape_893_310_triangle">
            <a:extLst xmlns:a="http://schemas.openxmlformats.org/drawingml/2006/main">
              <a:ext uri="{FF2B5EF4-FFF2-40B4-BE49-F238E27FC236}">
                <a16:creationId xmlns:a16="http://schemas.microsoft.com/office/drawing/2014/main" id="{29E0D9E8-EB78-4FB0-87D2-8E6F4993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05825" y="2952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15" name="!!match_text_685_290_X">
            <a:extLst xmlns:a="http://schemas.openxmlformats.org/drawingml/2006/main">
              <a:ext uri="{FF2B5EF4-FFF2-40B4-BE49-F238E27FC236}">
                <a16:creationId xmlns:a16="http://schemas.microsoft.com/office/drawing/2014/main" id="{7AC465E6-7BF5-46FE-A727-E33670CA6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27622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pic>
        <p:nvPicPr>
          <p:cNvPr id="40" name="!!match_image_673_115_fire3" descr="Laema presentation asset: fire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8f5ace9ee464b"/>
          <a:stretch xmlns:a="http://schemas.openxmlformats.org/drawingml/2006/main"/>
        </p:blipFill>
        <p:spPr>
          <a:xfrm xmlns:a="http://schemas.openxmlformats.org/drawingml/2006/main">
            <a:off x="6410325" y="1095375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7" name="!!match_text_900_290_CAST">
            <a:extLst xmlns:a="http://schemas.openxmlformats.org/drawingml/2006/main">
              <a:ext uri="{FF2B5EF4-FFF2-40B4-BE49-F238E27FC236}">
                <a16:creationId xmlns:a16="http://schemas.microsoft.com/office/drawing/2014/main" id="{1E506FBE-F53A-4E40-803C-24BC9E4B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27622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CAST</a:t>
            </a:r>
          </a:p>
        </p:txBody>
      </p:sp>
      <p:pic>
        <p:nvPicPr>
          <p:cNvPr id="42" name="!!match_image_888_115_cast" descr="Laema presentation asset: cas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5a48d4a7143e3"/>
          <a:stretch xmlns:a="http://schemas.openxmlformats.org/drawingml/2006/main"/>
        </p:blipFill>
        <p:spPr>
          <a:xfrm xmlns:a="http://schemas.openxmlformats.org/drawingml/2006/main">
            <a:off x="8458200" y="1095375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9" name="p3_r0_e99_18">
            <a:extLst xmlns:a="http://schemas.openxmlformats.org/drawingml/2006/main">
              <a:ext uri="{FF2B5EF4-FFF2-40B4-BE49-F238E27FC236}">
                <a16:creationId xmlns:a16="http://schemas.microsoft.com/office/drawing/2014/main" id="{8349CB96-48F4-4A9D-A76A-FB860A03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053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R2</a:t>
            </a:r>
          </a:p>
        </p:txBody>
      </p:sp>
      <p:sp>
        <p:nvSpPr>
          <p:cNvPr id="20" name="!!charging_span">
            <a:extLst xmlns:a="http://schemas.openxmlformats.org/drawingml/2006/main">
              <a:ext uri="{FF2B5EF4-FFF2-40B4-BE49-F238E27FC236}">
                <a16:creationId xmlns:a16="http://schemas.microsoft.com/office/drawing/2014/main" id="{98B4620E-7DEA-4900-A58D-E075CD06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442912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BBC7A"/>
            </a:solidFill>
          </a:ln>
        </p:spPr>
      </p:sp>
      <p:sp>
        <p:nvSpPr>
          <p:cNvPr id="21" name="p3_r0_e99_20">
            <a:extLst xmlns:a="http://schemas.openxmlformats.org/drawingml/2006/main">
              <a:ext uri="{FF2B5EF4-FFF2-40B4-BE49-F238E27FC236}">
                <a16:creationId xmlns:a16="http://schemas.microsoft.com/office/drawing/2014/main" id="{1EA3A5DC-5328-4B4B-A100-DA0C076F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43434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BBC7A"/>
            </a:solidFill>
          </a:ln>
        </p:spPr>
      </p:sp>
      <p:sp>
        <p:nvSpPr>
          <p:cNvPr id="22" name="!!hold_label">
            <a:extLst xmlns:a="http://schemas.openxmlformats.org/drawingml/2006/main">
              <a:ext uri="{FF2B5EF4-FFF2-40B4-BE49-F238E27FC236}">
                <a16:creationId xmlns:a16="http://schemas.microsoft.com/office/drawing/2014/main" id="{E627BDA1-F6F7-4239-BAAB-DBC21609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461010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HOLD · WAIT</a:t>
            </a:r>
          </a:p>
        </p:txBody>
      </p:sp>
      <p:sp>
        <p:nvSpPr>
          <p:cNvPr id="23" name="p3_r0_e99_22">
            <a:extLst xmlns:a="http://schemas.openxmlformats.org/drawingml/2006/main">
              <a:ext uri="{FF2B5EF4-FFF2-40B4-BE49-F238E27FC236}">
                <a16:creationId xmlns:a16="http://schemas.microsoft.com/office/drawing/2014/main" id="{1CFC8F88-BD45-47B4-95E6-9F57EB58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43434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BBC7A"/>
            </a:solidFill>
          </a:ln>
        </p:spPr>
      </p:sp>
      <p:sp>
        <p:nvSpPr>
          <p:cNvPr id="24" name="p3_r0_e99_23">
            <a:extLst xmlns:a="http://schemas.openxmlformats.org/drawingml/2006/main">
              <a:ext uri="{FF2B5EF4-FFF2-40B4-BE49-F238E27FC236}">
                <a16:creationId xmlns:a16="http://schemas.microsoft.com/office/drawing/2014/main" id="{70071894-9C74-4968-8F28-AFB2C7CD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9175" y="49720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8244727"/>
      </p:ext>
    </p:extLst>
  </p:cSld>
  <p:transition spd="fast" advClick="1"/>
</p:sld>
</file>

<file path=ppt/slides/slide4.xml><?xml version="1.0" encoding="utf-8"?>
<p:sld xmlns:p="http://schemas.openxmlformats.org/presentationml/2006/main" xmlns:mc="http://schemas.openxmlformats.org/markup-compatibility/2006" xmlns:p159="http://schemas.microsoft.com/office/powerpoint/2015/09/main" xmlns:p14="http://schemas.microsoft.com/office/powerpoint/2010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4_r0_e99_0">
            <a:extLst xmlns:a="http://schemas.openxmlformats.org/drawingml/2006/main">
              <a:ext uri="{FF2B5EF4-FFF2-40B4-BE49-F238E27FC236}">
                <a16:creationId xmlns:a16="http://schemas.microsoft.com/office/drawing/2014/main" id="{444A53D4-D713-471F-9536-CFCEEFE4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" name="p4_r0_e99_1">
            <a:extLst xmlns:a="http://schemas.openxmlformats.org/drawingml/2006/main">
              <a:ext uri="{FF2B5EF4-FFF2-40B4-BE49-F238E27FC236}">
                <a16:creationId xmlns:a16="http://schemas.microsoft.com/office/drawing/2014/main" id="{293F3142-98C0-474B-9277-28587624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CHARGING UNDERNEATH THE FIGHT</a:t>
            </a:r>
          </a:p>
        </p:txBody>
      </p:sp>
      <p:sp>
        <p:nvSpPr>
          <p:cNvPr id="3" name="!!match_text_64_295_COMBAT">
            <a:extLst xmlns:a="http://schemas.openxmlformats.org/drawingml/2006/main">
              <a:ext uri="{FF2B5EF4-FFF2-40B4-BE49-F238E27FC236}">
                <a16:creationId xmlns:a16="http://schemas.microsoft.com/office/drawing/2014/main" id="{E6B5A1C5-687A-4BD9-894F-DFCC76C97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809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COMBAT</a:t>
            </a:r>
          </a:p>
        </p:txBody>
      </p:sp>
      <p:sp>
        <p:nvSpPr>
          <p:cNvPr id="4" name="!!match_shape_355_315_line">
            <a:extLst xmlns:a="http://schemas.openxmlformats.org/drawingml/2006/main">
              <a:ext uri="{FF2B5EF4-FFF2-40B4-BE49-F238E27FC236}">
                <a16:creationId xmlns:a16="http://schemas.microsoft.com/office/drawing/2014/main" id="{2E805A90-0897-495B-A6C1-5F2A6D71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81375" y="30003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5" name="!!match_shape_463_310_triangle">
            <a:extLst xmlns:a="http://schemas.openxmlformats.org/drawingml/2006/main">
              <a:ext uri="{FF2B5EF4-FFF2-40B4-BE49-F238E27FC236}">
                <a16:creationId xmlns:a16="http://schemas.microsoft.com/office/drawing/2014/main" id="{281D29A7-D506-4EDE-B293-9DBE157A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410075" y="2952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6" name="!!match_text_255_290_X">
            <a:extLst xmlns:a="http://schemas.openxmlformats.org/drawingml/2006/main">
              <a:ext uri="{FF2B5EF4-FFF2-40B4-BE49-F238E27FC236}">
                <a16:creationId xmlns:a16="http://schemas.microsoft.com/office/drawing/2014/main" id="{6391ACDB-F4ED-4D40-B0CE-3B4CE520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28875" y="27622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pic>
        <p:nvPicPr>
          <p:cNvPr id="33" name="!!match_image_243_115_fire1" descr="Laema presentation asset: fire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e9bc50522647ef"/>
          <a:stretch xmlns:a="http://schemas.openxmlformats.org/drawingml/2006/main"/>
        </p:blipFill>
        <p:spPr>
          <a:xfrm xmlns:a="http://schemas.openxmlformats.org/drawingml/2006/main">
            <a:off x="2314575" y="1095375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8" name="!!match_shape_570_315_line">
            <a:extLst xmlns:a="http://schemas.openxmlformats.org/drawingml/2006/main">
              <a:ext uri="{FF2B5EF4-FFF2-40B4-BE49-F238E27FC236}">
                <a16:creationId xmlns:a16="http://schemas.microsoft.com/office/drawing/2014/main" id="{4A39FA74-68DD-46D6-9671-B8E408EF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0" y="30003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9" name="!!match_shape_678_310_triangle">
            <a:extLst xmlns:a="http://schemas.openxmlformats.org/drawingml/2006/main">
              <a:ext uri="{FF2B5EF4-FFF2-40B4-BE49-F238E27FC236}">
                <a16:creationId xmlns:a16="http://schemas.microsoft.com/office/drawing/2014/main" id="{C76CBCC4-E49D-414E-87A1-690FA76C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457950" y="2952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10" name="!!match_text_470_290_X">
            <a:extLst xmlns:a="http://schemas.openxmlformats.org/drawingml/2006/main">
              <a:ext uri="{FF2B5EF4-FFF2-40B4-BE49-F238E27FC236}">
                <a16:creationId xmlns:a16="http://schemas.microsoft.com/office/drawing/2014/main" id="{7D7293D5-2C49-4D33-A94D-3AA08D31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7622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pic>
        <p:nvPicPr>
          <p:cNvPr id="37" name="!!match_image_458_115_fire2" descr="Laema presentation asset: fire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0928b6c734a56"/>
          <a:stretch xmlns:a="http://schemas.openxmlformats.org/drawingml/2006/main"/>
        </p:blipFill>
        <p:spPr>
          <a:xfrm xmlns:a="http://schemas.openxmlformats.org/drawingml/2006/main">
            <a:off x="4362450" y="1095375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2" name="!!match_shape_785_315_line">
            <a:extLst xmlns:a="http://schemas.openxmlformats.org/drawingml/2006/main">
              <a:ext uri="{FF2B5EF4-FFF2-40B4-BE49-F238E27FC236}">
                <a16:creationId xmlns:a16="http://schemas.microsoft.com/office/drawing/2014/main" id="{B38866A7-DA4F-4084-BC42-3A532095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3000375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13" name="!!match_shape_893_310_triangle">
            <a:extLst xmlns:a="http://schemas.openxmlformats.org/drawingml/2006/main">
              <a:ext uri="{FF2B5EF4-FFF2-40B4-BE49-F238E27FC236}">
                <a16:creationId xmlns:a16="http://schemas.microsoft.com/office/drawing/2014/main" id="{74A5F6DA-7FC7-4A59-956F-19FBBC5A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05825" y="2952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14" name="!!match_text_685_290_X">
            <a:extLst xmlns:a="http://schemas.openxmlformats.org/drawingml/2006/main">
              <a:ext uri="{FF2B5EF4-FFF2-40B4-BE49-F238E27FC236}">
                <a16:creationId xmlns:a16="http://schemas.microsoft.com/office/drawing/2014/main" id="{6762A196-E277-42C4-B9A7-4AB948DA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27622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pic>
        <p:nvPicPr>
          <p:cNvPr id="41" name="!!match_image_673_115_fire3" descr="Laema presentation asset: fire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ce79a1e4a4635"/>
          <a:stretch xmlns:a="http://schemas.openxmlformats.org/drawingml/2006/main"/>
        </p:blipFill>
        <p:spPr>
          <a:xfrm xmlns:a="http://schemas.openxmlformats.org/drawingml/2006/main">
            <a:off x="6410325" y="1095375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6" name="!!match_text_900_290_CAST">
            <a:extLst xmlns:a="http://schemas.openxmlformats.org/drawingml/2006/main">
              <a:ext uri="{FF2B5EF4-FFF2-40B4-BE49-F238E27FC236}">
                <a16:creationId xmlns:a16="http://schemas.microsoft.com/office/drawing/2014/main" id="{63AA971A-DC07-43FB-A3B9-EBE13130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276225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CAST</a:t>
            </a:r>
          </a:p>
        </p:txBody>
      </p:sp>
      <p:pic>
        <p:nvPicPr>
          <p:cNvPr id="43" name="!!match_image_888_115_cast" descr="Laema presentation asset: cas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bb326a9804ec2"/>
          <a:stretch xmlns:a="http://schemas.openxmlformats.org/drawingml/2006/main"/>
        </p:blipFill>
        <p:spPr>
          <a:xfrm xmlns:a="http://schemas.openxmlformats.org/drawingml/2006/main">
            <a:off x="8458200" y="1095375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8" name="p4_r0_e99_17">
            <a:extLst xmlns:a="http://schemas.openxmlformats.org/drawingml/2006/main">
              <a:ext uri="{FF2B5EF4-FFF2-40B4-BE49-F238E27FC236}">
                <a16:creationId xmlns:a16="http://schemas.microsoft.com/office/drawing/2014/main" id="{05A116CE-31E6-4377-B3A6-193D8F35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053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R2</a:t>
            </a:r>
          </a:p>
        </p:txBody>
      </p:sp>
      <p:sp>
        <p:nvSpPr>
          <p:cNvPr id="19" name="!!charging_span">
            <a:extLst xmlns:a="http://schemas.openxmlformats.org/drawingml/2006/main">
              <a:ext uri="{FF2B5EF4-FFF2-40B4-BE49-F238E27FC236}">
                <a16:creationId xmlns:a16="http://schemas.microsoft.com/office/drawing/2014/main" id="{768DE113-67D2-4B85-9CF0-A738222B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4429125"/>
            <a:ext cx="614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BBC7A"/>
            </a:solidFill>
          </a:ln>
        </p:spPr>
      </p:sp>
      <p:sp>
        <p:nvSpPr>
          <p:cNvPr id="20" name="p4_r0_e99_19">
            <a:extLst xmlns:a="http://schemas.openxmlformats.org/drawingml/2006/main">
              <a:ext uri="{FF2B5EF4-FFF2-40B4-BE49-F238E27FC236}">
                <a16:creationId xmlns:a16="http://schemas.microsoft.com/office/drawing/2014/main" id="{8A89354A-0FFD-4294-9805-83E515D4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43434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BBC7A"/>
            </a:solidFill>
          </a:ln>
        </p:spPr>
      </p:sp>
      <p:sp>
        <p:nvSpPr>
          <p:cNvPr id="21" name="!!hold_label">
            <a:extLst xmlns:a="http://schemas.openxmlformats.org/drawingml/2006/main">
              <a:ext uri="{FF2B5EF4-FFF2-40B4-BE49-F238E27FC236}">
                <a16:creationId xmlns:a16="http://schemas.microsoft.com/office/drawing/2014/main" id="{ED7B5DDD-66D0-42F6-A39A-AEC573F2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4610100"/>
            <a:ext cx="6143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HOLD</a:t>
            </a:r>
          </a:p>
        </p:txBody>
      </p:sp>
      <p:sp>
        <p:nvSpPr>
          <p:cNvPr id="22" name="p4_r0_e99_21">
            <a:extLst xmlns:a="http://schemas.openxmlformats.org/drawingml/2006/main">
              <a:ext uri="{FF2B5EF4-FFF2-40B4-BE49-F238E27FC236}">
                <a16:creationId xmlns:a16="http://schemas.microsoft.com/office/drawing/2014/main" id="{049C0594-622E-4953-A185-86DB3D212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43434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BBC7A"/>
            </a:solidFill>
          </a:ln>
        </p:spPr>
      </p:sp>
      <p:sp>
        <p:nvSpPr>
          <p:cNvPr id="23" name="p4_r0_e99_22">
            <a:extLst xmlns:a="http://schemas.openxmlformats.org/drawingml/2006/main">
              <a:ext uri="{FF2B5EF4-FFF2-40B4-BE49-F238E27FC236}">
                <a16:creationId xmlns:a16="http://schemas.microsoft.com/office/drawing/2014/main" id="{3CBC07ED-9A70-4755-9295-E5F399A2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9175" y="46101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24" name="p4_r1_e99_23">
            <a:extLst xmlns:a="http://schemas.openxmlformats.org/drawingml/2006/main">
              <a:ext uri="{FF2B5EF4-FFF2-40B4-BE49-F238E27FC236}">
                <a16:creationId xmlns:a16="http://schemas.microsoft.com/office/drawing/2014/main" id="{FED3094A-E9CD-4768-B207-560FB19E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01015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TWO THINGS AT ONCE</a:t>
            </a:r>
          </a:p>
        </p:txBody>
      </p:sp>
      <p:sp>
        <p:nvSpPr>
          <p:cNvPr id="25" name="p4_r2_e99_24">
            <a:extLst xmlns:a="http://schemas.openxmlformats.org/drawingml/2006/main">
              <a:ext uri="{FF2B5EF4-FFF2-40B4-BE49-F238E27FC236}">
                <a16:creationId xmlns:a16="http://schemas.microsoft.com/office/drawing/2014/main" id="{3A7C9EBC-D99E-4B8E-A0E7-5D1DD5BF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388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ATTACK / DEFEND / EVADE</a:t>
            </a:r>
          </a:p>
        </p:txBody>
      </p:sp>
      <p:sp>
        <p:nvSpPr>
          <p:cNvPr id="26" name="p4_r2_e99_25">
            <a:extLst xmlns:a="http://schemas.openxmlformats.org/drawingml/2006/main">
              <a:ext uri="{FF2B5EF4-FFF2-40B4-BE49-F238E27FC236}">
                <a16:creationId xmlns:a16="http://schemas.microsoft.com/office/drawing/2014/main" id="{D5F02AB9-ADCF-41C6-B255-5157B9EF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1150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BBC7A"/>
                </a:solidFill>
                <a:latin typeface="Aptos"/>
                <a:ea typeface="Aptos"/>
                <a:cs typeface="Aptos"/>
              </a:rPr>
              <a:t>TRACK CHARGING</a:t>
            </a:r>
          </a:p>
        </p:txBody>
      </p:sp>
    </p:spTree>
    <p:extLst>
      <p:ext uri="{BB962C8B-B14F-4D97-AF65-F5344CB8AC3E}">
        <p14:creationId xmlns:p14="http://schemas.microsoft.com/office/powerpoint/2010/main" val="266514602"/>
      </p:ext>
    </p:extLst>
  </p:cSld>
  <mc:AlternateContent>
    <mc:Choice Requires="p159">
      <p:transition spd="med" advClick="1" p14:dur="550">
        <p159:morph option="byObject"/>
      </p:transition>
    </mc:Choice>
    <mc:Fallback>
      <p:transition spd="med" advClick="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5_r0_e99_0">
            <a:extLst xmlns:a="http://schemas.openxmlformats.org/drawingml/2006/main">
              <a:ext uri="{FF2B5EF4-FFF2-40B4-BE49-F238E27FC236}">
                <a16:creationId xmlns:a16="http://schemas.microsoft.com/office/drawing/2014/main" id="{544D0F6B-D3EA-403C-AD58-24DC107A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" name="p5_r0_e99_1">
            <a:extLst xmlns:a="http://schemas.openxmlformats.org/drawingml/2006/main">
              <a:ext uri="{FF2B5EF4-FFF2-40B4-BE49-F238E27FC236}">
                <a16:creationId xmlns:a16="http://schemas.microsoft.com/office/drawing/2014/main" id="{07CB4036-1ED0-40FD-BA7C-54B61C88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 → X → CAST → X → X</a:t>
            </a:r>
          </a:p>
        </p:txBody>
      </p:sp>
      <p:sp>
        <p:nvSpPr>
          <p:cNvPr id="3" name="p5_r0_e99_2">
            <a:extLst xmlns:a="http://schemas.openxmlformats.org/drawingml/2006/main">
              <a:ext uri="{FF2B5EF4-FFF2-40B4-BE49-F238E27FC236}">
                <a16:creationId xmlns:a16="http://schemas.microsoft.com/office/drawing/2014/main" id="{A71C020D-250F-4D16-8AC0-DBCD8636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8384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POSITION</a:t>
            </a:r>
          </a:p>
        </p:txBody>
      </p:sp>
      <p:sp>
        <p:nvSpPr>
          <p:cNvPr id="4" name="p5_r0_e99_3">
            <a:extLst xmlns:a="http://schemas.openxmlformats.org/drawingml/2006/main">
              <a:ext uri="{FF2B5EF4-FFF2-40B4-BE49-F238E27FC236}">
                <a16:creationId xmlns:a16="http://schemas.microsoft.com/office/drawing/2014/main" id="{CA9BB5E1-5A3B-489A-86AA-CC6CF59E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4290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COMBAT</a:t>
            </a:r>
          </a:p>
        </p:txBody>
      </p:sp>
      <p:sp>
        <p:nvSpPr>
          <p:cNvPr id="5" name="p5_r0_e99_4">
            <a:extLst xmlns:a="http://schemas.openxmlformats.org/drawingml/2006/main">
              <a:ext uri="{FF2B5EF4-FFF2-40B4-BE49-F238E27FC236}">
                <a16:creationId xmlns:a16="http://schemas.microsoft.com/office/drawing/2014/main" id="{981DBD99-2BEA-47E0-87E6-596B41F3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36195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6" name="p5_r0_e99_5">
            <a:extLst xmlns:a="http://schemas.openxmlformats.org/drawingml/2006/main">
              <a:ext uri="{FF2B5EF4-FFF2-40B4-BE49-F238E27FC236}">
                <a16:creationId xmlns:a16="http://schemas.microsoft.com/office/drawing/2014/main" id="{F1D62457-24F6-41D0-9756-9896FAA5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838575" y="3571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7" name="p5_r0_e99_6">
            <a:extLst xmlns:a="http://schemas.openxmlformats.org/drawingml/2006/main">
              <a:ext uri="{FF2B5EF4-FFF2-40B4-BE49-F238E27FC236}">
                <a16:creationId xmlns:a16="http://schemas.microsoft.com/office/drawing/2014/main" id="{4BDDD63B-6F62-486D-8206-3FA92BDF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280987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p5_r0_e99_7">
            <a:extLst xmlns:a="http://schemas.openxmlformats.org/drawingml/2006/main">
              <a:ext uri="{FF2B5EF4-FFF2-40B4-BE49-F238E27FC236}">
                <a16:creationId xmlns:a16="http://schemas.microsoft.com/office/drawing/2014/main" id="{BEAB7F20-2C46-41F7-96E9-46F6D2A1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43125" y="33813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pic>
        <p:nvPicPr>
          <p:cNvPr id="44" name="p5_r0_e99_8" descr="Laema presentation asset: fire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7a99eb3f34861"/>
          <a:stretch xmlns:a="http://schemas.openxmlformats.org/drawingml/2006/main"/>
        </p:blipFill>
        <p:spPr>
          <a:xfrm xmlns:a="http://schemas.openxmlformats.org/drawingml/2006/main">
            <a:off x="2028825" y="171450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0" name="p5_r0_e99_9">
            <a:extLst xmlns:a="http://schemas.openxmlformats.org/drawingml/2006/main">
              <a:ext uri="{FF2B5EF4-FFF2-40B4-BE49-F238E27FC236}">
                <a16:creationId xmlns:a16="http://schemas.microsoft.com/office/drawing/2014/main" id="{8BB3E611-7EDE-46C0-A90C-9D4CCABC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36195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11" name="p5_r0_e99_10">
            <a:extLst xmlns:a="http://schemas.openxmlformats.org/drawingml/2006/main">
              <a:ext uri="{FF2B5EF4-FFF2-40B4-BE49-F238E27FC236}">
                <a16:creationId xmlns:a16="http://schemas.microsoft.com/office/drawing/2014/main" id="{4ED2B9C5-4AB2-49A1-A874-AE310CCA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00700" y="3571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12" name="p5_r0_e99_11">
            <a:extLst xmlns:a="http://schemas.openxmlformats.org/drawingml/2006/main">
              <a:ext uri="{FF2B5EF4-FFF2-40B4-BE49-F238E27FC236}">
                <a16:creationId xmlns:a16="http://schemas.microsoft.com/office/drawing/2014/main" id="{6E377955-BED2-4440-9A43-03FF7032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48125" y="280987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p5_r0_e99_12">
            <a:extLst xmlns:a="http://schemas.openxmlformats.org/drawingml/2006/main">
              <a:ext uri="{FF2B5EF4-FFF2-40B4-BE49-F238E27FC236}">
                <a16:creationId xmlns:a16="http://schemas.microsoft.com/office/drawing/2014/main" id="{72C431F0-95A3-4206-8A55-659CD1DD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5250" y="33813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pic>
        <p:nvPicPr>
          <p:cNvPr id="49" name="p5_r0_e99_13" descr="Laema presentation asset: fire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d2ee02cbf42b4"/>
          <a:stretch xmlns:a="http://schemas.openxmlformats.org/drawingml/2006/main"/>
        </p:blipFill>
        <p:spPr>
          <a:xfrm xmlns:a="http://schemas.openxmlformats.org/drawingml/2006/main">
            <a:off x="3790950" y="171450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15" name="p5_r0_e99_14">
            <a:extLst xmlns:a="http://schemas.openxmlformats.org/drawingml/2006/main">
              <a:ext uri="{FF2B5EF4-FFF2-40B4-BE49-F238E27FC236}">
                <a16:creationId xmlns:a16="http://schemas.microsoft.com/office/drawing/2014/main" id="{E2A3AB80-C5D6-44B3-857A-E731E3A1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36195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16" name="p5_r0_e99_15">
            <a:extLst xmlns:a="http://schemas.openxmlformats.org/drawingml/2006/main">
              <a:ext uri="{FF2B5EF4-FFF2-40B4-BE49-F238E27FC236}">
                <a16:creationId xmlns:a16="http://schemas.microsoft.com/office/drawing/2014/main" id="{780A8988-D0C8-463A-8800-2C78984E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362825" y="3571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17" name="p5_r0_e99_16">
            <a:extLst xmlns:a="http://schemas.openxmlformats.org/drawingml/2006/main">
              <a:ext uri="{FF2B5EF4-FFF2-40B4-BE49-F238E27FC236}">
                <a16:creationId xmlns:a16="http://schemas.microsoft.com/office/drawing/2014/main" id="{E174C413-623A-4CBB-9644-8C9C22C5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0" y="280987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p5_r0_e99_17">
            <a:extLst xmlns:a="http://schemas.openxmlformats.org/drawingml/2006/main">
              <a:ext uri="{FF2B5EF4-FFF2-40B4-BE49-F238E27FC236}">
                <a16:creationId xmlns:a16="http://schemas.microsoft.com/office/drawing/2014/main" id="{6D3D63B7-18BA-4229-937C-9CCD015A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33813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CAST</a:t>
            </a:r>
          </a:p>
        </p:txBody>
      </p:sp>
      <p:pic>
        <p:nvPicPr>
          <p:cNvPr id="54" name="p5_r0_e99_18" descr="Laema presentation asset: cas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900cd1aaa4bb4"/>
          <a:stretch xmlns:a="http://schemas.openxmlformats.org/drawingml/2006/main"/>
        </p:blipFill>
        <p:spPr>
          <a:xfrm xmlns:a="http://schemas.openxmlformats.org/drawingml/2006/main">
            <a:off x="5553075" y="171450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20" name="p5_r0_e99_19">
            <a:extLst xmlns:a="http://schemas.openxmlformats.org/drawingml/2006/main">
              <a:ext uri="{FF2B5EF4-FFF2-40B4-BE49-F238E27FC236}">
                <a16:creationId xmlns:a16="http://schemas.microsoft.com/office/drawing/2014/main" id="{F11A22B2-EF6D-4815-BD91-F260B35B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61950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21" name="p5_r0_e99_20">
            <a:extLst xmlns:a="http://schemas.openxmlformats.org/drawingml/2006/main">
              <a:ext uri="{FF2B5EF4-FFF2-40B4-BE49-F238E27FC236}">
                <a16:creationId xmlns:a16="http://schemas.microsoft.com/office/drawing/2014/main" id="{A6A7F004-27BF-4622-B854-4699EA7C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124950" y="35718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22" name="p5_r0_e99_21">
            <a:extLst xmlns:a="http://schemas.openxmlformats.org/drawingml/2006/main">
              <a:ext uri="{FF2B5EF4-FFF2-40B4-BE49-F238E27FC236}">
                <a16:creationId xmlns:a16="http://schemas.microsoft.com/office/drawing/2014/main" id="{0C0E817C-11B7-4A9B-96D7-0FBFE53F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280987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p5_r0_e99_22">
            <a:extLst xmlns:a="http://schemas.openxmlformats.org/drawingml/2006/main">
              <a:ext uri="{FF2B5EF4-FFF2-40B4-BE49-F238E27FC236}">
                <a16:creationId xmlns:a16="http://schemas.microsoft.com/office/drawing/2014/main" id="{655F5CFD-7823-4343-88CA-63910B90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0" y="33813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pic>
        <p:nvPicPr>
          <p:cNvPr id="59" name="p5_r0_e99_23" descr="Laema presentation asset: fire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011037ac24127"/>
          <a:stretch xmlns:a="http://schemas.openxmlformats.org/drawingml/2006/main"/>
        </p:blipFill>
        <p:spPr>
          <a:xfrm xmlns:a="http://schemas.openxmlformats.org/drawingml/2006/main">
            <a:off x="7315200" y="171450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25" name="p5_r0_e99_24">
            <a:extLst xmlns:a="http://schemas.openxmlformats.org/drawingml/2006/main">
              <a:ext uri="{FF2B5EF4-FFF2-40B4-BE49-F238E27FC236}">
                <a16:creationId xmlns:a16="http://schemas.microsoft.com/office/drawing/2014/main" id="{55AAF985-1D32-413A-9020-BCE23395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280987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p5_r0_e99_25">
            <a:extLst xmlns:a="http://schemas.openxmlformats.org/drawingml/2006/main">
              <a:ext uri="{FF2B5EF4-FFF2-40B4-BE49-F238E27FC236}">
                <a16:creationId xmlns:a16="http://schemas.microsoft.com/office/drawing/2014/main" id="{BBCEEC3F-E18D-4BBD-A3C0-B9CB78D7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1625" y="33813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pic>
        <p:nvPicPr>
          <p:cNvPr id="62" name="p5_r0_e99_26" descr="Laema presentation asset: fire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eb754fd1445ef"/>
          <a:stretch xmlns:a="http://schemas.openxmlformats.org/drawingml/2006/main"/>
        </p:blipFill>
        <p:spPr>
          <a:xfrm xmlns:a="http://schemas.openxmlformats.org/drawingml/2006/main">
            <a:off x="9077325" y="171450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28" name="p5_r0_e99_27">
            <a:extLst xmlns:a="http://schemas.openxmlformats.org/drawingml/2006/main">
              <a:ext uri="{FF2B5EF4-FFF2-40B4-BE49-F238E27FC236}">
                <a16:creationId xmlns:a16="http://schemas.microsoft.com/office/drawing/2014/main" id="{3679F3C0-7774-4F17-9FAA-0787C881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434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R2</a:t>
            </a:r>
          </a:p>
        </p:txBody>
      </p:sp>
      <p:sp>
        <p:nvSpPr>
          <p:cNvPr id="29" name="p5_r0_e99_28">
            <a:extLst xmlns:a="http://schemas.openxmlformats.org/drawingml/2006/main">
              <a:ext uri="{FF2B5EF4-FFF2-40B4-BE49-F238E27FC236}">
                <a16:creationId xmlns:a16="http://schemas.microsoft.com/office/drawing/2014/main" id="{046AF314-4299-4EFC-AAB9-CF8FC174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4667250"/>
            <a:ext cx="352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BBC7A"/>
            </a:solidFill>
          </a:ln>
        </p:spPr>
      </p:sp>
      <p:sp>
        <p:nvSpPr>
          <p:cNvPr id="30" name="p5_r0_e99_29">
            <a:extLst xmlns:a="http://schemas.openxmlformats.org/drawingml/2006/main">
              <a:ext uri="{FF2B5EF4-FFF2-40B4-BE49-F238E27FC236}">
                <a16:creationId xmlns:a16="http://schemas.microsoft.com/office/drawing/2014/main" id="{06CB1377-0796-40C5-A80C-137D2AF1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45815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BBC7A"/>
            </a:solidFill>
          </a:ln>
        </p:spPr>
      </p:sp>
      <p:sp>
        <p:nvSpPr>
          <p:cNvPr id="31" name="p5_r0_e99_30">
            <a:extLst xmlns:a="http://schemas.openxmlformats.org/drawingml/2006/main">
              <a:ext uri="{FF2B5EF4-FFF2-40B4-BE49-F238E27FC236}">
                <a16:creationId xmlns:a16="http://schemas.microsoft.com/office/drawing/2014/main" id="{83A2587C-57ED-4481-B0EE-7803A233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484822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HOLD</a:t>
            </a:r>
          </a:p>
        </p:txBody>
      </p:sp>
      <p:sp>
        <p:nvSpPr>
          <p:cNvPr id="32" name="p5_r0_e99_31">
            <a:extLst xmlns:a="http://schemas.openxmlformats.org/drawingml/2006/main">
              <a:ext uri="{FF2B5EF4-FFF2-40B4-BE49-F238E27FC236}">
                <a16:creationId xmlns:a16="http://schemas.microsoft.com/office/drawing/2014/main" id="{C6B51DE3-DEEB-4A4F-9498-3587AD84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45815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BBC7A"/>
            </a:solidFill>
          </a:ln>
        </p:spPr>
      </p:sp>
      <p:sp>
        <p:nvSpPr>
          <p:cNvPr id="33" name="p5_r0_e99_32">
            <a:extLst xmlns:a="http://schemas.openxmlformats.org/drawingml/2006/main">
              <a:ext uri="{FF2B5EF4-FFF2-40B4-BE49-F238E27FC236}">
                <a16:creationId xmlns:a16="http://schemas.microsoft.com/office/drawing/2014/main" id="{E46CCEC9-8D30-43A9-A0F5-D603C051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48482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4" name="p5_r1_e99_33">
            <a:extLst xmlns:a="http://schemas.openxmlformats.org/drawingml/2006/main">
              <a:ext uri="{FF2B5EF4-FFF2-40B4-BE49-F238E27FC236}">
                <a16:creationId xmlns:a16="http://schemas.microsoft.com/office/drawing/2014/main" id="{5093D5B8-FE40-4D82-82BD-A2434150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MAGIC IS PART OF THE COMBO</a:t>
            </a:r>
          </a:p>
        </p:txBody>
      </p:sp>
      <p:sp>
        <p:nvSpPr>
          <p:cNvPr id="35" name="p5_r2_e99_34">
            <a:extLst xmlns:a="http://schemas.openxmlformats.org/drawingml/2006/main">
              <a:ext uri="{FF2B5EF4-FFF2-40B4-BE49-F238E27FC236}">
                <a16:creationId xmlns:a16="http://schemas.microsoft.com/office/drawing/2014/main" id="{7E3AD759-24AE-4639-B8BC-1F0B93D2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388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PREPARE UNDERNEATH → WEAVE BACK IN</a:t>
            </a:r>
          </a:p>
        </p:txBody>
      </p:sp>
    </p:spTree>
    <p:extLst>
      <p:ext uri="{BB962C8B-B14F-4D97-AF65-F5344CB8AC3E}">
        <p14:creationId xmlns:p14="http://schemas.microsoft.com/office/powerpoint/2010/main" val="1951489218"/>
      </p:ext>
    </p:extLst>
  </p:cSld>
  <p:transition spd="fast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p6_r0_e99_0">
            <a:extLst xmlns:a="http://schemas.openxmlformats.org/drawingml/2006/main">
              <a:ext uri="{FF2B5EF4-FFF2-40B4-BE49-F238E27FC236}">
                <a16:creationId xmlns:a16="http://schemas.microsoft.com/office/drawing/2014/main" id="{FE880823-092A-46BF-A078-47F1E642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" name="p6_r0_e99_1">
            <a:extLst xmlns:a="http://schemas.openxmlformats.org/drawingml/2006/main">
              <a:ext uri="{FF2B5EF4-FFF2-40B4-BE49-F238E27FC236}">
                <a16:creationId xmlns:a16="http://schemas.microsoft.com/office/drawing/2014/main" id="{6318F2FE-B862-4195-8DDD-827BCB22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ONE FIGHT. TWO THINGS TO TRACK.</a:t>
            </a:r>
          </a:p>
        </p:txBody>
      </p:sp>
      <p:sp>
        <p:nvSpPr>
          <p:cNvPr id="3" name="p6_r1_e5_2">
            <a:extLst xmlns:a="http://schemas.openxmlformats.org/drawingml/2006/main">
              <a:ext uri="{FF2B5EF4-FFF2-40B4-BE49-F238E27FC236}">
                <a16:creationId xmlns:a16="http://schemas.microsoft.com/office/drawing/2014/main" id="{A2E3D578-5CE0-49EE-B19B-C65368EE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3622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POSITION</a:t>
            </a:r>
          </a:p>
        </p:txBody>
      </p:sp>
      <p:sp>
        <p:nvSpPr>
          <p:cNvPr id="4" name="p6_r1_e5_3">
            <a:extLst xmlns:a="http://schemas.openxmlformats.org/drawingml/2006/main">
              <a:ext uri="{FF2B5EF4-FFF2-40B4-BE49-F238E27FC236}">
                <a16:creationId xmlns:a16="http://schemas.microsoft.com/office/drawing/2014/main" id="{932CF1BD-4428-4002-9487-B1668267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952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COMBAT</a:t>
            </a:r>
          </a:p>
        </p:txBody>
      </p:sp>
      <p:sp>
        <p:nvSpPr>
          <p:cNvPr id="5" name="p6_r1_e5_4">
            <a:extLst xmlns:a="http://schemas.openxmlformats.org/drawingml/2006/main">
              <a:ext uri="{FF2B5EF4-FFF2-40B4-BE49-F238E27FC236}">
                <a16:creationId xmlns:a16="http://schemas.microsoft.com/office/drawing/2014/main" id="{98FFD620-ECE4-4C28-B765-7D12FE6C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6125" y="31432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6" name="p6_r1_e5_5">
            <a:extLst xmlns:a="http://schemas.openxmlformats.org/drawingml/2006/main">
              <a:ext uri="{FF2B5EF4-FFF2-40B4-BE49-F238E27FC236}">
                <a16:creationId xmlns:a16="http://schemas.microsoft.com/office/drawing/2014/main" id="{DE306D2D-C3D5-4BAD-860A-BEF2A8FC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29075" y="3095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7" name="p6_r1_e5_6">
            <a:extLst xmlns:a="http://schemas.openxmlformats.org/drawingml/2006/main">
              <a:ext uri="{FF2B5EF4-FFF2-40B4-BE49-F238E27FC236}">
                <a16:creationId xmlns:a16="http://schemas.microsoft.com/office/drawing/2014/main" id="{93AB7E9E-D940-49DE-B70E-FCF6F087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233362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p6_r1_e5_7">
            <a:extLst xmlns:a="http://schemas.openxmlformats.org/drawingml/2006/main">
              <a:ext uri="{FF2B5EF4-FFF2-40B4-BE49-F238E27FC236}">
                <a16:creationId xmlns:a16="http://schemas.microsoft.com/office/drawing/2014/main" id="{846312F8-FADC-4964-A616-5EE415AF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29051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9" name="p6_r1_e5_8">
            <a:extLst xmlns:a="http://schemas.openxmlformats.org/drawingml/2006/main">
              <a:ext uri="{FF2B5EF4-FFF2-40B4-BE49-F238E27FC236}">
                <a16:creationId xmlns:a16="http://schemas.microsoft.com/office/drawing/2014/main" id="{21831F9C-412C-4FF1-A01A-B45720B1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31432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10" name="p6_r1_e5_9">
            <a:extLst xmlns:a="http://schemas.openxmlformats.org/drawingml/2006/main">
              <a:ext uri="{FF2B5EF4-FFF2-40B4-BE49-F238E27FC236}">
                <a16:creationId xmlns:a16="http://schemas.microsoft.com/office/drawing/2014/main" id="{6C863A00-8DCD-4DD7-9A9F-C76CFAA8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91200" y="3095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11" name="p6_r1_e5_10">
            <a:extLst xmlns:a="http://schemas.openxmlformats.org/drawingml/2006/main">
              <a:ext uri="{FF2B5EF4-FFF2-40B4-BE49-F238E27FC236}">
                <a16:creationId xmlns:a16="http://schemas.microsoft.com/office/drawing/2014/main" id="{0CA5DC8A-9FEF-4218-901C-5DB83918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8625" y="233362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p6_r1_e5_11">
            <a:extLst xmlns:a="http://schemas.openxmlformats.org/drawingml/2006/main">
              <a:ext uri="{FF2B5EF4-FFF2-40B4-BE49-F238E27FC236}">
                <a16:creationId xmlns:a16="http://schemas.microsoft.com/office/drawing/2014/main" id="{4CF359EC-689A-4DF9-B979-DC4F431C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29051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p6_r1_e5_12">
            <a:extLst xmlns:a="http://schemas.openxmlformats.org/drawingml/2006/main">
              <a:ext uri="{FF2B5EF4-FFF2-40B4-BE49-F238E27FC236}">
                <a16:creationId xmlns:a16="http://schemas.microsoft.com/office/drawing/2014/main" id="{55261444-4602-4EF2-B9C5-237EDAFB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0375" y="31432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14" name="p6_r1_e5_13">
            <a:extLst xmlns:a="http://schemas.openxmlformats.org/drawingml/2006/main">
              <a:ext uri="{FF2B5EF4-FFF2-40B4-BE49-F238E27FC236}">
                <a16:creationId xmlns:a16="http://schemas.microsoft.com/office/drawing/2014/main" id="{D01F4B68-681D-4820-A5E4-E03B1D86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53325" y="3095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15" name="p6_r1_e5_14">
            <a:extLst xmlns:a="http://schemas.openxmlformats.org/drawingml/2006/main">
              <a:ext uri="{FF2B5EF4-FFF2-40B4-BE49-F238E27FC236}">
                <a16:creationId xmlns:a16="http://schemas.microsoft.com/office/drawing/2014/main" id="{FF4EB57F-D6BC-45C5-87B9-8D1C7239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233362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p6_r1_e5_15">
            <a:extLst xmlns:a="http://schemas.openxmlformats.org/drawingml/2006/main">
              <a:ext uri="{FF2B5EF4-FFF2-40B4-BE49-F238E27FC236}">
                <a16:creationId xmlns:a16="http://schemas.microsoft.com/office/drawing/2014/main" id="{1B679817-986C-413C-9E4A-24AA49FC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29051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7" name="p6_r1_e5_16">
            <a:extLst xmlns:a="http://schemas.openxmlformats.org/drawingml/2006/main">
              <a:ext uri="{FF2B5EF4-FFF2-40B4-BE49-F238E27FC236}">
                <a16:creationId xmlns:a16="http://schemas.microsoft.com/office/drawing/2014/main" id="{B181E2B4-D75A-41EC-AB4B-1A13AFD8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31432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18" name="p6_r1_e5_17">
            <a:extLst xmlns:a="http://schemas.openxmlformats.org/drawingml/2006/main">
              <a:ext uri="{FF2B5EF4-FFF2-40B4-BE49-F238E27FC236}">
                <a16:creationId xmlns:a16="http://schemas.microsoft.com/office/drawing/2014/main" id="{1C03C76C-A612-410D-8142-1A593F01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15450" y="3095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19" name="p6_r1_e5_18">
            <a:extLst xmlns:a="http://schemas.openxmlformats.org/drawingml/2006/main">
              <a:ext uri="{FF2B5EF4-FFF2-40B4-BE49-F238E27FC236}">
                <a16:creationId xmlns:a16="http://schemas.microsoft.com/office/drawing/2014/main" id="{266F57C1-67E3-4ED6-9B95-7043E6C8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233362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p6_r1_e5_19">
            <a:extLst xmlns:a="http://schemas.openxmlformats.org/drawingml/2006/main">
              <a:ext uri="{FF2B5EF4-FFF2-40B4-BE49-F238E27FC236}">
                <a16:creationId xmlns:a16="http://schemas.microsoft.com/office/drawing/2014/main" id="{F42745AE-3BEB-4F6D-9610-CE54789C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9051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?</a:t>
            </a:r>
          </a:p>
        </p:txBody>
      </p:sp>
      <p:sp>
        <p:nvSpPr>
          <p:cNvPr id="21" name="p6_r1_e5_20">
            <a:extLst xmlns:a="http://schemas.openxmlformats.org/drawingml/2006/main">
              <a:ext uri="{FF2B5EF4-FFF2-40B4-BE49-F238E27FC236}">
                <a16:creationId xmlns:a16="http://schemas.microsoft.com/office/drawing/2014/main" id="{67C3B63A-19A0-46DE-9096-3E3518F9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233362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p6_r1_e5_21">
            <a:extLst xmlns:a="http://schemas.openxmlformats.org/drawingml/2006/main">
              <a:ext uri="{FF2B5EF4-FFF2-40B4-BE49-F238E27FC236}">
                <a16:creationId xmlns:a16="http://schemas.microsoft.com/office/drawing/2014/main" id="{864C0A1E-A33E-4657-A350-DA4D73D0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9051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23" name="p6_r5_e99_22">
            <a:extLst xmlns:a="http://schemas.openxmlformats.org/drawingml/2006/main">
              <a:ext uri="{FF2B5EF4-FFF2-40B4-BE49-F238E27FC236}">
                <a16:creationId xmlns:a16="http://schemas.microsoft.com/office/drawing/2014/main" id="{51BB8B14-2BF0-4800-A68D-27B07328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3622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POSITION</a:t>
            </a:r>
          </a:p>
        </p:txBody>
      </p:sp>
      <p:sp>
        <p:nvSpPr>
          <p:cNvPr id="24" name="p6_r5_e99_23">
            <a:extLst xmlns:a="http://schemas.openxmlformats.org/drawingml/2006/main">
              <a:ext uri="{FF2B5EF4-FFF2-40B4-BE49-F238E27FC236}">
                <a16:creationId xmlns:a16="http://schemas.microsoft.com/office/drawing/2014/main" id="{C9BC88A1-ECB6-4198-BB2C-149CE273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952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COMBAT</a:t>
            </a:r>
          </a:p>
        </p:txBody>
      </p:sp>
      <p:sp>
        <p:nvSpPr>
          <p:cNvPr id="25" name="p6_r5_e99_24">
            <a:extLst xmlns:a="http://schemas.openxmlformats.org/drawingml/2006/main">
              <a:ext uri="{FF2B5EF4-FFF2-40B4-BE49-F238E27FC236}">
                <a16:creationId xmlns:a16="http://schemas.microsoft.com/office/drawing/2014/main" id="{C951A4AC-A3EA-45BB-AF0A-15CA2045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86125" y="31432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26" name="p6_r5_e99_25">
            <a:extLst xmlns:a="http://schemas.openxmlformats.org/drawingml/2006/main">
              <a:ext uri="{FF2B5EF4-FFF2-40B4-BE49-F238E27FC236}">
                <a16:creationId xmlns:a16="http://schemas.microsoft.com/office/drawing/2014/main" id="{2296145D-5490-466A-8095-2379C630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29075" y="3095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27" name="p6_r5_e99_26">
            <a:extLst xmlns:a="http://schemas.openxmlformats.org/drawingml/2006/main">
              <a:ext uri="{FF2B5EF4-FFF2-40B4-BE49-F238E27FC236}">
                <a16:creationId xmlns:a16="http://schemas.microsoft.com/office/drawing/2014/main" id="{29562FF1-1C05-440D-86FF-ED731290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6500" y="233362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8" name="p6_r5_e99_27">
            <a:extLst xmlns:a="http://schemas.openxmlformats.org/drawingml/2006/main">
              <a:ext uri="{FF2B5EF4-FFF2-40B4-BE49-F238E27FC236}">
                <a16:creationId xmlns:a16="http://schemas.microsoft.com/office/drawing/2014/main" id="{6E833BB7-B2EF-4490-81E8-05A07202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3625" y="29051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29" name="p6_r5_e99_28">
            <a:extLst xmlns:a="http://schemas.openxmlformats.org/drawingml/2006/main">
              <a:ext uri="{FF2B5EF4-FFF2-40B4-BE49-F238E27FC236}">
                <a16:creationId xmlns:a16="http://schemas.microsoft.com/office/drawing/2014/main" id="{34473E21-B4CB-4CD8-8655-61CC414E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31432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30" name="p6_r5_e99_29">
            <a:extLst xmlns:a="http://schemas.openxmlformats.org/drawingml/2006/main">
              <a:ext uri="{FF2B5EF4-FFF2-40B4-BE49-F238E27FC236}">
                <a16:creationId xmlns:a16="http://schemas.microsoft.com/office/drawing/2014/main" id="{A8D814FD-935B-4F52-89B2-6F663606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91200" y="3095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31" name="p6_r5_e99_30">
            <a:extLst xmlns:a="http://schemas.openxmlformats.org/drawingml/2006/main">
              <a:ext uri="{FF2B5EF4-FFF2-40B4-BE49-F238E27FC236}">
                <a16:creationId xmlns:a16="http://schemas.microsoft.com/office/drawing/2014/main" id="{876C1699-1225-4F81-B824-14B9145A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38625" y="233362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2" name="p6_r5_e99_31">
            <a:extLst xmlns:a="http://schemas.openxmlformats.org/drawingml/2006/main">
              <a:ext uri="{FF2B5EF4-FFF2-40B4-BE49-F238E27FC236}">
                <a16:creationId xmlns:a16="http://schemas.microsoft.com/office/drawing/2014/main" id="{36252867-7155-4B8C-8098-0BE1BD01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29051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33" name="p6_r5_e99_32">
            <a:extLst xmlns:a="http://schemas.openxmlformats.org/drawingml/2006/main">
              <a:ext uri="{FF2B5EF4-FFF2-40B4-BE49-F238E27FC236}">
                <a16:creationId xmlns:a16="http://schemas.microsoft.com/office/drawing/2014/main" id="{1A4E8267-3BE7-4CEC-AE3E-581C2B25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0375" y="31432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34" name="p6_r5_e99_33">
            <a:extLst xmlns:a="http://schemas.openxmlformats.org/drawingml/2006/main">
              <a:ext uri="{FF2B5EF4-FFF2-40B4-BE49-F238E27FC236}">
                <a16:creationId xmlns:a16="http://schemas.microsoft.com/office/drawing/2014/main" id="{068F59C9-BCB0-4937-8D3D-9E3B5F0F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553325" y="3095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35" name="p6_r5_e99_34">
            <a:extLst xmlns:a="http://schemas.openxmlformats.org/drawingml/2006/main">
              <a:ext uri="{FF2B5EF4-FFF2-40B4-BE49-F238E27FC236}">
                <a16:creationId xmlns:a16="http://schemas.microsoft.com/office/drawing/2014/main" id="{897E526E-9010-479C-8F8C-E426D7BB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233362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p6_r5_e99_35">
            <a:extLst xmlns:a="http://schemas.openxmlformats.org/drawingml/2006/main">
              <a:ext uri="{FF2B5EF4-FFF2-40B4-BE49-F238E27FC236}">
                <a16:creationId xmlns:a16="http://schemas.microsoft.com/office/drawing/2014/main" id="{A727F99F-2D7E-4C6A-9C76-B828601E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29051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37" name="p6_r5_e99_36">
            <a:extLst xmlns:a="http://schemas.openxmlformats.org/drawingml/2006/main">
              <a:ext uri="{FF2B5EF4-FFF2-40B4-BE49-F238E27FC236}">
                <a16:creationId xmlns:a16="http://schemas.microsoft.com/office/drawing/2014/main" id="{7BAB6AC5-D994-4014-81F4-EFB3D104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3143250"/>
            <a:ext cx="781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38" name="p6_r5_e99_37">
            <a:extLst xmlns:a="http://schemas.openxmlformats.org/drawingml/2006/main">
              <a:ext uri="{FF2B5EF4-FFF2-40B4-BE49-F238E27FC236}">
                <a16:creationId xmlns:a16="http://schemas.microsoft.com/office/drawing/2014/main" id="{45E5D763-BAE3-4A56-A25D-F209F9EB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15450" y="309562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39" name="p6_r5_e99_38">
            <a:extLst xmlns:a="http://schemas.openxmlformats.org/drawingml/2006/main">
              <a:ext uri="{FF2B5EF4-FFF2-40B4-BE49-F238E27FC236}">
                <a16:creationId xmlns:a16="http://schemas.microsoft.com/office/drawing/2014/main" id="{131645D8-FB97-4B49-A376-F86B73BF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233362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0" name="p6_r5_e99_39">
            <a:extLst xmlns:a="http://schemas.openxmlformats.org/drawingml/2006/main">
              <a:ext uri="{FF2B5EF4-FFF2-40B4-BE49-F238E27FC236}">
                <a16:creationId xmlns:a16="http://schemas.microsoft.com/office/drawing/2014/main" id="{46FA74E6-AB32-4771-BA00-B54256D4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9051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CAST</a:t>
            </a:r>
          </a:p>
        </p:txBody>
      </p:sp>
      <p:sp>
        <p:nvSpPr>
          <p:cNvPr id="41" name="p6_r5_e99_40">
            <a:extLst xmlns:a="http://schemas.openxmlformats.org/drawingml/2006/main">
              <a:ext uri="{FF2B5EF4-FFF2-40B4-BE49-F238E27FC236}">
                <a16:creationId xmlns:a16="http://schemas.microsoft.com/office/drawing/2014/main" id="{594C44BA-96F2-42CC-A442-805CF383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2333625"/>
            <a:ext cx="714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2" name="p6_r5_e99_41">
            <a:extLst xmlns:a="http://schemas.openxmlformats.org/drawingml/2006/main">
              <a:ext uri="{FF2B5EF4-FFF2-40B4-BE49-F238E27FC236}">
                <a16:creationId xmlns:a16="http://schemas.microsoft.com/office/drawing/2014/main" id="{24E7D511-99BC-4BDA-B554-D374DC8E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90512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43" name="p6_r1_e5_42">
            <a:extLst xmlns:a="http://schemas.openxmlformats.org/drawingml/2006/main">
              <a:ext uri="{FF2B5EF4-FFF2-40B4-BE49-F238E27FC236}">
                <a16:creationId xmlns:a16="http://schemas.microsoft.com/office/drawing/2014/main" id="{6FCDB3F5-D4D5-42EC-8B3A-EE4B12F3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9719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R2</a:t>
            </a:r>
          </a:p>
        </p:txBody>
      </p:sp>
      <p:sp>
        <p:nvSpPr>
          <p:cNvPr id="44" name="p6_r1_e5_43">
            <a:extLst xmlns:a="http://schemas.openxmlformats.org/drawingml/2006/main">
              <a:ext uri="{FF2B5EF4-FFF2-40B4-BE49-F238E27FC236}">
                <a16:creationId xmlns:a16="http://schemas.microsoft.com/office/drawing/2014/main" id="{20888591-F2FD-4A4C-B056-5F4CDCA2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4095750"/>
            <a:ext cx="771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BBC7A"/>
            </a:solidFill>
          </a:ln>
        </p:spPr>
      </p:sp>
      <p:sp>
        <p:nvSpPr>
          <p:cNvPr id="45" name="p6_r1_e5_44">
            <a:extLst xmlns:a="http://schemas.openxmlformats.org/drawingml/2006/main">
              <a:ext uri="{FF2B5EF4-FFF2-40B4-BE49-F238E27FC236}">
                <a16:creationId xmlns:a16="http://schemas.microsoft.com/office/drawing/2014/main" id="{12A40381-C56E-46DA-8D54-0140FEDF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40100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BBC7A"/>
            </a:solidFill>
          </a:ln>
        </p:spPr>
      </p:sp>
      <p:sp>
        <p:nvSpPr>
          <p:cNvPr id="46" name="p6_r1_e5_45">
            <a:extLst xmlns:a="http://schemas.openxmlformats.org/drawingml/2006/main">
              <a:ext uri="{FF2B5EF4-FFF2-40B4-BE49-F238E27FC236}">
                <a16:creationId xmlns:a16="http://schemas.microsoft.com/office/drawing/2014/main" id="{BDACD11A-966E-42E7-9CE5-10307E37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4276725"/>
            <a:ext cx="771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HOLD</a:t>
            </a:r>
          </a:p>
        </p:txBody>
      </p:sp>
      <p:sp>
        <p:nvSpPr>
          <p:cNvPr id="47" name="p6_r5_e99_46">
            <a:extLst xmlns:a="http://schemas.openxmlformats.org/drawingml/2006/main">
              <a:ext uri="{FF2B5EF4-FFF2-40B4-BE49-F238E27FC236}">
                <a16:creationId xmlns:a16="http://schemas.microsoft.com/office/drawing/2014/main" id="{EB639426-613A-4327-AB75-AEA7D7C4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971925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R2</a:t>
            </a:r>
          </a:p>
        </p:txBody>
      </p:sp>
      <p:sp>
        <p:nvSpPr>
          <p:cNvPr id="48" name="p6_r5_e99_47">
            <a:extLst xmlns:a="http://schemas.openxmlformats.org/drawingml/2006/main">
              <a:ext uri="{FF2B5EF4-FFF2-40B4-BE49-F238E27FC236}">
                <a16:creationId xmlns:a16="http://schemas.microsoft.com/office/drawing/2014/main" id="{69CD8C60-5380-4ED0-B3C6-A9D10CB4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4095750"/>
            <a:ext cx="528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BBC7A"/>
            </a:solidFill>
          </a:ln>
        </p:spPr>
      </p:sp>
      <p:sp>
        <p:nvSpPr>
          <p:cNvPr id="49" name="p6_r5_e99_48">
            <a:extLst xmlns:a="http://schemas.openxmlformats.org/drawingml/2006/main">
              <a:ext uri="{FF2B5EF4-FFF2-40B4-BE49-F238E27FC236}">
                <a16:creationId xmlns:a16="http://schemas.microsoft.com/office/drawing/2014/main" id="{6277A0F8-ED26-4861-B276-78EBB676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40100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BBC7A"/>
            </a:solidFill>
          </a:ln>
        </p:spPr>
      </p:sp>
      <p:sp>
        <p:nvSpPr>
          <p:cNvPr id="50" name="p6_r5_e99_49">
            <a:extLst xmlns:a="http://schemas.openxmlformats.org/drawingml/2006/main">
              <a:ext uri="{FF2B5EF4-FFF2-40B4-BE49-F238E27FC236}">
                <a16:creationId xmlns:a16="http://schemas.microsoft.com/office/drawing/2014/main" id="{3143BC99-F458-426E-8EFA-5E58C306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4276725"/>
            <a:ext cx="5286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HOLD</a:t>
            </a:r>
          </a:p>
        </p:txBody>
      </p:sp>
      <p:sp>
        <p:nvSpPr>
          <p:cNvPr id="51" name="p6_r5_e99_50">
            <a:extLst xmlns:a="http://schemas.openxmlformats.org/drawingml/2006/main">
              <a:ext uri="{FF2B5EF4-FFF2-40B4-BE49-F238E27FC236}">
                <a16:creationId xmlns:a16="http://schemas.microsoft.com/office/drawing/2014/main" id="{09CD3D4B-B8AA-4708-861C-C2A7D13C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8625" y="4010025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BBC7A"/>
            </a:solidFill>
          </a:ln>
        </p:spPr>
      </p:sp>
      <p:sp>
        <p:nvSpPr>
          <p:cNvPr id="52" name="p6_r5_e99_51">
            <a:extLst xmlns:a="http://schemas.openxmlformats.org/drawingml/2006/main">
              <a:ext uri="{FF2B5EF4-FFF2-40B4-BE49-F238E27FC236}">
                <a16:creationId xmlns:a16="http://schemas.microsoft.com/office/drawing/2014/main" id="{8BB5205C-7D5D-4E5C-9F25-966013CD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42767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53" name="p6_r1_e99_52">
            <a:extLst xmlns:a="http://schemas.openxmlformats.org/drawingml/2006/main">
              <a:ext uri="{FF2B5EF4-FFF2-40B4-BE49-F238E27FC236}">
                <a16:creationId xmlns:a16="http://schemas.microsoft.com/office/drawing/2014/main" id="{CDF45103-8DCB-45A4-BAE4-E88A4C8C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6863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CHARGE</a:t>
            </a:r>
          </a:p>
        </p:txBody>
      </p:sp>
      <p:sp>
        <p:nvSpPr>
          <p:cNvPr id="54" name="p6_r1_e3_53">
            <a:extLst xmlns:a="http://schemas.openxmlformats.org/drawingml/2006/main">
              <a:ext uri="{FF2B5EF4-FFF2-40B4-BE49-F238E27FC236}">
                <a16:creationId xmlns:a16="http://schemas.microsoft.com/office/drawing/2014/main" id="{4F6B5971-939A-4522-B76A-E4B21B5C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4838700"/>
            <a:ext cx="7620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55" name="p6_r1_e3_54">
            <a:extLst xmlns:a="http://schemas.openxmlformats.org/drawingml/2006/main">
              <a:ext uri="{FF2B5EF4-FFF2-40B4-BE49-F238E27FC236}">
                <a16:creationId xmlns:a16="http://schemas.microsoft.com/office/drawing/2014/main" id="{89836E28-38A3-46BA-AF2F-48BDAFB5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4838700"/>
            <a:ext cx="4953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BC7A"/>
          </a:solidFill>
          <a:ln xmlns:a="http://schemas.openxmlformats.org/drawingml/2006/main" w="0">
            <a:noFill/>
          </a:ln>
        </p:spPr>
      </p:sp>
      <p:sp>
        <p:nvSpPr>
          <p:cNvPr id="56" name="p6_r3_e5_55">
            <a:extLst xmlns:a="http://schemas.openxmlformats.org/drawingml/2006/main">
              <a:ext uri="{FF2B5EF4-FFF2-40B4-BE49-F238E27FC236}">
                <a16:creationId xmlns:a16="http://schemas.microsoft.com/office/drawing/2014/main" id="{C2F10D60-E631-43BB-89EE-22BC5615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4838700"/>
            <a:ext cx="7620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57" name="p6_r3_e5_56">
            <a:extLst xmlns:a="http://schemas.openxmlformats.org/drawingml/2006/main">
              <a:ext uri="{FF2B5EF4-FFF2-40B4-BE49-F238E27FC236}">
                <a16:creationId xmlns:a16="http://schemas.microsoft.com/office/drawing/2014/main" id="{A225D8F0-5421-4F07-932F-3EB2584D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4838700"/>
            <a:ext cx="7620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BC7A"/>
          </a:solidFill>
          <a:ln xmlns:a="http://schemas.openxmlformats.org/drawingml/2006/main" w="0">
            <a:noFill/>
          </a:ln>
        </p:spPr>
      </p:sp>
      <p:sp>
        <p:nvSpPr>
          <p:cNvPr id="58" name="p6_r5_e99_57">
            <a:extLst xmlns:a="http://schemas.openxmlformats.org/drawingml/2006/main">
              <a:ext uri="{FF2B5EF4-FFF2-40B4-BE49-F238E27FC236}">
                <a16:creationId xmlns:a16="http://schemas.microsoft.com/office/drawing/2014/main" id="{82FF281D-0834-4666-A50B-719EDC28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4838700"/>
            <a:ext cx="7620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59" name="p6_r5_e99_58">
            <a:extLst xmlns:a="http://schemas.openxmlformats.org/drawingml/2006/main">
              <a:ext uri="{FF2B5EF4-FFF2-40B4-BE49-F238E27FC236}">
                <a16:creationId xmlns:a16="http://schemas.microsoft.com/office/drawing/2014/main" id="{3A15AD3C-907C-4479-A78C-F42C8FFE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4838700"/>
            <a:ext cx="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BC7A"/>
          </a:solidFill>
          <a:ln xmlns:a="http://schemas.openxmlformats.org/drawingml/2006/main" w="0">
            <a:noFill/>
          </a:ln>
        </p:spPr>
      </p:sp>
      <p:sp>
        <p:nvSpPr>
          <p:cNvPr id="60" name="p6_r1_e99_59">
            <a:extLst xmlns:a="http://schemas.openxmlformats.org/drawingml/2006/main">
              <a:ext uri="{FF2B5EF4-FFF2-40B4-BE49-F238E27FC236}">
                <a16:creationId xmlns:a16="http://schemas.microsoft.com/office/drawing/2014/main" id="{8FEB4027-90B8-44D3-BE15-946397AF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57950"/>
            <a:ext cx="752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Schematic sequence; stored orbs available</a:t>
            </a:r>
          </a:p>
        </p:txBody>
      </p:sp>
      <p:sp>
        <p:nvSpPr>
          <p:cNvPr id="61" name="p6_r2_e3_60">
            <a:extLst xmlns:a="http://schemas.openxmlformats.org/drawingml/2006/main">
              <a:ext uri="{FF2B5EF4-FFF2-40B4-BE49-F238E27FC236}">
                <a16:creationId xmlns:a16="http://schemas.microsoft.com/office/drawing/2014/main" id="{BAFE70AD-4C40-4B8C-9BC6-8F773368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43075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THE FIGHT DOESN’T WAIT</a:t>
            </a:r>
          </a:p>
        </p:txBody>
      </p:sp>
      <p:sp>
        <p:nvSpPr>
          <p:cNvPr id="62" name="p6_r3_e4_61">
            <a:extLst xmlns:a="http://schemas.openxmlformats.org/drawingml/2006/main">
              <a:ext uri="{FF2B5EF4-FFF2-40B4-BE49-F238E27FC236}">
                <a16:creationId xmlns:a16="http://schemas.microsoft.com/office/drawing/2014/main" id="{0B2180E4-AEC4-4EC6-B552-82327FA6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43075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MAGIC READY</a:t>
            </a:r>
          </a:p>
        </p:txBody>
      </p:sp>
      <p:sp>
        <p:nvSpPr>
          <p:cNvPr id="63" name="p6_r4_e5_62">
            <a:extLst xmlns:a="http://schemas.openxmlformats.org/drawingml/2006/main">
              <a:ext uri="{FF2B5EF4-FFF2-40B4-BE49-F238E27FC236}">
                <a16:creationId xmlns:a16="http://schemas.microsoft.com/office/drawing/2014/main" id="{8DB65B49-6954-4EE3-87A7-3D2060AE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43075"/>
            <a:ext cx="809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COMBAT OPENING</a:t>
            </a:r>
          </a:p>
        </p:txBody>
      </p:sp>
      <p:pic>
        <p:nvPicPr>
          <p:cNvPr id="129" name="p6_r2_e5_63" descr="Laema presentation asset: fire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3961c8ebc4724"/>
          <a:stretch xmlns:a="http://schemas.openxmlformats.org/drawingml/2006/main"/>
        </p:blipFill>
        <p:spPr>
          <a:xfrm xmlns:a="http://schemas.openxmlformats.org/drawingml/2006/main">
            <a:off x="10287000" y="1500188"/>
            <a:ext cx="1190625" cy="1190625"/>
          </a:xfrm>
          <a:prstGeom xmlns:a="http://schemas.openxmlformats.org/drawingml/2006/main" prst="rect">
            <a:avLst/>
          </a:prstGeom>
        </p:spPr>
      </p:pic>
      <p:sp>
        <p:nvSpPr>
          <p:cNvPr id="65" name="p6_r6_e99_64">
            <a:extLst xmlns:a="http://schemas.openxmlformats.org/drawingml/2006/main">
              <a:ext uri="{FF2B5EF4-FFF2-40B4-BE49-F238E27FC236}">
                <a16:creationId xmlns:a16="http://schemas.microsoft.com/office/drawing/2014/main" id="{3E631D30-6033-4A81-AF9C-7E32AAA4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388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MAGIC READY + COMBAT OPENING</a:t>
            </a:r>
          </a:p>
        </p:txBody>
      </p:sp>
    </p:spTree>
    <p:extLst>
      <p:ext uri="{BB962C8B-B14F-4D97-AF65-F5344CB8AC3E}">
        <p14:creationId xmlns:p14="http://schemas.microsoft.com/office/powerpoint/2010/main" val="598562697"/>
      </p:ext>
    </p:extLst>
  </p:cSld>
  <p:transition spd="fast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7_r0_e99_0">
            <a:extLst xmlns:a="http://schemas.openxmlformats.org/drawingml/2006/main">
              <a:ext uri="{FF2B5EF4-FFF2-40B4-BE49-F238E27FC236}">
                <a16:creationId xmlns:a16="http://schemas.microsoft.com/office/drawing/2014/main" id="{6A8E368E-5C05-4422-B1BB-D055FFB1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" name="p7_r0_e99_1">
            <a:extLst xmlns:a="http://schemas.openxmlformats.org/drawingml/2006/main">
              <a:ext uri="{FF2B5EF4-FFF2-40B4-BE49-F238E27FC236}">
                <a16:creationId xmlns:a16="http://schemas.microsoft.com/office/drawing/2014/main" id="{07312D56-8625-49A1-A96A-83C03BFE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WHAT IF I’M ABOUT TO OVERCHARGE?</a:t>
            </a:r>
          </a:p>
        </p:txBody>
      </p:sp>
      <p:sp>
        <p:nvSpPr>
          <p:cNvPr id="3" name="p7_r1_e99_2">
            <a:extLst xmlns:a="http://schemas.openxmlformats.org/drawingml/2006/main">
              <a:ext uri="{FF2B5EF4-FFF2-40B4-BE49-F238E27FC236}">
                <a16:creationId xmlns:a16="http://schemas.microsoft.com/office/drawing/2014/main" id="{C7766A60-F93E-42B4-AB73-E82CC1D2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" y="2981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93D"/>
          </a:solidFill>
          <a:ln xmlns:a="http://schemas.openxmlformats.org/drawingml/2006/main" w="28575">
            <a:solidFill>
              <a:srgbClr val="FFD700"/>
            </a:solidFill>
          </a:ln>
        </p:spPr>
      </p:sp>
      <p:sp>
        <p:nvSpPr>
          <p:cNvPr id="4" name="p7_r1_e99_3">
            <a:extLst xmlns:a="http://schemas.openxmlformats.org/drawingml/2006/main">
              <a:ext uri="{FF2B5EF4-FFF2-40B4-BE49-F238E27FC236}">
                <a16:creationId xmlns:a16="http://schemas.microsoft.com/office/drawing/2014/main" id="{961E1468-34F5-4580-B586-D9751621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52575" y="29908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5" name="p7_r1_e99_4">
            <a:extLst xmlns:a="http://schemas.openxmlformats.org/drawingml/2006/main">
              <a:ext uri="{FF2B5EF4-FFF2-40B4-BE49-F238E27FC236}">
                <a16:creationId xmlns:a16="http://schemas.microsoft.com/office/drawing/2014/main" id="{F84463D5-2F3A-4626-A66E-837CA9E0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775" y="2981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93D"/>
          </a:solidFill>
          <a:ln xmlns:a="http://schemas.openxmlformats.org/drawingml/2006/main" w="28575">
            <a:solidFill>
              <a:srgbClr val="FFD700"/>
            </a:solidFill>
          </a:ln>
        </p:spPr>
      </p:sp>
      <p:sp>
        <p:nvSpPr>
          <p:cNvPr id="6" name="p7_r1_e99_5">
            <a:extLst xmlns:a="http://schemas.openxmlformats.org/drawingml/2006/main">
              <a:ext uri="{FF2B5EF4-FFF2-40B4-BE49-F238E27FC236}">
                <a16:creationId xmlns:a16="http://schemas.microsoft.com/office/drawing/2014/main" id="{811181B3-ECB8-4F39-AE5E-180BB1C2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1775" y="29908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7" name="p7_r1_e99_6">
            <a:extLst xmlns:a="http://schemas.openxmlformats.org/drawingml/2006/main">
              <a:ext uri="{FF2B5EF4-FFF2-40B4-BE49-F238E27FC236}">
                <a16:creationId xmlns:a16="http://schemas.microsoft.com/office/drawing/2014/main" id="{1F37EF74-2034-4D3A-A50E-283F9BA7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0975" y="2981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93D"/>
          </a:solidFill>
          <a:ln xmlns:a="http://schemas.openxmlformats.org/drawingml/2006/main" w="28575">
            <a:solidFill>
              <a:srgbClr val="FFD700"/>
            </a:solidFill>
          </a:ln>
        </p:spPr>
      </p:sp>
      <p:sp>
        <p:nvSpPr>
          <p:cNvPr id="8" name="p7_r1_e99_7">
            <a:extLst xmlns:a="http://schemas.openxmlformats.org/drawingml/2006/main">
              <a:ext uri="{FF2B5EF4-FFF2-40B4-BE49-F238E27FC236}">
                <a16:creationId xmlns:a16="http://schemas.microsoft.com/office/drawing/2014/main" id="{2F7B4EF2-D956-41A6-97D6-E58992EF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0975" y="29908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9" name="p7_r1_e99_8">
            <a:extLst xmlns:a="http://schemas.openxmlformats.org/drawingml/2006/main">
              <a:ext uri="{FF2B5EF4-FFF2-40B4-BE49-F238E27FC236}">
                <a16:creationId xmlns:a16="http://schemas.microsoft.com/office/drawing/2014/main" id="{6396ED32-1D4A-4472-8C5F-DBB21570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2981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93D"/>
          </a:solidFill>
          <a:ln xmlns:a="http://schemas.openxmlformats.org/drawingml/2006/main" w="9525">
            <a:solidFill>
              <a:srgbClr val="3F5564"/>
            </a:solidFill>
          </a:ln>
        </p:spPr>
      </p:sp>
      <p:sp>
        <p:nvSpPr>
          <p:cNvPr id="10" name="p7_r1_e99_9">
            <a:extLst xmlns:a="http://schemas.openxmlformats.org/drawingml/2006/main">
              <a:ext uri="{FF2B5EF4-FFF2-40B4-BE49-F238E27FC236}">
                <a16:creationId xmlns:a16="http://schemas.microsoft.com/office/drawing/2014/main" id="{BCB42191-DB3A-4C55-9EE1-DF92FEAD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2990850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11" name="p7_r1_e99_10">
            <a:extLst xmlns:a="http://schemas.openxmlformats.org/drawingml/2006/main">
              <a:ext uri="{FF2B5EF4-FFF2-40B4-BE49-F238E27FC236}">
                <a16:creationId xmlns:a16="http://schemas.microsoft.com/office/drawing/2014/main" id="{7F789AA3-0ADD-4BBB-9838-B47EF207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2075" y="3695700"/>
            <a:ext cx="5905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12" name="p7_r1_e99_11">
            <a:extLst xmlns:a="http://schemas.openxmlformats.org/drawingml/2006/main">
              <a:ext uri="{FF2B5EF4-FFF2-40B4-BE49-F238E27FC236}">
                <a16:creationId xmlns:a16="http://schemas.microsoft.com/office/drawing/2014/main" id="{640DA5CC-4943-456A-9CE4-8E527F86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72075" y="3695700"/>
            <a:ext cx="38385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BC7A"/>
          </a:solidFill>
          <a:ln xmlns:a="http://schemas.openxmlformats.org/drawingml/2006/main" w="0">
            <a:noFill/>
          </a:ln>
        </p:spPr>
      </p:sp>
      <p:sp>
        <p:nvSpPr>
          <p:cNvPr id="13" name="p7_r1_e99_12">
            <a:extLst xmlns:a="http://schemas.openxmlformats.org/drawingml/2006/main">
              <a:ext uri="{FF2B5EF4-FFF2-40B4-BE49-F238E27FC236}">
                <a16:creationId xmlns:a16="http://schemas.microsoft.com/office/drawing/2014/main" id="{48B57751-C647-4848-A733-A7EA70F7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3981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Partial fourth charge</a:t>
            </a:r>
          </a:p>
        </p:txBody>
      </p:sp>
      <p:sp>
        <p:nvSpPr>
          <p:cNvPr id="14" name="p7_r1_e2_13">
            <a:extLst xmlns:a="http://schemas.openxmlformats.org/drawingml/2006/main">
              <a:ext uri="{FF2B5EF4-FFF2-40B4-BE49-F238E27FC236}">
                <a16:creationId xmlns:a16="http://schemas.microsoft.com/office/drawing/2014/main" id="{011779EE-101C-4394-8631-B270A079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971800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FULL HOLD</a:t>
            </a:r>
          </a:p>
        </p:txBody>
      </p:sp>
      <p:sp>
        <p:nvSpPr>
          <p:cNvPr id="15" name="p7_r2_e99_14">
            <a:extLst xmlns:a="http://schemas.openxmlformats.org/drawingml/2006/main">
              <a:ext uri="{FF2B5EF4-FFF2-40B4-BE49-F238E27FC236}">
                <a16:creationId xmlns:a16="http://schemas.microsoft.com/office/drawing/2014/main" id="{318F8C64-7540-4956-9DCB-991ABD8E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3241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EASE OFF R2</a:t>
            </a:r>
          </a:p>
        </p:txBody>
      </p:sp>
      <p:sp>
        <p:nvSpPr>
          <p:cNvPr id="16" name="p7_r2_e99_15">
            <a:extLst xmlns:a="http://schemas.openxmlformats.org/drawingml/2006/main">
              <a:ext uri="{FF2B5EF4-FFF2-40B4-BE49-F238E27FC236}">
                <a16:creationId xmlns:a16="http://schemas.microsoft.com/office/drawing/2014/main" id="{52ADC63D-5FB8-4445-B918-87C48956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29622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INTERMEDIATE HOLD</a:t>
            </a:r>
          </a:p>
        </p:txBody>
      </p:sp>
      <p:sp>
        <p:nvSpPr>
          <p:cNvPr id="17" name="p7_r2_e99_16">
            <a:extLst xmlns:a="http://schemas.openxmlformats.org/drawingml/2006/main">
              <a:ext uri="{FF2B5EF4-FFF2-40B4-BE49-F238E27FC236}">
                <a16:creationId xmlns:a16="http://schemas.microsoft.com/office/drawing/2014/main" id="{CE794F68-CC17-4ADF-989D-508C27FA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3743325"/>
            <a:ext cx="1447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BBC7A"/>
            </a:solidFill>
          </a:ln>
        </p:spPr>
      </p:sp>
      <p:sp>
        <p:nvSpPr>
          <p:cNvPr id="18" name="p7_r2_e99_17">
            <a:extLst xmlns:a="http://schemas.openxmlformats.org/drawingml/2006/main">
              <a:ext uri="{FF2B5EF4-FFF2-40B4-BE49-F238E27FC236}">
                <a16:creationId xmlns:a16="http://schemas.microsoft.com/office/drawing/2014/main" id="{8648498E-2232-4AC3-A428-360587B3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375" y="3743325"/>
            <a:ext cx="185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F5564"/>
            </a:solidFill>
          </a:ln>
        </p:spPr>
      </p:sp>
      <p:sp>
        <p:nvSpPr>
          <p:cNvPr id="19" name="p7_r2_e99_18">
            <a:extLst xmlns:a="http://schemas.openxmlformats.org/drawingml/2006/main">
              <a:ext uri="{FF2B5EF4-FFF2-40B4-BE49-F238E27FC236}">
                <a16:creationId xmlns:a16="http://schemas.microsoft.com/office/drawing/2014/main" id="{9D331463-3BB3-4ADA-84AE-D1C200E4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0" y="39243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BBC7A"/>
                </a:solidFill>
                <a:latin typeface="Aptos"/>
                <a:ea typeface="Aptos"/>
                <a:cs typeface="Aptos"/>
              </a:rPr>
              <a:t>0.3 s hold</a:t>
            </a:r>
          </a:p>
        </p:txBody>
      </p:sp>
      <p:sp>
        <p:nvSpPr>
          <p:cNvPr id="20" name="p7_r2_e99_19">
            <a:extLst xmlns:a="http://schemas.openxmlformats.org/drawingml/2006/main">
              <a:ext uri="{FF2B5EF4-FFF2-40B4-BE49-F238E27FC236}">
                <a16:creationId xmlns:a16="http://schemas.microsoft.com/office/drawing/2014/main" id="{4FA4DE7C-CA5D-4CDC-94C0-3709D78F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1175" y="39243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then depletion</a:t>
            </a:r>
          </a:p>
        </p:txBody>
      </p:sp>
      <p:sp>
        <p:nvSpPr>
          <p:cNvPr id="21" name="p7_r3_e99_20">
            <a:extLst xmlns:a="http://schemas.openxmlformats.org/drawingml/2006/main">
              <a:ext uri="{FF2B5EF4-FFF2-40B4-BE49-F238E27FC236}">
                <a16:creationId xmlns:a16="http://schemas.microsoft.com/office/drawing/2014/main" id="{4E355551-E11B-4CAA-A1BF-DA16DA23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714875"/>
            <a:ext cx="4762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KEEP FIGHTING</a:t>
            </a:r>
          </a:p>
        </p:txBody>
      </p:sp>
      <p:pic>
        <p:nvPicPr>
          <p:cNvPr id="46" name="p7_r3_e99_21" descr="Laema presentation asset: fire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814c595774d63"/>
          <a:stretch xmlns:a="http://schemas.openxmlformats.org/drawingml/2006/main"/>
        </p:blipFill>
        <p:spPr>
          <a:xfrm xmlns:a="http://schemas.openxmlformats.org/drawingml/2006/main">
            <a:off x="5810250" y="4095750"/>
            <a:ext cx="1285875" cy="1285875"/>
          </a:xfrm>
          <a:prstGeom xmlns:a="http://schemas.openxmlformats.org/drawingml/2006/main" prst="rect">
            <a:avLst/>
          </a:prstGeom>
        </p:spPr>
      </p:pic>
      <p:sp>
        <p:nvSpPr>
          <p:cNvPr id="23" name="p7_r4_e99_22">
            <a:extLst xmlns:a="http://schemas.openxmlformats.org/drawingml/2006/main">
              <a:ext uri="{FF2B5EF4-FFF2-40B4-BE49-F238E27FC236}">
                <a16:creationId xmlns:a16="http://schemas.microsoft.com/office/drawing/2014/main" id="{3585BE47-EBAB-4DEB-8E15-6DBF184C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388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WAIT FOR THE OPENING</a:t>
            </a:r>
          </a:p>
        </p:txBody>
      </p:sp>
      <p:sp>
        <p:nvSpPr>
          <p:cNvPr id="24" name="p7_r1_e99_23">
            <a:extLst xmlns:a="http://schemas.openxmlformats.org/drawingml/2006/main">
              <a:ext uri="{FF2B5EF4-FFF2-40B4-BE49-F238E27FC236}">
                <a16:creationId xmlns:a16="http://schemas.microsoft.com/office/drawing/2014/main" id="{8E5AD3CA-5379-416B-B98C-B505489E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57950"/>
            <a:ext cx="1019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Explanatory snapshots • overcharge = exceeding the intended count</a:t>
            </a:r>
          </a:p>
        </p:txBody>
      </p:sp>
    </p:spTree>
    <p:extLst>
      <p:ext uri="{BB962C8B-B14F-4D97-AF65-F5344CB8AC3E}">
        <p14:creationId xmlns:p14="http://schemas.microsoft.com/office/powerpoint/2010/main" val="1336844245"/>
      </p:ext>
    </p:extLst>
  </p:cSld>
  <p:transition spd="fast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8_r0_e99_0">
            <a:extLst xmlns:a="http://schemas.openxmlformats.org/drawingml/2006/main">
              <a:ext uri="{FF2B5EF4-FFF2-40B4-BE49-F238E27FC236}">
                <a16:creationId xmlns:a16="http://schemas.microsoft.com/office/drawing/2014/main" id="{8B1D8309-2100-4960-8123-09472D5F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" name="p8_r0_e99_1">
            <a:extLst xmlns:a="http://schemas.openxmlformats.org/drawingml/2006/main">
              <a:ext uri="{FF2B5EF4-FFF2-40B4-BE49-F238E27FC236}">
                <a16:creationId xmlns:a16="http://schemas.microsoft.com/office/drawing/2014/main" id="{2B2ACEC0-1835-47CE-A82F-32330AC1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SAME SYSTEM. MORE MASTERY.</a:t>
            </a:r>
          </a:p>
        </p:txBody>
      </p:sp>
      <p:sp>
        <p:nvSpPr>
          <p:cNvPr id="3" name="p8_r1_e99_2">
            <a:extLst xmlns:a="http://schemas.openxmlformats.org/drawingml/2006/main">
              <a:ext uri="{FF2B5EF4-FFF2-40B4-BE49-F238E27FC236}">
                <a16:creationId xmlns:a16="http://schemas.microsoft.com/office/drawing/2014/main" id="{D6AA6892-B9B9-45BC-8A21-61A2A1D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04787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BEGINNER</a:t>
            </a:r>
          </a:p>
        </p:txBody>
      </p:sp>
      <p:sp>
        <p:nvSpPr>
          <p:cNvPr id="4" name="p8_r1_e99_3">
            <a:extLst xmlns:a="http://schemas.openxmlformats.org/drawingml/2006/main">
              <a:ext uri="{FF2B5EF4-FFF2-40B4-BE49-F238E27FC236}">
                <a16:creationId xmlns:a16="http://schemas.microsoft.com/office/drawing/2014/main" id="{E6F54605-90A8-47D1-B889-06366D39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2047875"/>
            <a:ext cx="776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Hold → Charge → Release</a:t>
            </a:r>
          </a:p>
        </p:txBody>
      </p:sp>
      <p:sp>
        <p:nvSpPr>
          <p:cNvPr id="5" name="p8_r2_e99_4">
            <a:extLst xmlns:a="http://schemas.openxmlformats.org/drawingml/2006/main">
              <a:ext uri="{FF2B5EF4-FFF2-40B4-BE49-F238E27FC236}">
                <a16:creationId xmlns:a16="http://schemas.microsoft.com/office/drawing/2014/main" id="{C126C82C-2CD6-445C-A1E0-3CA543B92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086100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INTERMEDIATE</a:t>
            </a:r>
          </a:p>
        </p:txBody>
      </p:sp>
      <p:sp>
        <p:nvSpPr>
          <p:cNvPr id="6" name="p8_r2_e99_5">
            <a:extLst xmlns:a="http://schemas.openxmlformats.org/drawingml/2006/main">
              <a:ext uri="{FF2B5EF4-FFF2-40B4-BE49-F238E27FC236}">
                <a16:creationId xmlns:a16="http://schemas.microsoft.com/office/drawing/2014/main" id="{C8675C9E-D467-48AF-B811-C35FB920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086100"/>
            <a:ext cx="7762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Charge while fighting → Weave Cast into combo</a:t>
            </a:r>
          </a:p>
        </p:txBody>
      </p:sp>
      <p:sp>
        <p:nvSpPr>
          <p:cNvPr id="7" name="p8_r3_e99_6">
            <a:extLst xmlns:a="http://schemas.openxmlformats.org/drawingml/2006/main">
              <a:ext uri="{FF2B5EF4-FFF2-40B4-BE49-F238E27FC236}">
                <a16:creationId xmlns:a16="http://schemas.microsoft.com/office/drawing/2014/main" id="{F1CB14A7-3FBD-4B52-B258-CFDFA921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162425"/>
            <a:ext cx="295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SKILLED</a:t>
            </a:r>
          </a:p>
        </p:txBody>
      </p:sp>
      <p:sp>
        <p:nvSpPr>
          <p:cNvPr id="8" name="p8_r3_e99_7">
            <a:extLst xmlns:a="http://schemas.openxmlformats.org/drawingml/2006/main">
              <a:ext uri="{FF2B5EF4-FFF2-40B4-BE49-F238E27FC236}">
                <a16:creationId xmlns:a16="http://schemas.microsoft.com/office/drawing/2014/main" id="{39E2594D-E942-42A1-AF2C-2BCB6958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4162425"/>
            <a:ext cx="7762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Control the charge → Wait for the opening</a:t>
            </a:r>
          </a:p>
        </p:txBody>
      </p:sp>
      <p:sp>
        <p:nvSpPr>
          <p:cNvPr id="9" name="p8_r4_e99_8">
            <a:extLst xmlns:a="http://schemas.openxmlformats.org/drawingml/2006/main">
              <a:ext uri="{FF2B5EF4-FFF2-40B4-BE49-F238E27FC236}">
                <a16:creationId xmlns:a16="http://schemas.microsoft.com/office/drawing/2014/main" id="{B990FCE8-0435-418A-BF7D-6A01AB5E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2197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BBC7A"/>
                </a:solidFill>
                <a:latin typeface="Aptos"/>
                <a:ea typeface="Aptos"/>
                <a:cs typeface="Aptos"/>
              </a:rPr>
              <a:t>DEPTH FROM THE SAME INPUT</a:t>
            </a:r>
          </a:p>
        </p:txBody>
      </p:sp>
      <p:sp>
        <p:nvSpPr>
          <p:cNvPr id="10" name="p8_r5_e99_9">
            <a:extLst xmlns:a="http://schemas.openxmlformats.org/drawingml/2006/main">
              <a:ext uri="{FF2B5EF4-FFF2-40B4-BE49-F238E27FC236}">
                <a16:creationId xmlns:a16="http://schemas.microsoft.com/office/drawing/2014/main" id="{D5EC108D-8C9F-4ED9-8930-D91A3A93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388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FIGHTER + MAGE, AT THE SAME TIME</a:t>
            </a:r>
          </a:p>
        </p:txBody>
      </p:sp>
    </p:spTree>
    <p:extLst>
      <p:ext uri="{BB962C8B-B14F-4D97-AF65-F5344CB8AC3E}">
        <p14:creationId xmlns:p14="http://schemas.microsoft.com/office/powerpoint/2010/main" val="56685239"/>
      </p:ext>
    </p:extLst>
  </p:cSld>
  <p:transition spd="fast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9_r0_e99_0">
            <a:extLst xmlns:a="http://schemas.openxmlformats.org/drawingml/2006/main">
              <a:ext uri="{FF2B5EF4-FFF2-40B4-BE49-F238E27FC236}">
                <a16:creationId xmlns:a16="http://schemas.microsoft.com/office/drawing/2014/main" id="{130897AF-387E-4AF5-B811-987FFB95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" name="p9_r0_e99_1">
            <a:extLst xmlns:a="http://schemas.openxmlformats.org/drawingml/2006/main">
              <a:ext uri="{FF2B5EF4-FFF2-40B4-BE49-F238E27FC236}">
                <a16:creationId xmlns:a16="http://schemas.microsoft.com/office/drawing/2014/main" id="{95FA9C08-F03A-4245-BABD-F26EC29E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HEAT = MOMENTUM</a:t>
            </a:r>
          </a:p>
        </p:txBody>
      </p:sp>
      <p:sp>
        <p:nvSpPr>
          <p:cNvPr id="3" name="p9_r0_e99_2">
            <a:extLst xmlns:a="http://schemas.openxmlformats.org/drawingml/2006/main">
              <a:ext uri="{FF2B5EF4-FFF2-40B4-BE49-F238E27FC236}">
                <a16:creationId xmlns:a16="http://schemas.microsoft.com/office/drawing/2014/main" id="{DC5A5385-52F2-493D-B203-0772678B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93D"/>
          </a:solidFill>
          <a:ln xmlns:a="http://schemas.openxmlformats.org/drawingml/2006/main" w="28575">
            <a:solidFill>
              <a:srgbClr val="FFD700"/>
            </a:solidFill>
          </a:ln>
        </p:spPr>
      </p:sp>
      <p:sp>
        <p:nvSpPr>
          <p:cNvPr id="4" name="p9_r0_e99_3">
            <a:extLst xmlns:a="http://schemas.openxmlformats.org/drawingml/2006/main">
              <a:ext uri="{FF2B5EF4-FFF2-40B4-BE49-F238E27FC236}">
                <a16:creationId xmlns:a16="http://schemas.microsoft.com/office/drawing/2014/main" id="{0A8D386F-70DC-481D-9A67-FFA79B6A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" y="21240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5" name="p9_r0_e99_4">
            <a:extLst xmlns:a="http://schemas.openxmlformats.org/drawingml/2006/main">
              <a:ext uri="{FF2B5EF4-FFF2-40B4-BE49-F238E27FC236}">
                <a16:creationId xmlns:a16="http://schemas.microsoft.com/office/drawing/2014/main" id="{9B8C4F4B-AF4D-45FC-BB59-554D2285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2114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96FF"/>
          </a:solidFill>
          <a:ln xmlns:a="http://schemas.openxmlformats.org/drawingml/2006/main" w="28575">
            <a:solidFill>
              <a:srgbClr val="FFD700"/>
            </a:solidFill>
          </a:ln>
        </p:spPr>
      </p:sp>
      <p:sp>
        <p:nvSpPr>
          <p:cNvPr id="6" name="p9_r0_e99_5">
            <a:extLst xmlns:a="http://schemas.openxmlformats.org/drawingml/2006/main">
              <a:ext uri="{FF2B5EF4-FFF2-40B4-BE49-F238E27FC236}">
                <a16:creationId xmlns:a16="http://schemas.microsoft.com/office/drawing/2014/main" id="{65822237-6EF4-40F5-8573-72E7862D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2124075"/>
            <a:ext cx="514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W</a:t>
            </a:r>
          </a:p>
        </p:txBody>
      </p:sp>
      <p:sp>
        <p:nvSpPr>
          <p:cNvPr id="7" name="p9_r0_e99_6">
            <a:extLst xmlns:a="http://schemas.openxmlformats.org/drawingml/2006/main">
              <a:ext uri="{FF2B5EF4-FFF2-40B4-BE49-F238E27FC236}">
                <a16:creationId xmlns:a16="http://schemas.microsoft.com/office/drawing/2014/main" id="{B647219D-FC53-461A-9AEF-2F8A50A0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2371725"/>
            <a:ext cx="52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8" name="p9_r0_e99_7">
            <a:extLst xmlns:a="http://schemas.openxmlformats.org/drawingml/2006/main">
              <a:ext uri="{FF2B5EF4-FFF2-40B4-BE49-F238E27FC236}">
                <a16:creationId xmlns:a16="http://schemas.microsoft.com/office/drawing/2014/main" id="{BCB1484D-EDAD-4802-B3DB-2031993E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86075" y="23241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9" name="p9_r0_e99_8">
            <a:extLst xmlns:a="http://schemas.openxmlformats.org/drawingml/2006/main">
              <a:ext uri="{FF2B5EF4-FFF2-40B4-BE49-F238E27FC236}">
                <a16:creationId xmlns:a16="http://schemas.microsoft.com/office/drawing/2014/main" id="{D303786C-8FBB-43EE-BB87-A50FD3122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2114550"/>
            <a:ext cx="1619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CAST</a:t>
            </a:r>
          </a:p>
        </p:txBody>
      </p:sp>
      <p:sp>
        <p:nvSpPr>
          <p:cNvPr id="10" name="p9_r0_e99_9">
            <a:extLst xmlns:a="http://schemas.openxmlformats.org/drawingml/2006/main">
              <a:ext uri="{FF2B5EF4-FFF2-40B4-BE49-F238E27FC236}">
                <a16:creationId xmlns:a16="http://schemas.microsoft.com/office/drawing/2014/main" id="{28154E53-E200-4574-BA16-D79D554E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2371725"/>
            <a:ext cx="600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11" name="p9_r0_e99_10">
            <a:extLst xmlns:a="http://schemas.openxmlformats.org/drawingml/2006/main">
              <a:ext uri="{FF2B5EF4-FFF2-40B4-BE49-F238E27FC236}">
                <a16:creationId xmlns:a16="http://schemas.microsoft.com/office/drawing/2014/main" id="{E2F909A7-2C0E-4530-BB91-25595A381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67350" y="232410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12" name="p9_r0_e99_11">
            <a:extLst xmlns:a="http://schemas.openxmlformats.org/drawingml/2006/main">
              <a:ext uri="{FF2B5EF4-FFF2-40B4-BE49-F238E27FC236}">
                <a16:creationId xmlns:a16="http://schemas.microsoft.com/office/drawing/2014/main" id="{463CE90D-E717-488D-A2D1-CE3A9E67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0" y="21145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HEAT</a:t>
            </a:r>
          </a:p>
        </p:txBody>
      </p:sp>
      <p:sp>
        <p:nvSpPr>
          <p:cNvPr id="13" name="p9_r1_e99_12">
            <a:extLst xmlns:a="http://schemas.openxmlformats.org/drawingml/2006/main">
              <a:ext uri="{FF2B5EF4-FFF2-40B4-BE49-F238E27FC236}">
                <a16:creationId xmlns:a16="http://schemas.microsoft.com/office/drawing/2014/main" id="{BF04FE64-0ABB-482F-9EA4-1838927C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381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MORE HEAT → FASTER COMBAT</a:t>
            </a:r>
          </a:p>
        </p:txBody>
      </p:sp>
      <p:sp>
        <p:nvSpPr>
          <p:cNvPr id="14" name="p9_r1_e99_13">
            <a:extLst xmlns:a="http://schemas.openxmlformats.org/drawingml/2006/main">
              <a:ext uri="{FF2B5EF4-FFF2-40B4-BE49-F238E27FC236}">
                <a16:creationId xmlns:a16="http://schemas.microsoft.com/office/drawing/2014/main" id="{8BAB6832-7BEE-432A-880E-7D134B24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0957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Attack ↑</a:t>
            </a:r>
          </a:p>
        </p:txBody>
      </p:sp>
      <p:sp>
        <p:nvSpPr>
          <p:cNvPr id="15" name="p9_r1_e99_14">
            <a:extLst xmlns:a="http://schemas.openxmlformats.org/drawingml/2006/main">
              <a:ext uri="{FF2B5EF4-FFF2-40B4-BE49-F238E27FC236}">
                <a16:creationId xmlns:a16="http://schemas.microsoft.com/office/drawing/2014/main" id="{1A595F34-7EDB-41A3-860B-E711A0DF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838700"/>
            <a:ext cx="242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F5564"/>
            </a:solidFill>
          </a:ln>
        </p:spPr>
      </p:sp>
      <p:sp>
        <p:nvSpPr>
          <p:cNvPr id="16" name="p9_r1_e99_15">
            <a:extLst xmlns:a="http://schemas.openxmlformats.org/drawingml/2006/main">
              <a:ext uri="{FF2B5EF4-FFF2-40B4-BE49-F238E27FC236}">
                <a16:creationId xmlns:a16="http://schemas.microsoft.com/office/drawing/2014/main" id="{E4A9B2E7-C404-45B6-A166-9C5E74A1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466725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DBBC7A"/>
            </a:solidFill>
          </a:ln>
        </p:spPr>
      </p:sp>
      <p:sp>
        <p:nvSpPr>
          <p:cNvPr id="17" name="p9_r1_e99_16">
            <a:extLst xmlns:a="http://schemas.openxmlformats.org/drawingml/2006/main">
              <a:ext uri="{FF2B5EF4-FFF2-40B4-BE49-F238E27FC236}">
                <a16:creationId xmlns:a16="http://schemas.microsoft.com/office/drawing/2014/main" id="{606E713E-A828-4FF5-B65D-F5492C24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40957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Cast ↑</a:t>
            </a:r>
          </a:p>
        </p:txBody>
      </p:sp>
      <p:sp>
        <p:nvSpPr>
          <p:cNvPr id="18" name="p9_r1_e99_17">
            <a:extLst xmlns:a="http://schemas.openxmlformats.org/drawingml/2006/main">
              <a:ext uri="{FF2B5EF4-FFF2-40B4-BE49-F238E27FC236}">
                <a16:creationId xmlns:a16="http://schemas.microsoft.com/office/drawing/2014/main" id="{C79C87E9-4D04-420A-A636-4B8AF298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4838700"/>
            <a:ext cx="242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F5564"/>
            </a:solidFill>
          </a:ln>
        </p:spPr>
      </p:sp>
      <p:sp>
        <p:nvSpPr>
          <p:cNvPr id="19" name="p9_r1_e99_18">
            <a:extLst xmlns:a="http://schemas.openxmlformats.org/drawingml/2006/main">
              <a:ext uri="{FF2B5EF4-FFF2-40B4-BE49-F238E27FC236}">
                <a16:creationId xmlns:a16="http://schemas.microsoft.com/office/drawing/2014/main" id="{AA208FC1-5C50-4985-9D5A-E1D123A2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466725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DBBC7A"/>
            </a:solidFill>
          </a:ln>
        </p:spPr>
      </p:sp>
      <p:sp>
        <p:nvSpPr>
          <p:cNvPr id="20" name="p9_r1_e99_19">
            <a:extLst xmlns:a="http://schemas.openxmlformats.org/drawingml/2006/main">
              <a:ext uri="{FF2B5EF4-FFF2-40B4-BE49-F238E27FC236}">
                <a16:creationId xmlns:a16="http://schemas.microsoft.com/office/drawing/2014/main" id="{59098038-26C9-4475-B3AE-1DDECF1D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40957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Charge ↑</a:t>
            </a:r>
          </a:p>
        </p:txBody>
      </p:sp>
      <p:sp>
        <p:nvSpPr>
          <p:cNvPr id="21" name="p9_r1_e99_20">
            <a:extLst xmlns:a="http://schemas.openxmlformats.org/drawingml/2006/main">
              <a:ext uri="{FF2B5EF4-FFF2-40B4-BE49-F238E27FC236}">
                <a16:creationId xmlns:a16="http://schemas.microsoft.com/office/drawing/2014/main" id="{69747797-ED57-40A2-B0FF-B04CA9DB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4838700"/>
            <a:ext cx="2428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3F5564"/>
            </a:solidFill>
          </a:ln>
        </p:spPr>
      </p:sp>
      <p:sp>
        <p:nvSpPr>
          <p:cNvPr id="22" name="p9_r1_e99_21">
            <a:extLst xmlns:a="http://schemas.openxmlformats.org/drawingml/2006/main">
              <a:ext uri="{FF2B5EF4-FFF2-40B4-BE49-F238E27FC236}">
                <a16:creationId xmlns:a16="http://schemas.microsoft.com/office/drawing/2014/main" id="{965227DB-B580-415F-BAA8-744867DE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466725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DBBC7A"/>
            </a:solidFill>
          </a:ln>
        </p:spPr>
      </p:sp>
      <p:sp>
        <p:nvSpPr>
          <p:cNvPr id="23" name="p9_r1_e99_22">
            <a:extLst xmlns:a="http://schemas.openxmlformats.org/drawingml/2006/main">
              <a:ext uri="{FF2B5EF4-FFF2-40B4-BE49-F238E27FC236}">
                <a16:creationId xmlns:a16="http://schemas.microsoft.com/office/drawing/2014/main" id="{6DA6E01E-A28D-4B2D-8A6D-995DD4E3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0292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Duration: baseline / higher Heat</a:t>
            </a:r>
          </a:p>
        </p:txBody>
      </p:sp>
      <p:sp>
        <p:nvSpPr>
          <p:cNvPr id="24" name="p9_r2_e99_23">
            <a:extLst xmlns:a="http://schemas.openxmlformats.org/drawingml/2006/main">
              <a:ext uri="{FF2B5EF4-FFF2-40B4-BE49-F238E27FC236}">
                <a16:creationId xmlns:a16="http://schemas.microsoft.com/office/drawing/2014/main" id="{97D97072-3526-4DA9-BD5C-1B22B0C0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40067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3EEE4"/>
                </a:solidFill>
                <a:latin typeface="Aptos"/>
                <a:ea typeface="Aptos"/>
                <a:cs typeface="Aptos"/>
              </a:rPr>
              <a:t>MAGIC FUELS THE MOMENTUM</a:t>
            </a:r>
          </a:p>
        </p:txBody>
      </p:sp>
      <p:sp>
        <p:nvSpPr>
          <p:cNvPr id="25" name="p9_r3_e99_24">
            <a:extLst xmlns:a="http://schemas.openxmlformats.org/drawingml/2006/main">
              <a:ext uri="{FF2B5EF4-FFF2-40B4-BE49-F238E27FC236}">
                <a16:creationId xmlns:a16="http://schemas.microsoft.com/office/drawing/2014/main" id="{C2565BB6-858C-448C-BCB6-26BE513D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388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STAY IN THE ZONE</a:t>
            </a:r>
          </a:p>
        </p:txBody>
      </p:sp>
    </p:spTree>
    <p:extLst>
      <p:ext uri="{BB962C8B-B14F-4D97-AF65-F5344CB8AC3E}">
        <p14:creationId xmlns:p14="http://schemas.microsoft.com/office/powerpoint/2010/main" val="1370944562"/>
      </p:ext>
    </p:extLst>
  </p:cSld>
  <p:transition spd="fast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10_r0_e99_0">
            <a:extLst xmlns:a="http://schemas.openxmlformats.org/drawingml/2006/main">
              <a:ext uri="{FF2B5EF4-FFF2-40B4-BE49-F238E27FC236}">
                <a16:creationId xmlns:a16="http://schemas.microsoft.com/office/drawing/2014/main" id="{53B24850-6C6E-4A8B-9A20-229C7E51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" name="p10_r0_e6_1">
            <a:extLst xmlns:a="http://schemas.openxmlformats.org/drawingml/2006/main">
              <a:ext uri="{FF2B5EF4-FFF2-40B4-BE49-F238E27FC236}">
                <a16:creationId xmlns:a16="http://schemas.microsoft.com/office/drawing/2014/main" id="{4C8FCEEF-9FAB-4695-AF87-38121680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MIGHT + MAGIC</a:t>
            </a:r>
          </a:p>
        </p:txBody>
      </p:sp>
      <p:pic>
        <p:nvPicPr>
          <p:cNvPr id="15" name="p10_r1_e6_2" descr="Laema presentation asset: fire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26f979b204a1c"/>
          <a:stretch xmlns:a="http://schemas.openxmlformats.org/drawingml/2006/main"/>
        </p:blipFill>
        <p:spPr>
          <a:xfrm xmlns:a="http://schemas.openxmlformats.org/drawingml/2006/main">
            <a:off x="609600" y="1643063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4" name="p10_r1_e6_3">
            <a:extLst xmlns:a="http://schemas.openxmlformats.org/drawingml/2006/main">
              <a:ext uri="{FF2B5EF4-FFF2-40B4-BE49-F238E27FC236}">
                <a16:creationId xmlns:a16="http://schemas.microsoft.com/office/drawing/2014/main" id="{5760BD38-1723-44E5-970F-F1F94F62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1952625"/>
            <a:ext cx="3667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MIGHT CREATES MAGIC</a:t>
            </a:r>
          </a:p>
        </p:txBody>
      </p:sp>
      <p:pic>
        <p:nvPicPr>
          <p:cNvPr id="17" name="p10_r2_e6_4" descr="Laema presentation asset: fire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666d902314794"/>
          <a:stretch xmlns:a="http://schemas.openxmlformats.org/drawingml/2006/main"/>
        </p:blipFill>
        <p:spPr>
          <a:xfrm xmlns:a="http://schemas.openxmlformats.org/drawingml/2006/main">
            <a:off x="6419850" y="1643063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6" name="p10_r2_e6_5">
            <a:extLst xmlns:a="http://schemas.openxmlformats.org/drawingml/2006/main">
              <a:ext uri="{FF2B5EF4-FFF2-40B4-BE49-F238E27FC236}">
                <a16:creationId xmlns:a16="http://schemas.microsoft.com/office/drawing/2014/main" id="{7FCB6C14-4A2A-4AE5-A5F9-E5E19140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1952625"/>
            <a:ext cx="3667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PREPARE WHILE FIGHTING</a:t>
            </a:r>
          </a:p>
        </p:txBody>
      </p:sp>
      <p:pic>
        <p:nvPicPr>
          <p:cNvPr id="19" name="p10_r3_e6_6" descr="Laema presentation asset: cas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79c5e4881413e"/>
          <a:stretch xmlns:a="http://schemas.openxmlformats.org/drawingml/2006/main"/>
        </p:blipFill>
        <p:spPr>
          <a:xfrm xmlns:a="http://schemas.openxmlformats.org/drawingml/2006/main">
            <a:off x="609600" y="3357563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8" name="p10_r3_e6_7">
            <a:extLst xmlns:a="http://schemas.openxmlformats.org/drawingml/2006/main">
              <a:ext uri="{FF2B5EF4-FFF2-40B4-BE49-F238E27FC236}">
                <a16:creationId xmlns:a16="http://schemas.microsoft.com/office/drawing/2014/main" id="{E6518FFB-0A1A-472A-8C76-21A720F4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38350" y="3667125"/>
            <a:ext cx="3667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WEAVE INTO THE COMBO</a:t>
            </a:r>
          </a:p>
        </p:txBody>
      </p:sp>
      <p:pic>
        <p:nvPicPr>
          <p:cNvPr id="21" name="p10_r4_e6_8" descr="Laema presentation asset: fire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98564f8164ce1"/>
          <a:stretch xmlns:a="http://schemas.openxmlformats.org/drawingml/2006/main"/>
        </p:blipFill>
        <p:spPr>
          <a:xfrm xmlns:a="http://schemas.openxmlformats.org/drawingml/2006/main">
            <a:off x="6419850" y="3357563"/>
            <a:ext cx="1333500" cy="1333500"/>
          </a:xfrm>
          <a:prstGeom xmlns:a="http://schemas.openxmlformats.org/drawingml/2006/main" prst="rect">
            <a:avLst/>
          </a:prstGeom>
        </p:spPr>
      </p:pic>
      <p:sp>
        <p:nvSpPr>
          <p:cNvPr id="10" name="p10_r4_e6_9">
            <a:extLst xmlns:a="http://schemas.openxmlformats.org/drawingml/2006/main">
              <a:ext uri="{FF2B5EF4-FFF2-40B4-BE49-F238E27FC236}">
                <a16:creationId xmlns:a16="http://schemas.microsoft.com/office/drawing/2014/main" id="{1D6DAFC3-4CC0-4FA0-8534-095EA857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3667125"/>
            <a:ext cx="3667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MAGIC BUILDS HEAT</a:t>
            </a:r>
          </a:p>
        </p:txBody>
      </p:sp>
      <p:sp>
        <p:nvSpPr>
          <p:cNvPr id="11" name="p10_r5_e6_10">
            <a:extLst xmlns:a="http://schemas.openxmlformats.org/drawingml/2006/main">
              <a:ext uri="{FF2B5EF4-FFF2-40B4-BE49-F238E27FC236}">
                <a16:creationId xmlns:a16="http://schemas.microsoft.com/office/drawing/2014/main" id="{670C159E-8F08-4071-8174-13E8B1A9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388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ONE CONTINUOUS SKILL</a:t>
            </a:r>
          </a:p>
        </p:txBody>
      </p:sp>
      <p:sp>
        <p:nvSpPr>
          <p:cNvPr id="12" name="p10_r6_e99_11">
            <a:extLst xmlns:a="http://schemas.openxmlformats.org/drawingml/2006/main">
              <a:ext uri="{FF2B5EF4-FFF2-40B4-BE49-F238E27FC236}">
                <a16:creationId xmlns:a16="http://schemas.microsoft.com/office/drawing/2014/main" id="{A820710B-044D-4112-A60C-03E3621F5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1619250"/>
            <a:ext cx="10477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IT IS A</a:t>
            </a:r>
          </a:p>
          <a:p xmlns:a="http://schemas.openxmlformats.org/drawingml/2006/main">
            <a:pPr algn="l">
              <a:defRPr sz="5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MIGHT &amp; MAGIC</a:t>
            </a:r>
          </a:p>
          <a:p xmlns:a="http://schemas.openxmlformats.org/drawingml/2006/main">
            <a:pPr algn="l">
              <a:defRPr sz="5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SYSTEM.</a:t>
            </a:r>
          </a:p>
        </p:txBody>
      </p:sp>
    </p:spTree>
    <p:extLst>
      <p:ext uri="{BB962C8B-B14F-4D97-AF65-F5344CB8AC3E}">
        <p14:creationId xmlns:p14="http://schemas.microsoft.com/office/powerpoint/2010/main" val="1959207927"/>
      </p:ext>
    </p:extLst>
  </p:cSld>
  <p:transition spd="fast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11_r0_e99_0">
            <a:extLst xmlns:a="http://schemas.openxmlformats.org/drawingml/2006/main">
              <a:ext uri="{FF2B5EF4-FFF2-40B4-BE49-F238E27FC236}">
                <a16:creationId xmlns:a16="http://schemas.microsoft.com/office/drawing/2014/main" id="{BFA0B9FE-6D93-4213-9E88-9D6FFC3E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" name="p11_r0_e99_1">
            <a:extLst xmlns:a="http://schemas.openxmlformats.org/drawingml/2006/main">
              <a:ext uri="{FF2B5EF4-FFF2-40B4-BE49-F238E27FC236}">
                <a16:creationId xmlns:a16="http://schemas.microsoft.com/office/drawing/2014/main" id="{67206EA9-386E-4158-9192-6685850E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190750"/>
            <a:ext cx="10572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WHAT KIND OF GAME</a:t>
            </a:r>
          </a:p>
          <a:p xmlns:a="http://schemas.openxmlformats.org/drawingml/2006/main">
            <a:pPr algn="l">
              <a:defRPr sz="48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DESERVES THIS TOY?</a:t>
            </a:r>
          </a:p>
        </p:txBody>
      </p:sp>
    </p:spTree>
    <p:extLst>
      <p:ext uri="{BB962C8B-B14F-4D97-AF65-F5344CB8AC3E}">
        <p14:creationId xmlns:p14="http://schemas.microsoft.com/office/powerpoint/2010/main" val="164625547"/>
      </p:ext>
    </p:extLst>
  </p:cSld>
  <p:transition spd="fast" advClick="1"/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12_r0_e99_0">
            <a:extLst xmlns:a="http://schemas.openxmlformats.org/drawingml/2006/main">
              <a:ext uri="{FF2B5EF4-FFF2-40B4-BE49-F238E27FC236}">
                <a16:creationId xmlns:a16="http://schemas.microsoft.com/office/drawing/2014/main" id="{F0A396C0-3165-408C-A2E7-0C248655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" name="p12_r0_e1_1">
            <a:extLst xmlns:a="http://schemas.openxmlformats.org/drawingml/2006/main">
              <a:ext uri="{FF2B5EF4-FFF2-40B4-BE49-F238E27FC236}">
                <a16:creationId xmlns:a16="http://schemas.microsoft.com/office/drawing/2014/main" id="{BD30E61E-937E-4995-AE22-1F803B23A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LIVE IN A HEROES TOWN</a:t>
            </a:r>
          </a:p>
        </p:txBody>
      </p:sp>
      <p:pic>
        <p:nvPicPr>
          <p:cNvPr id="12" name="p12_r0_e1_2" descr="Laema presentation asset: townCro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e7538c29e46ec"/>
          <a:stretch xmlns:a="http://schemas.openxmlformats.org/drawingml/2006/main"/>
        </p:blipFill>
        <p:spPr>
          <a:xfrm xmlns:a="http://schemas.openxmlformats.org/drawingml/2006/main">
            <a:off x="1702697" y="1838325"/>
            <a:ext cx="8786605" cy="4124325"/>
          </a:xfrm>
          <a:prstGeom xmlns:a="http://schemas.openxmlformats.org/drawingml/2006/main" prst="rect">
            <a:avLst/>
          </a:prstGeom>
        </p:spPr>
      </p:pic>
      <p:sp>
        <p:nvSpPr>
          <p:cNvPr id="4" name="p12_r1_e99_3">
            <a:extLst xmlns:a="http://schemas.openxmlformats.org/drawingml/2006/main">
              <a:ext uri="{FF2B5EF4-FFF2-40B4-BE49-F238E27FC236}">
                <a16:creationId xmlns:a16="http://schemas.microsoft.com/office/drawing/2014/main" id="{0876EA83-0930-414D-ABC0-699A4EDB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STRATEGY VIEW → GROUND LEVEL</a:t>
            </a:r>
          </a:p>
        </p:txBody>
      </p:sp>
      <p:pic>
        <p:nvPicPr>
          <p:cNvPr id="14" name="p12_r1_e99_4" descr="Laema presentation asset: townCro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8bda8351e4eb4"/>
          <a:stretch xmlns:a="http://schemas.openxmlformats.org/drawingml/2006/main"/>
        </p:blipFill>
        <p:spPr>
          <a:xfrm xmlns:a="http://schemas.openxmlformats.org/drawingml/2006/main">
            <a:off x="609600" y="2155760"/>
            <a:ext cx="7048500" cy="3308480"/>
          </a:xfrm>
          <a:prstGeom xmlns:a="http://schemas.openxmlformats.org/drawingml/2006/main" prst="rect">
            <a:avLst/>
          </a:prstGeom>
        </p:spPr>
      </p:pic>
      <p:sp>
        <p:nvSpPr>
          <p:cNvPr id="6" name="p12_r1_e99_5">
            <a:extLst xmlns:a="http://schemas.openxmlformats.org/drawingml/2006/main">
              <a:ext uri="{FF2B5EF4-FFF2-40B4-BE49-F238E27FC236}">
                <a16:creationId xmlns:a16="http://schemas.microsoft.com/office/drawing/2014/main" id="{6456C94A-75DB-4A63-8E20-791FDDCD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26670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AAB8BF"/>
                </a:solidFill>
                <a:latin typeface="Aptos"/>
                <a:ea typeface="Aptos"/>
                <a:cs typeface="Aptos"/>
              </a:rPr>
              <a:t>LOOKING DOWN</a:t>
            </a:r>
          </a:p>
        </p:txBody>
      </p:sp>
      <p:sp>
        <p:nvSpPr>
          <p:cNvPr id="7" name="p12_r1_e99_6">
            <a:extLst xmlns:a="http://schemas.openxmlformats.org/drawingml/2006/main">
              <a:ext uri="{FF2B5EF4-FFF2-40B4-BE49-F238E27FC236}">
                <a16:creationId xmlns:a16="http://schemas.microsoft.com/office/drawing/2014/main" id="{33A63E8A-9741-444C-8953-03D7EDCB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3390900"/>
            <a:ext cx="2609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8" name="p12_r1_e99_7">
            <a:extLst xmlns:a="http://schemas.openxmlformats.org/drawingml/2006/main">
              <a:ext uri="{FF2B5EF4-FFF2-40B4-BE49-F238E27FC236}">
                <a16:creationId xmlns:a16="http://schemas.microsoft.com/office/drawing/2014/main" id="{AC850D1A-C047-421C-9A1E-2F7AA613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3952875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LIVING WITHIN</a:t>
            </a:r>
          </a:p>
        </p:txBody>
      </p:sp>
      <p:sp>
        <p:nvSpPr>
          <p:cNvPr id="9" name="p12_r0_e99_8">
            <a:extLst xmlns:a="http://schemas.openxmlformats.org/drawingml/2006/main">
              <a:ext uri="{FF2B5EF4-FFF2-40B4-BE49-F238E27FC236}">
                <a16:creationId xmlns:a16="http://schemas.microsoft.com/office/drawing/2014/main" id="{1D515484-8582-4199-99C3-C5B2DEA8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293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Heroes III town reference • proposed change of perspective</a:t>
            </a:r>
          </a:p>
        </p:txBody>
      </p:sp>
    </p:spTree>
    <p:extLst>
      <p:ext uri="{BB962C8B-B14F-4D97-AF65-F5344CB8AC3E}">
        <p14:creationId xmlns:p14="http://schemas.microsoft.com/office/powerpoint/2010/main" val="752266871"/>
      </p:ext>
    </p:extLst>
  </p:cSld>
  <p:transition spd="fast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13_r0_e99_0">
            <a:extLst xmlns:a="http://schemas.openxmlformats.org/drawingml/2006/main">
              <a:ext uri="{FF2B5EF4-FFF2-40B4-BE49-F238E27FC236}">
                <a16:creationId xmlns:a16="http://schemas.microsoft.com/office/drawing/2014/main" id="{4DE8F12E-0D98-4555-85A8-BD681778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" name="p13_r0_e99_1">
            <a:extLst xmlns:a="http://schemas.openxmlformats.org/drawingml/2006/main">
              <a:ext uri="{FF2B5EF4-FFF2-40B4-BE49-F238E27FC236}">
                <a16:creationId xmlns:a16="http://schemas.microsoft.com/office/drawing/2014/main" id="{1A8EF153-9729-44AC-A19D-5D58BFAC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LIVE THERE. WATCH IT GROW.</a:t>
            </a:r>
          </a:p>
        </p:txBody>
      </p:sp>
      <p:pic>
        <p:nvPicPr>
          <p:cNvPr id="9" name="p13_r0_e99_2" descr="Laema presentation asset: townCro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3d093c5631407f"/>
          <a:stretch xmlns:a="http://schemas.openxmlformats.org/drawingml/2006/main"/>
        </p:blipFill>
        <p:spPr>
          <a:xfrm xmlns:a="http://schemas.openxmlformats.org/drawingml/2006/main">
            <a:off x="609600" y="2262090"/>
            <a:ext cx="5905500" cy="2771969"/>
          </a:xfrm>
          <a:prstGeom xmlns:a="http://schemas.openxmlformats.org/drawingml/2006/main" prst="rect">
            <a:avLst/>
          </a:prstGeom>
        </p:spPr>
      </p:pic>
      <p:sp>
        <p:nvSpPr>
          <p:cNvPr id="4" name="p13_r1_e99_3">
            <a:extLst xmlns:a="http://schemas.openxmlformats.org/drawingml/2006/main">
              <a:ext uri="{FF2B5EF4-FFF2-40B4-BE49-F238E27FC236}">
                <a16:creationId xmlns:a16="http://schemas.microsoft.com/office/drawing/2014/main" id="{39E6B31C-94B4-4776-9D5F-86174763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2524125"/>
            <a:ext cx="4238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BUILD IT</a:t>
            </a:r>
          </a:p>
          <a:p xmlns:a="http://schemas.openxmlformats.org/drawingml/2006/main">
            <a:pPr algn="l">
              <a:defRPr sz="277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OVER TIME</a:t>
            </a:r>
          </a:p>
        </p:txBody>
      </p:sp>
      <p:sp>
        <p:nvSpPr>
          <p:cNvPr id="5" name="p13_r2_e99_4">
            <a:extLst xmlns:a="http://schemas.openxmlformats.org/drawingml/2006/main">
              <a:ext uri="{FF2B5EF4-FFF2-40B4-BE49-F238E27FC236}">
                <a16:creationId xmlns:a16="http://schemas.microsoft.com/office/drawing/2014/main" id="{46F1E03A-E48F-4C70-8F2D-F1980114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286250"/>
            <a:ext cx="4238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SEE THE PROGRESS</a:t>
            </a:r>
          </a:p>
          <a:p xmlns:a="http://schemas.openxmlformats.org/drawingml/2006/main">
            <a:pPr algn="l">
              <a:defRPr sz="247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WHEN YOU RETURN</a:t>
            </a:r>
          </a:p>
        </p:txBody>
      </p:sp>
      <p:sp>
        <p:nvSpPr>
          <p:cNvPr id="6" name="p13_r0_e99_5">
            <a:extLst xmlns:a="http://schemas.openxmlformats.org/drawingml/2006/main">
              <a:ext uri="{FF2B5EF4-FFF2-40B4-BE49-F238E27FC236}">
                <a16:creationId xmlns:a16="http://schemas.microsoft.com/office/drawing/2014/main" id="{45DDFE01-6EE1-4F14-840F-2349442A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2579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Heroes III town reference • town growth is proposed game direction</a:t>
            </a:r>
          </a:p>
        </p:txBody>
      </p:sp>
    </p:spTree>
    <p:extLst>
      <p:ext uri="{BB962C8B-B14F-4D97-AF65-F5344CB8AC3E}">
        <p14:creationId xmlns:p14="http://schemas.microsoft.com/office/powerpoint/2010/main" val="1668103232"/>
      </p:ext>
    </p:extLst>
  </p:cSld>
  <p:transition spd="fast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" fill="hold">
                      <p:stCondLst>
                        <p:cond delay="indefinite"/>
                      </p:stCondLst>
                      <p:childTnLst>
                        <p:par>
                          <p:cTn id="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14_r0_e99_0">
            <a:extLst xmlns:a="http://schemas.openxmlformats.org/drawingml/2006/main">
              <a:ext uri="{FF2B5EF4-FFF2-40B4-BE49-F238E27FC236}">
                <a16:creationId xmlns:a16="http://schemas.microsoft.com/office/drawing/2014/main" id="{F46A598F-EEE1-4A51-9FCD-3179897B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2" name="p14_r0_e99_1">
            <a:extLst xmlns:a="http://schemas.openxmlformats.org/drawingml/2006/main">
              <a:ext uri="{FF2B5EF4-FFF2-40B4-BE49-F238E27FC236}">
                <a16:creationId xmlns:a16="http://schemas.microsoft.com/office/drawing/2014/main" id="{3BDA0D78-76BC-448F-A784-4E12315C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A LOCAL MYSTERY</a:t>
            </a:r>
          </a:p>
        </p:txBody>
      </p:sp>
      <p:pic>
        <p:nvPicPr>
          <p:cNvPr id="13" name="p14_r0_e99_2" descr="Laema presentation asset: townCro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bbafe5adf4151"/>
          <a:stretch xmlns:a="http://schemas.openxmlformats.org/drawingml/2006/main"/>
        </p:blipFill>
        <p:spPr>
          <a:xfrm xmlns:a="http://schemas.openxmlformats.org/drawingml/2006/main">
            <a:off x="609600" y="2554741"/>
            <a:ext cx="4333875" cy="2034268"/>
          </a:xfrm>
          <a:prstGeom xmlns:a="http://schemas.openxmlformats.org/drawingml/2006/main" prst="rect">
            <a:avLst/>
          </a:prstGeom>
        </p:spPr>
      </p:pic>
      <p:sp>
        <p:nvSpPr>
          <p:cNvPr id="4" name="p14_r0_e99_3">
            <a:extLst xmlns:a="http://schemas.openxmlformats.org/drawingml/2006/main">
              <a:ext uri="{FF2B5EF4-FFF2-40B4-BE49-F238E27FC236}">
                <a16:creationId xmlns:a16="http://schemas.microsoft.com/office/drawing/2014/main" id="{D39EB619-F366-46FE-871F-87AEEE5F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2578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Close to home</a:t>
            </a:r>
          </a:p>
        </p:txBody>
      </p:sp>
      <p:sp>
        <p:nvSpPr>
          <p:cNvPr id="5" name="p14_r1_e99_4">
            <a:extLst xmlns:a="http://schemas.openxmlformats.org/drawingml/2006/main">
              <a:ext uri="{FF2B5EF4-FFF2-40B4-BE49-F238E27FC236}">
                <a16:creationId xmlns:a16="http://schemas.microsoft.com/office/drawing/2014/main" id="{A9B94ED9-D896-4A68-A6A9-08180100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2381250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THE TRAIL LEADS OUTWARD</a:t>
            </a:r>
          </a:p>
        </p:txBody>
      </p:sp>
      <p:sp>
        <p:nvSpPr>
          <p:cNvPr id="6" name="p14_r1_e99_5">
            <a:extLst xmlns:a="http://schemas.openxmlformats.org/drawingml/2006/main">
              <a:ext uri="{FF2B5EF4-FFF2-40B4-BE49-F238E27FC236}">
                <a16:creationId xmlns:a16="http://schemas.microsoft.com/office/drawing/2014/main" id="{067419E0-3A14-4D87-8832-11D89E05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4450" y="3495675"/>
            <a:ext cx="556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7" name="p14_r1_e99_6">
            <a:extLst xmlns:a="http://schemas.openxmlformats.org/drawingml/2006/main">
              <a:ext uri="{FF2B5EF4-FFF2-40B4-BE49-F238E27FC236}">
                <a16:creationId xmlns:a16="http://schemas.microsoft.com/office/drawing/2014/main" id="{D570F4FF-5FE1-4395-876D-BBCC1B04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648950" y="34480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8" name="p14_r2_e99_7">
            <a:extLst xmlns:a="http://schemas.openxmlformats.org/drawingml/2006/main">
              <a:ext uri="{FF2B5EF4-FFF2-40B4-BE49-F238E27FC236}">
                <a16:creationId xmlns:a16="http://schemas.microsoft.com/office/drawing/2014/main" id="{2153F6E3-8BD0-4982-A04F-02D8501F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4019550"/>
            <a:ext cx="5524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A FAMILIAR</a:t>
            </a:r>
          </a:p>
          <a:p xmlns:a="http://schemas.openxmlformats.org/drawingml/2006/main">
            <a:pPr algn="l">
              <a:defRPr sz="232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HISTORICAL CONSEQUENCE</a:t>
            </a:r>
          </a:p>
        </p:txBody>
      </p:sp>
      <p:sp>
        <p:nvSpPr>
          <p:cNvPr id="9" name="p14_r2_e99_8">
            <a:extLst xmlns:a="http://schemas.openxmlformats.org/drawingml/2006/main">
              <a:ext uri="{FF2B5EF4-FFF2-40B4-BE49-F238E27FC236}">
                <a16:creationId xmlns:a16="http://schemas.microsoft.com/office/drawing/2014/main" id="{1217AB7C-547E-4790-92BE-5BE8C434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0" y="5076825"/>
            <a:ext cx="5572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The poison that will kill</a:t>
            </a:r>
          </a:p>
          <a:p xmlns:a="http://schemas.openxmlformats.org/drawingml/2006/main">
            <a:pPr algn="l">
              <a:defRPr sz="17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King Nicolas Gryphonheart</a:t>
            </a:r>
          </a:p>
        </p:txBody>
      </p:sp>
      <p:sp>
        <p:nvSpPr>
          <p:cNvPr id="10" name="p14_r0_e99_9">
            <a:extLst xmlns:a="http://schemas.openxmlformats.org/drawingml/2006/main">
              <a:ext uri="{FF2B5EF4-FFF2-40B4-BE49-F238E27FC236}">
                <a16:creationId xmlns:a16="http://schemas.microsoft.com/office/drawing/2014/main" id="{8C1C551C-4DBF-47CD-BB39-19D3E50E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3627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Heroes III town reference • proposed narrative</a:t>
            </a:r>
          </a:p>
        </p:txBody>
      </p:sp>
    </p:spTree>
    <p:extLst>
      <p:ext uri="{BB962C8B-B14F-4D97-AF65-F5344CB8AC3E}">
        <p14:creationId xmlns:p14="http://schemas.microsoft.com/office/powerpoint/2010/main" val="1262081924"/>
      </p:ext>
    </p:extLst>
  </p:cSld>
  <p:transition spd="fast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15_r0_e99_0">
            <a:extLst xmlns:a="http://schemas.openxmlformats.org/drawingml/2006/main">
              <a:ext uri="{FF2B5EF4-FFF2-40B4-BE49-F238E27FC236}">
                <a16:creationId xmlns:a16="http://schemas.microsoft.com/office/drawing/2014/main" id="{D6768F93-9833-4F2D-9DA2-1DB6EA9B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2" name="p15_r0_e99_1">
            <a:extLst xmlns:a="http://schemas.openxmlformats.org/drawingml/2006/main">
              <a:ext uri="{FF2B5EF4-FFF2-40B4-BE49-F238E27FC236}">
                <a16:creationId xmlns:a16="http://schemas.microsoft.com/office/drawing/2014/main" id="{2F4FFE87-FF44-477C-AE6B-F75AA33A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EXPLORE THE HEROES WORLD</a:t>
            </a:r>
          </a:p>
        </p:txBody>
      </p:sp>
      <p:pic>
        <p:nvPicPr>
          <p:cNvPr id="14" name="p15_r0_e99_2" descr="Laema presentation asset: townCro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49b52e3e54693"/>
          <a:stretch xmlns:a="http://schemas.openxmlformats.org/drawingml/2006/main"/>
        </p:blipFill>
        <p:spPr>
          <a:xfrm xmlns:a="http://schemas.openxmlformats.org/drawingml/2006/main">
            <a:off x="6953250" y="1951167"/>
            <a:ext cx="4572000" cy="2146041"/>
          </a:xfrm>
          <a:prstGeom xmlns:a="http://schemas.openxmlformats.org/drawingml/2006/main" prst="rect">
            <a:avLst/>
          </a:prstGeom>
        </p:spPr>
      </p:pic>
      <p:sp>
        <p:nvSpPr>
          <p:cNvPr id="4" name="p15_r1_e99_3">
            <a:extLst xmlns:a="http://schemas.openxmlformats.org/drawingml/2006/main">
              <a:ext uri="{FF2B5EF4-FFF2-40B4-BE49-F238E27FC236}">
                <a16:creationId xmlns:a16="http://schemas.microsoft.com/office/drawing/2014/main" id="{F83D2E31-0BAF-471F-A3F9-7F0F773D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133600"/>
            <a:ext cx="6048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ADVENTURE-MAP POIs</a:t>
            </a:r>
          </a:p>
          <a:p xmlns:a="http://schemas.openxmlformats.org/drawingml/2006/main">
            <a:pPr algn="l">
              <a:defRPr sz="27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→ REAL PLACES</a:t>
            </a:r>
          </a:p>
        </p:txBody>
      </p:sp>
      <p:sp>
        <p:nvSpPr>
          <p:cNvPr id="5" name="p15_r1_e99_4">
            <a:extLst xmlns:a="http://schemas.openxmlformats.org/drawingml/2006/main">
              <a:ext uri="{FF2B5EF4-FFF2-40B4-BE49-F238E27FC236}">
                <a16:creationId xmlns:a16="http://schemas.microsoft.com/office/drawing/2014/main" id="{4C4071E6-2841-48AB-B2BE-060810AC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238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Point of interest</a:t>
            </a:r>
          </a:p>
        </p:txBody>
      </p:sp>
      <p:sp>
        <p:nvSpPr>
          <p:cNvPr id="6" name="p15_r1_e99_5">
            <a:extLst xmlns:a="http://schemas.openxmlformats.org/drawingml/2006/main">
              <a:ext uri="{FF2B5EF4-FFF2-40B4-BE49-F238E27FC236}">
                <a16:creationId xmlns:a16="http://schemas.microsoft.com/office/drawing/2014/main" id="{C5123E12-154F-4A89-BC77-1D8AB6B2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71875" y="441960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7" name="p15_r1_e99_6">
            <a:extLst xmlns:a="http://schemas.openxmlformats.org/drawingml/2006/main">
              <a:ext uri="{FF2B5EF4-FFF2-40B4-BE49-F238E27FC236}">
                <a16:creationId xmlns:a16="http://schemas.microsoft.com/office/drawing/2014/main" id="{C17A3432-A1AC-4CF0-9FD8-9CD46F43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00825" y="43719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8" name="p15_r1_e99_7">
            <a:extLst xmlns:a="http://schemas.openxmlformats.org/drawingml/2006/main">
              <a:ext uri="{FF2B5EF4-FFF2-40B4-BE49-F238E27FC236}">
                <a16:creationId xmlns:a16="http://schemas.microsoft.com/office/drawing/2014/main" id="{8E5F4F69-0193-44E1-8FDC-DEB35BDD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423862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Place to explore</a:t>
            </a:r>
          </a:p>
        </p:txBody>
      </p:sp>
      <p:sp>
        <p:nvSpPr>
          <p:cNvPr id="9" name="p15_r2_e99_8">
            <a:extLst xmlns:a="http://schemas.openxmlformats.org/drawingml/2006/main">
              <a:ext uri="{FF2B5EF4-FFF2-40B4-BE49-F238E27FC236}">
                <a16:creationId xmlns:a16="http://schemas.microsoft.com/office/drawing/2014/main" id="{8E70593A-60F2-4A09-AB0D-19008741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810125"/>
            <a:ext cx="10810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SAME WORLD. NEW PERSPECTIVE.</a:t>
            </a:r>
          </a:p>
        </p:txBody>
      </p:sp>
      <p:sp>
        <p:nvSpPr>
          <p:cNvPr id="10" name="p15_r3_e99_9">
            <a:extLst xmlns:a="http://schemas.openxmlformats.org/drawingml/2006/main">
              <a:ext uri="{FF2B5EF4-FFF2-40B4-BE49-F238E27FC236}">
                <a16:creationId xmlns:a16="http://schemas.microsoft.com/office/drawing/2014/main" id="{F602FC19-A0A2-40A9-B937-0F16B6DA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388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BBC7A"/>
                </a:solidFill>
                <a:latin typeface="Aptos"/>
                <a:ea typeface="Aptos"/>
                <a:cs typeface="Aptos"/>
              </a:rPr>
              <a:t>INVESTIGATION DRIVES EXPLORATION</a:t>
            </a:r>
          </a:p>
        </p:txBody>
      </p:sp>
      <p:sp>
        <p:nvSpPr>
          <p:cNvPr id="11" name="p15_r0_e99_10">
            <a:extLst xmlns:a="http://schemas.openxmlformats.org/drawingml/2006/main">
              <a:ext uri="{FF2B5EF4-FFF2-40B4-BE49-F238E27FC236}">
                <a16:creationId xmlns:a16="http://schemas.microsoft.com/office/drawing/2014/main" id="{E828C271-F844-4944-8E50-E11E2B99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579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Schematic relationship • Heroes III town reference</a:t>
            </a:r>
          </a:p>
        </p:txBody>
      </p:sp>
    </p:spTree>
    <p:extLst>
      <p:ext uri="{BB962C8B-B14F-4D97-AF65-F5344CB8AC3E}">
        <p14:creationId xmlns:p14="http://schemas.microsoft.com/office/powerpoint/2010/main" val="819559252"/>
      </p:ext>
    </p:extLst>
  </p:cSld>
  <p:transition spd="fast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16_r0_e99_0">
            <a:extLst xmlns:a="http://schemas.openxmlformats.org/drawingml/2006/main">
              <a:ext uri="{FF2B5EF4-FFF2-40B4-BE49-F238E27FC236}">
                <a16:creationId xmlns:a16="http://schemas.microsoft.com/office/drawing/2014/main" id="{CD333FE7-C002-4DF0-A702-B87234B2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" name="p16_r0_e99_1">
            <a:extLst xmlns:a="http://schemas.openxmlformats.org/drawingml/2006/main">
              <a:ext uri="{FF2B5EF4-FFF2-40B4-BE49-F238E27FC236}">
                <a16:creationId xmlns:a16="http://schemas.microsoft.com/office/drawing/2014/main" id="{6A1E80EF-FC27-4E79-8B9B-B40B64FB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4350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THE STORY BEHIND THE RUINS</a:t>
            </a:r>
          </a:p>
        </p:txBody>
      </p:sp>
      <p:sp>
        <p:nvSpPr>
          <p:cNvPr id="3" name="p16_r1_e4_2">
            <a:extLst xmlns:a="http://schemas.openxmlformats.org/drawingml/2006/main">
              <a:ext uri="{FF2B5EF4-FFF2-40B4-BE49-F238E27FC236}">
                <a16:creationId xmlns:a16="http://schemas.microsoft.com/office/drawing/2014/main" id="{FB252F9E-DECB-42D2-8BEC-C4506E7B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76225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THE NEARBY</a:t>
            </a:r>
          </a:p>
          <a:p xmlns:a="http://schemas.openxmlformats.org/drawingml/2006/main">
            <a:pPr algn="l">
              <a:defRPr sz="24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CITY FALLS</a:t>
            </a:r>
          </a:p>
        </p:txBody>
      </p:sp>
      <p:sp>
        <p:nvSpPr>
          <p:cNvPr id="4" name="p16_r2_e4_3">
            <a:extLst xmlns:a="http://schemas.openxmlformats.org/drawingml/2006/main">
              <a:ext uri="{FF2B5EF4-FFF2-40B4-BE49-F238E27FC236}">
                <a16:creationId xmlns:a16="http://schemas.microsoft.com/office/drawing/2014/main" id="{990B9AFE-C0DA-42FA-95AF-96172253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19475" y="4152900"/>
            <a:ext cx="828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5" name="p16_r2_e4_4">
            <a:extLst xmlns:a="http://schemas.openxmlformats.org/drawingml/2006/main">
              <a:ext uri="{FF2B5EF4-FFF2-40B4-BE49-F238E27FC236}">
                <a16:creationId xmlns:a16="http://schemas.microsoft.com/office/drawing/2014/main" id="{F365BA93-7E41-4E82-8973-D5906787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210050" y="4105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6" name="p16_r2_e4_5">
            <a:extLst xmlns:a="http://schemas.openxmlformats.org/drawingml/2006/main">
              <a:ext uri="{FF2B5EF4-FFF2-40B4-BE49-F238E27FC236}">
                <a16:creationId xmlns:a16="http://schemas.microsoft.com/office/drawing/2014/main" id="{EE217BC8-482D-46F8-81B3-6E76076F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276225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SURVIVORS</a:t>
            </a:r>
          </a:p>
          <a:p xmlns:a="http://schemas.openxmlformats.org/drawingml/2006/main">
            <a:pPr algn="l">
              <a:defRPr sz="24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RETREAT HOME</a:t>
            </a:r>
          </a:p>
        </p:txBody>
      </p:sp>
      <p:sp>
        <p:nvSpPr>
          <p:cNvPr id="7" name="p16_r3_e4_6">
            <a:extLst xmlns:a="http://schemas.openxmlformats.org/drawingml/2006/main">
              <a:ext uri="{FF2B5EF4-FFF2-40B4-BE49-F238E27FC236}">
                <a16:creationId xmlns:a16="http://schemas.microsoft.com/office/drawing/2014/main" id="{15399DEE-1A9B-4E5F-B11F-5D8571021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6625" y="4152900"/>
            <a:ext cx="828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8" name="p16_r3_e4_7">
            <a:extLst xmlns:a="http://schemas.openxmlformats.org/drawingml/2006/main">
              <a:ext uri="{FF2B5EF4-FFF2-40B4-BE49-F238E27FC236}">
                <a16:creationId xmlns:a16="http://schemas.microsoft.com/office/drawing/2014/main" id="{E684A8AA-8D57-4FE5-A518-946DBE22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77200" y="4105275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F5564"/>
          </a:solidFill>
          <a:ln xmlns:a="http://schemas.openxmlformats.org/drawingml/2006/main" w="0">
            <a:noFill/>
          </a:ln>
        </p:spPr>
      </p:sp>
      <p:sp>
        <p:nvSpPr>
          <p:cNvPr id="9" name="p16_r3_e4_8">
            <a:extLst xmlns:a="http://schemas.openxmlformats.org/drawingml/2006/main">
              <a:ext uri="{FF2B5EF4-FFF2-40B4-BE49-F238E27FC236}">
                <a16:creationId xmlns:a16="http://schemas.microsoft.com/office/drawing/2014/main" id="{E4B711F0-1D0D-4CC6-AF96-3C3FE0A0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276225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FINAL DEFENCE:</a:t>
            </a:r>
          </a:p>
          <a:p xmlns:a="http://schemas.openxmlformats.org/drawingml/2006/main">
            <a:pPr algn="l">
              <a:defRPr sz="24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THE TOWN</a:t>
            </a:r>
          </a:p>
        </p:txBody>
      </p:sp>
      <p:sp>
        <p:nvSpPr>
          <p:cNvPr id="10" name="p16_r1_e4_9">
            <a:extLst xmlns:a="http://schemas.openxmlformats.org/drawingml/2006/main">
              <a:ext uri="{FF2B5EF4-FFF2-40B4-BE49-F238E27FC236}">
                <a16:creationId xmlns:a16="http://schemas.microsoft.com/office/drawing/2014/main" id="{CD1191D8-0D26-45DC-B8E5-D63C314F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486275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Nearby city</a:t>
            </a:r>
          </a:p>
        </p:txBody>
      </p:sp>
      <p:sp>
        <p:nvSpPr>
          <p:cNvPr id="11" name="p16_r2_e4_10">
            <a:extLst xmlns:a="http://schemas.openxmlformats.org/drawingml/2006/main">
              <a:ext uri="{FF2B5EF4-FFF2-40B4-BE49-F238E27FC236}">
                <a16:creationId xmlns:a16="http://schemas.microsoft.com/office/drawing/2014/main" id="{84BD018D-1C09-497F-8C77-934CBF8F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4486275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Retreat</a:t>
            </a:r>
          </a:p>
        </p:txBody>
      </p:sp>
      <p:sp>
        <p:nvSpPr>
          <p:cNvPr id="12" name="p16_r3_e4_11">
            <a:extLst xmlns:a="http://schemas.openxmlformats.org/drawingml/2006/main">
              <a:ext uri="{FF2B5EF4-FFF2-40B4-BE49-F238E27FC236}">
                <a16:creationId xmlns:a16="http://schemas.microsoft.com/office/drawing/2014/main" id="{D3B078BD-AAF2-4D28-A9E2-958ABB56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486275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Home town</a:t>
            </a:r>
          </a:p>
        </p:txBody>
      </p:sp>
      <p:sp>
        <p:nvSpPr>
          <p:cNvPr id="13" name="p16_r4_e99_12">
            <a:extLst xmlns:a="http://schemas.openxmlformats.org/drawingml/2006/main">
              <a:ext uri="{FF2B5EF4-FFF2-40B4-BE49-F238E27FC236}">
                <a16:creationId xmlns:a16="http://schemas.microsoft.com/office/drawing/2014/main" id="{8187BEBF-1E84-4CE7-8644-C7CB0456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0288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0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3750" b="0">
                <a:solidFill>
                  <a:srgbClr val="AAB8BF"/>
                </a:solidFill>
                <a:latin typeface="Aptos"/>
                <a:ea typeface="Aptos"/>
                <a:cs typeface="Aptos"/>
              </a:rPr>
              <a:t>LATER...</a:t>
            </a:r>
          </a:p>
        </p:txBody>
      </p:sp>
      <p:sp>
        <p:nvSpPr>
          <p:cNvPr id="14" name="p16_r4_e99_13">
            <a:extLst xmlns:a="http://schemas.openxmlformats.org/drawingml/2006/main">
              <a:ext uri="{FF2B5EF4-FFF2-40B4-BE49-F238E27FC236}">
                <a16:creationId xmlns:a16="http://schemas.microsoft.com/office/drawing/2014/main" id="{398FF16F-C160-43EE-97D2-E2E26788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3286125"/>
            <a:ext cx="0" cy="2514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F5564"/>
            </a:solidFill>
          </a:ln>
        </p:spPr>
      </p:sp>
      <p:sp>
        <p:nvSpPr>
          <p:cNvPr id="15" name="p16_r4_e99_14">
            <a:extLst xmlns:a="http://schemas.openxmlformats.org/drawingml/2006/main">
              <a:ext uri="{FF2B5EF4-FFF2-40B4-BE49-F238E27FC236}">
                <a16:creationId xmlns:a16="http://schemas.microsoft.com/office/drawing/2014/main" id="{4863159A-F871-4661-A458-2DDF5247C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7150" y="3781425"/>
            <a:ext cx="3714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AAB8BF"/>
                </a:solidFill>
                <a:latin typeface="Aptos"/>
                <a:ea typeface="Aptos"/>
                <a:cs typeface="Aptos"/>
              </a:rPr>
              <a:t>THE RUINED</a:t>
            </a:r>
          </a:p>
          <a:p xmlns:a="http://schemas.openxmlformats.org/drawingml/2006/main">
            <a:pPr algn="l">
              <a:defRPr sz="3150" b="1">
                <a:solidFill>
                  <a:srgbClr val="AAB8B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AAB8BF"/>
                </a:solidFill>
                <a:latin typeface="Aptos"/>
                <a:ea typeface="Aptos"/>
                <a:cs typeface="Aptos"/>
              </a:rPr>
              <a:t>CITY</a:t>
            </a:r>
          </a:p>
        </p:txBody>
      </p:sp>
      <p:sp>
        <p:nvSpPr>
          <p:cNvPr id="16" name="p16_r5_e99_15">
            <a:extLst xmlns:a="http://schemas.openxmlformats.org/drawingml/2006/main">
              <a:ext uri="{FF2B5EF4-FFF2-40B4-BE49-F238E27FC236}">
                <a16:creationId xmlns:a16="http://schemas.microsoft.com/office/drawing/2014/main" id="{B1E24076-C8CF-4E40-9E4C-F1EB3CE0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467100"/>
            <a:ext cx="5524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HEROES III</a:t>
            </a:r>
          </a:p>
          <a:p xmlns:a="http://schemas.openxmlformats.org/drawingml/2006/main">
            <a:pPr algn="l">
              <a:defRPr sz="450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BEGINS</a:t>
            </a:r>
          </a:p>
        </p:txBody>
      </p:sp>
      <p:sp>
        <p:nvSpPr>
          <p:cNvPr id="17" name="p16_r5_e99_16">
            <a:extLst xmlns:a="http://schemas.openxmlformats.org/drawingml/2006/main">
              <a:ext uri="{FF2B5EF4-FFF2-40B4-BE49-F238E27FC236}">
                <a16:creationId xmlns:a16="http://schemas.microsoft.com/office/drawing/2014/main" id="{4328BDCA-FB4C-418E-9C83-D51977EE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5229225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BBC7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BBC7A"/>
                </a:solidFill>
                <a:latin typeface="Aptos"/>
                <a:ea typeface="Aptos"/>
                <a:cs typeface="Aptos"/>
              </a:rPr>
              <a:t>The Restoration of Erathia</a:t>
            </a:r>
          </a:p>
        </p:txBody>
      </p:sp>
    </p:spTree>
    <p:extLst>
      <p:ext uri="{BB962C8B-B14F-4D97-AF65-F5344CB8AC3E}">
        <p14:creationId xmlns:p14="http://schemas.microsoft.com/office/powerpoint/2010/main" val="1833213708"/>
      </p:ext>
    </p:extLst>
  </p:cSld>
  <p:transition spd="fast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1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17_r0_e99_0">
            <a:extLst xmlns:a="http://schemas.openxmlformats.org/drawingml/2006/main">
              <a:ext uri="{FF2B5EF4-FFF2-40B4-BE49-F238E27FC236}">
                <a16:creationId xmlns:a16="http://schemas.microsoft.com/office/drawing/2014/main" id="{C1CA116B-5399-42E1-9518-CD9AD906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448425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F5564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F556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2" name="p17_r0_e99_1">
            <a:extLst xmlns:a="http://schemas.openxmlformats.org/drawingml/2006/main">
              <a:ext uri="{FF2B5EF4-FFF2-40B4-BE49-F238E27FC236}">
                <a16:creationId xmlns:a16="http://schemas.microsoft.com/office/drawing/2014/main" id="{F79FEBD1-86D1-46A3-9239-664E9A0F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9144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650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7650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LAEMA</a:t>
            </a:r>
          </a:p>
        </p:txBody>
      </p:sp>
      <p:sp>
        <p:nvSpPr>
          <p:cNvPr id="3" name="p17_r1_e99_2">
            <a:extLst xmlns:a="http://schemas.openxmlformats.org/drawingml/2006/main">
              <a:ext uri="{FF2B5EF4-FFF2-40B4-BE49-F238E27FC236}">
                <a16:creationId xmlns:a16="http://schemas.microsoft.com/office/drawing/2014/main" id="{D46796AD-6948-450E-8583-037E5F1B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7432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07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MASTER MIGHT &amp; MAGIC</a:t>
            </a:r>
          </a:p>
          <a:p xmlns:a="http://schemas.openxmlformats.org/drawingml/2006/main">
            <a:pPr algn="l">
              <a:defRPr sz="307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07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AS ONE COMBAT SYSTEM</a:t>
            </a:r>
          </a:p>
        </p:txBody>
      </p:sp>
      <p:sp>
        <p:nvSpPr>
          <p:cNvPr id="4" name="p17_r2_e99_3">
            <a:extLst xmlns:a="http://schemas.openxmlformats.org/drawingml/2006/main">
              <a:ext uri="{FF2B5EF4-FFF2-40B4-BE49-F238E27FC236}">
                <a16:creationId xmlns:a16="http://schemas.microsoft.com/office/drawing/2014/main" id="{CC0074B4-4E12-49C6-B2C7-25179250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6482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F3EEE4"/>
                </a:solidFill>
                <a:latin typeface="Aptos"/>
                <a:ea typeface="Aptos"/>
                <a:cs typeface="Aptos"/>
              </a:defRPr>
            </a:pPr>
            <a:r>
              <a:rPr sz="3075" b="1">
                <a:solidFill>
                  <a:srgbClr val="F3EEE4"/>
                </a:solidFill>
                <a:latin typeface="Aptos"/>
                <a:ea typeface="Aptos"/>
                <a:cs typeface="Aptos"/>
              </a:rPr>
              <a:t>LIVE INSIDE A HEROES WORLD</a:t>
            </a:r>
          </a:p>
        </p:txBody>
      </p:sp>
      <p:pic>
        <p:nvPicPr>
          <p:cNvPr id="10" name="p17_r1_e99_4" descr="Laema presentation asset: fire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f316c700f467c"/>
          <a:stretch xmlns:a="http://schemas.openxmlformats.org/drawingml/2006/main"/>
        </p:blipFill>
        <p:spPr>
          <a:xfrm xmlns:a="http://schemas.openxmlformats.org/drawingml/2006/main">
            <a:off x="9953625" y="1614488"/>
            <a:ext cx="1381125" cy="138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103516"/>
      </p:ext>
    </p:extLst>
  </p:cSld>
  <p:transition spd="fast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2026-09-08T02:13:32.8380000Z</dcterms:created>
  <dcterms:modified xsi:type="dcterms:W3CDTF">2026-09-08T02:13:32.8380000Z</dcterms:modified>
</coreProperties>
</file>