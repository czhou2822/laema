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c5ad04e705ee46da" /><Relationship Type="http://schemas.openxmlformats.org/officeDocument/2006/relationships/extended-properties" Target="/docProps/app.xml" Id="R6b64b2722af149c7" /><Relationship Type="http://schemas.openxmlformats.org/officeDocument/2006/relationships/officeDocument" Target="/ppt/presentation.xml" Id="Re854628005014b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6e5cfbd78f4286"/>
  </p:sldMasterIdLst>
  <p:notesMasterIdLst>
    <p:notesMasterId xmlns:r="http://schemas.openxmlformats.org/officeDocument/2006/relationships" r:id="Rd3391a60361f4c70"/>
  </p:notesMasterIdLst>
  <p:sldIdLst>
    <p:sldId xmlns:r="http://schemas.openxmlformats.org/officeDocument/2006/relationships" id="256" r:id="Rf2f412076ee34080"/>
    <p:sldId xmlns:r="http://schemas.openxmlformats.org/officeDocument/2006/relationships" id="257" r:id="R5e50dd970d0e4367"/>
    <p:sldId xmlns:r="http://schemas.openxmlformats.org/officeDocument/2006/relationships" id="258" r:id="R87d2d41364c94d3f"/>
    <p:sldId xmlns:r="http://schemas.openxmlformats.org/officeDocument/2006/relationships" id="259" r:id="Rd741506b1ae841ab"/>
    <p:sldId xmlns:r="http://schemas.openxmlformats.org/officeDocument/2006/relationships" id="260" r:id="R03456a71bb3544f1"/>
    <p:sldId xmlns:r="http://schemas.openxmlformats.org/officeDocument/2006/relationships" id="261" r:id="Rc5befae9c1464269"/>
    <p:sldId xmlns:r="http://schemas.openxmlformats.org/officeDocument/2006/relationships" id="262" r:id="R073a866345624e10"/>
    <p:sldId xmlns:r="http://schemas.openxmlformats.org/officeDocument/2006/relationships" id="263" r:id="Rbbe43d85118e4433"/>
    <p:sldId xmlns:r="http://schemas.openxmlformats.org/officeDocument/2006/relationships" id="264" r:id="R1d223b66315b47ed"/>
    <p:sldId xmlns:r="http://schemas.openxmlformats.org/officeDocument/2006/relationships" id="265" r:id="Re61b69749cb04f59"/>
    <p:sldId xmlns:r="http://schemas.openxmlformats.org/officeDocument/2006/relationships" id="266" r:id="R594a8c277d324162"/>
    <p:sldId xmlns:r="http://schemas.openxmlformats.org/officeDocument/2006/relationships" id="267" r:id="R7f4e4ac11d7e4f1f"/>
    <p:sldId xmlns:r="http://schemas.openxmlformats.org/officeDocument/2006/relationships" id="268" r:id="Rbb03bf92d30542c2"/>
    <p:sldId xmlns:r="http://schemas.openxmlformats.org/officeDocument/2006/relationships" id="269" r:id="R3099244b4ef443b7"/>
    <p:sldId xmlns:r="http://schemas.openxmlformats.org/officeDocument/2006/relationships" id="270" r:id="R4ef3c39dc62442e9"/>
    <p:sldId xmlns:r="http://schemas.openxmlformats.org/officeDocument/2006/relationships" id="271" r:id="R62ceba846ae9439c"/>
    <p:sldId xmlns:r="http://schemas.openxmlformats.org/officeDocument/2006/relationships" id="272" r:id="R6e5ae827ea444585"/>
    <p:sldId xmlns:r="http://schemas.openxmlformats.org/officeDocument/2006/relationships" id="273" r:id="R9ce4ae6c6d8140a8"/>
    <p:sldId xmlns:r="http://schemas.openxmlformats.org/officeDocument/2006/relationships" id="274" r:id="R0f63b6502af64e16"/>
    <p:sldId xmlns:r="http://schemas.openxmlformats.org/officeDocument/2006/relationships" id="275" r:id="R62604202949d416b"/>
    <p:sldId xmlns:r="http://schemas.openxmlformats.org/officeDocument/2006/relationships" id="276" r:id="Rb43571e847e74ed0"/>
    <p:sldId xmlns:r="http://schemas.openxmlformats.org/officeDocument/2006/relationships" id="277" r:id="R641cabcd5fb94ca5"/>
    <p:sldId xmlns:r="http://schemas.openxmlformats.org/officeDocument/2006/relationships" id="278" r:id="R3db76c84626e4895"/>
    <p:sldId xmlns:r="http://schemas.openxmlformats.org/officeDocument/2006/relationships" id="279" r:id="R8683eceb98334d27"/>
    <p:sldId xmlns:r="http://schemas.openxmlformats.org/officeDocument/2006/relationships" id="280" r:id="R717582210f0b4063"/>
    <p:sldId xmlns:r="http://schemas.openxmlformats.org/officeDocument/2006/relationships" id="281" r:id="R86b0a63101c94089"/>
    <p:sldId xmlns:r="http://schemas.openxmlformats.org/officeDocument/2006/relationships" id="282" r:id="Ra9716611ffa7449b"/>
    <p:sldId xmlns:r="http://schemas.openxmlformats.org/officeDocument/2006/relationships" id="283" r:id="Rb3035dd0aeb14de8"/>
    <p:sldId xmlns:r="http://schemas.openxmlformats.org/officeDocument/2006/relationships" id="284" r:id="R84e731f674524a8c"/>
    <p:sldId xmlns:r="http://schemas.openxmlformats.org/officeDocument/2006/relationships" id="285" r:id="R059704800d95446f"/>
    <p:sldId xmlns:r="http://schemas.openxmlformats.org/officeDocument/2006/relationships" id="286" r:id="R88f99682f7c94c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40fe65255a794f54" /><Relationship Type="http://schemas.openxmlformats.org/officeDocument/2006/relationships/slideMaster" Target="/ppt/slideMasters/slideMaster1.xml" Id="R3d6e5cfbd78f4286" /><Relationship Type="http://schemas.openxmlformats.org/officeDocument/2006/relationships/notesMaster" Target="/ppt/notesMasters/notesMaster1.xml" Id="Rd3391a60361f4c70" /><Relationship Type="http://schemas.openxmlformats.org/officeDocument/2006/relationships/presProps" Target="/ppt/presProps.xml" Id="Re1b5c5a3e98347d9" /><Relationship Type="http://schemas.openxmlformats.org/officeDocument/2006/relationships/tableStyles" Target="/ppt/tableStyles.xml" Id="R8c30f8ae179c4fc8" /><Relationship Type="http://schemas.openxmlformats.org/officeDocument/2006/relationships/slide" Target="/ppt/slides/slide1.xml" Id="Rf2f412076ee34080" /><Relationship Type="http://schemas.openxmlformats.org/officeDocument/2006/relationships/slide" Target="/ppt/slides/slide2.xml" Id="R5e50dd970d0e4367" /><Relationship Type="http://schemas.openxmlformats.org/officeDocument/2006/relationships/slide" Target="/ppt/slides/slide3.xml" Id="R87d2d41364c94d3f" /><Relationship Type="http://schemas.openxmlformats.org/officeDocument/2006/relationships/slide" Target="/ppt/slides/slide4.xml" Id="Rd741506b1ae841ab" /><Relationship Type="http://schemas.openxmlformats.org/officeDocument/2006/relationships/slide" Target="/ppt/slides/slide5.xml" Id="R03456a71bb3544f1" /><Relationship Type="http://schemas.openxmlformats.org/officeDocument/2006/relationships/slide" Target="/ppt/slides/slide6.xml" Id="Rc5befae9c1464269" /><Relationship Type="http://schemas.openxmlformats.org/officeDocument/2006/relationships/slide" Target="/ppt/slides/slide7.xml" Id="R073a866345624e10" /><Relationship Type="http://schemas.openxmlformats.org/officeDocument/2006/relationships/slide" Target="/ppt/slides/slide8.xml" Id="Rbbe43d85118e4433" /><Relationship Type="http://schemas.openxmlformats.org/officeDocument/2006/relationships/slide" Target="/ppt/slides/slide9.xml" Id="R1d223b66315b47ed" /><Relationship Type="http://schemas.openxmlformats.org/officeDocument/2006/relationships/slide" Target="/ppt/slides/slide10.xml" Id="Re61b69749cb04f59" /><Relationship Type="http://schemas.openxmlformats.org/officeDocument/2006/relationships/slide" Target="/ppt/slides/slide11.xml" Id="R594a8c277d324162" /><Relationship Type="http://schemas.openxmlformats.org/officeDocument/2006/relationships/slide" Target="/ppt/slides/slide12.xml" Id="R7f4e4ac11d7e4f1f" /><Relationship Type="http://schemas.openxmlformats.org/officeDocument/2006/relationships/slide" Target="/ppt/slides/slide13.xml" Id="Rbb03bf92d30542c2" /><Relationship Type="http://schemas.openxmlformats.org/officeDocument/2006/relationships/slide" Target="/ppt/slides/slide14.xml" Id="R3099244b4ef443b7" /><Relationship Type="http://schemas.openxmlformats.org/officeDocument/2006/relationships/slide" Target="/ppt/slides/slide15.xml" Id="R4ef3c39dc62442e9" /><Relationship Type="http://schemas.openxmlformats.org/officeDocument/2006/relationships/slide" Target="/ppt/slides/slide16.xml" Id="R62ceba846ae9439c" /><Relationship Type="http://schemas.openxmlformats.org/officeDocument/2006/relationships/slide" Target="/ppt/slides/slide17.xml" Id="R6e5ae827ea444585" /><Relationship Type="http://schemas.openxmlformats.org/officeDocument/2006/relationships/slide" Target="/ppt/slides/slide18.xml" Id="R9ce4ae6c6d8140a8" /><Relationship Type="http://schemas.openxmlformats.org/officeDocument/2006/relationships/slide" Target="/ppt/slides/slide19.xml" Id="R0f63b6502af64e16" /><Relationship Type="http://schemas.openxmlformats.org/officeDocument/2006/relationships/slide" Target="/ppt/slides/slide20.xml" Id="R62604202949d416b" /><Relationship Type="http://schemas.openxmlformats.org/officeDocument/2006/relationships/slide" Target="/ppt/slides/slide21.xml" Id="Rb43571e847e74ed0" /><Relationship Type="http://schemas.openxmlformats.org/officeDocument/2006/relationships/slide" Target="/ppt/slides/slide22.xml" Id="R641cabcd5fb94ca5" /><Relationship Type="http://schemas.openxmlformats.org/officeDocument/2006/relationships/slide" Target="/ppt/slides/slide23.xml" Id="R3db76c84626e4895" /><Relationship Type="http://schemas.openxmlformats.org/officeDocument/2006/relationships/slide" Target="/ppt/slides/slide24.xml" Id="R8683eceb98334d27" /><Relationship Type="http://schemas.openxmlformats.org/officeDocument/2006/relationships/slide" Target="/ppt/slides/slide25.xml" Id="R717582210f0b4063" /><Relationship Type="http://schemas.openxmlformats.org/officeDocument/2006/relationships/slide" Target="/ppt/slides/slide26.xml" Id="R86b0a63101c94089" /><Relationship Type="http://schemas.openxmlformats.org/officeDocument/2006/relationships/slide" Target="/ppt/slides/slide27.xml" Id="Ra9716611ffa7449b" /><Relationship Type="http://schemas.openxmlformats.org/officeDocument/2006/relationships/slide" Target="/ppt/slides/slide28.xml" Id="Rb3035dd0aeb14de8" /><Relationship Type="http://schemas.openxmlformats.org/officeDocument/2006/relationships/slide" Target="/ppt/slides/slide29.xml" Id="R84e731f674524a8c" /><Relationship Type="http://schemas.openxmlformats.org/officeDocument/2006/relationships/slide" Target="/ppt/slides/slide30.xml" Id="R059704800d95446f" /><Relationship Type="http://schemas.openxmlformats.org/officeDocument/2006/relationships/slide" Target="/ppt/slides/slide31.xml" Id="R88f99682f7c94cfc" /></Relationships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7e5e207a8d4f43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847f3ddf5d8d4cf9" /><Relationship Type="http://schemas.openxmlformats.org/officeDocument/2006/relationships/notesMaster" Target="/ppt/notesMasters/notesMaster1.xml" Id="R9b84dbe0de814a7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e715189dff7645c0" /><Relationship Type="http://schemas.openxmlformats.org/officeDocument/2006/relationships/notesMaster" Target="/ppt/notesMasters/notesMaster1.xml" Id="R21caf29ffbd84d35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2d72e0da62914bfc" /><Relationship Type="http://schemas.openxmlformats.org/officeDocument/2006/relationships/notesMaster" Target="/ppt/notesMasters/notesMaster1.xml" Id="Rc5859d4f70b2428c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5f6a9a1d2b7b41f3" /><Relationship Type="http://schemas.openxmlformats.org/officeDocument/2006/relationships/notesMaster" Target="/ppt/notesMasters/notesMaster1.xml" Id="Rdacc066f29664cd5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c907aa9e9ca849a3" /><Relationship Type="http://schemas.openxmlformats.org/officeDocument/2006/relationships/notesMaster" Target="/ppt/notesMasters/notesMaster1.xml" Id="R2b7255c84b714a7f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c669b214d355420a" /><Relationship Type="http://schemas.openxmlformats.org/officeDocument/2006/relationships/notesMaster" Target="/ppt/notesMasters/notesMaster1.xml" Id="R30fd92c9b46c4177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3015a497297d426f" /><Relationship Type="http://schemas.openxmlformats.org/officeDocument/2006/relationships/notesMaster" Target="/ppt/notesMasters/notesMaster1.xml" Id="Rdb709883a2994b18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1a6f6f8aab544cfe" /><Relationship Type="http://schemas.openxmlformats.org/officeDocument/2006/relationships/notesMaster" Target="/ppt/notesMasters/notesMaster1.xml" Id="R0d540f5ab7b34353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810bdb4398e84b6c" /><Relationship Type="http://schemas.openxmlformats.org/officeDocument/2006/relationships/notesMaster" Target="/ppt/notesMasters/notesMaster1.xml" Id="Ra7b710ed48ef48fe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cfaeeff4074b40f0" /><Relationship Type="http://schemas.openxmlformats.org/officeDocument/2006/relationships/notesMaster" Target="/ppt/notesMasters/notesMaster1.xml" Id="R4f46dd032cfe4e70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8d0a15d5373b433a" /><Relationship Type="http://schemas.openxmlformats.org/officeDocument/2006/relationships/notesMaster" Target="/ppt/notesMasters/notesMaster1.xml" Id="Rb1622be830514f1a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f06ae52327974275" /><Relationship Type="http://schemas.openxmlformats.org/officeDocument/2006/relationships/notesMaster" Target="/ppt/notesMasters/notesMaster1.xml" Id="Rea2606ba106541a2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92ea6131ec9c41dd" /><Relationship Type="http://schemas.openxmlformats.org/officeDocument/2006/relationships/notesMaster" Target="/ppt/notesMasters/notesMaster1.xml" Id="R0bcce81d7e7b4ddc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cbcb31805f704a50" /><Relationship Type="http://schemas.openxmlformats.org/officeDocument/2006/relationships/notesMaster" Target="/ppt/notesMasters/notesMaster1.xml" Id="Rb99a2037a94848f9" /></Relationships>
</file>

<file path=ppt/notesSlides/_rels/notesSlide15.xml.rels><?xml version='1.0' encoding='utf-8'?>
<Relationships xmlns="http://schemas.openxmlformats.org/package/2006/relationships"><Relationship Type="http://schemas.openxmlformats.org/officeDocument/2006/relationships/slide" Target="/ppt/slides/slide15.xml" Id="R8556bb148e944981" /><Relationship Type="http://schemas.openxmlformats.org/officeDocument/2006/relationships/notesMaster" Target="/ppt/notesMasters/notesMaster1.xml" Id="Rbb1fe7e7d4974b58" /></Relationships>
</file>

<file path=ppt/notesSlides/_rels/notesSlide16.xml.rels><?xml version='1.0' encoding='utf-8'?>
<Relationships xmlns="http://schemas.openxmlformats.org/package/2006/relationships"><Relationship Type="http://schemas.openxmlformats.org/officeDocument/2006/relationships/slide" Target="/ppt/slides/slide16.xml" Id="Rc41d76ae1b964463" /><Relationship Type="http://schemas.openxmlformats.org/officeDocument/2006/relationships/notesMaster" Target="/ppt/notesMasters/notesMaster1.xml" Id="Rf133b94eac424551" /></Relationships>
</file>

<file path=ppt/notesSlides/_rels/notesSlide17.xml.rels><?xml version='1.0' encoding='utf-8'?>
<Relationships xmlns="http://schemas.openxmlformats.org/package/2006/relationships"><Relationship Type="http://schemas.openxmlformats.org/officeDocument/2006/relationships/slide" Target="/ppt/slides/slide17.xml" Id="R3e3a71e8e9894772" /><Relationship Type="http://schemas.openxmlformats.org/officeDocument/2006/relationships/notesMaster" Target="/ppt/notesMasters/notesMaster1.xml" Id="R27f66a1ee5514cb9" /></Relationships>
</file>

<file path=ppt/notesSlides/_rels/notesSlide18.xml.rels><?xml version='1.0' encoding='utf-8'?>
<Relationships xmlns="http://schemas.openxmlformats.org/package/2006/relationships"><Relationship Type="http://schemas.openxmlformats.org/officeDocument/2006/relationships/slide" Target="/ppt/slides/slide18.xml" Id="Rbbe93c4303c7454a" /><Relationship Type="http://schemas.openxmlformats.org/officeDocument/2006/relationships/notesMaster" Target="/ppt/notesMasters/notesMaster1.xml" Id="R215934dcb391468c" /></Relationships>
</file>

<file path=ppt/notesSlides/_rels/notesSlide19.xml.rels><?xml version='1.0' encoding='utf-8'?>
<Relationships xmlns="http://schemas.openxmlformats.org/package/2006/relationships"><Relationship Type="http://schemas.openxmlformats.org/officeDocument/2006/relationships/slide" Target="/ppt/slides/slide19.xml" Id="Rc5e7580133d643df" /><Relationship Type="http://schemas.openxmlformats.org/officeDocument/2006/relationships/notesMaster" Target="/ppt/notesMasters/notesMaster1.xml" Id="R391203b8c7c844c6" /></Relationships>
</file>

<file path=ppt/notesSlides/_rels/notesSlide20.xml.rels><?xml version='1.0' encoding='utf-8'?>
<Relationships xmlns="http://schemas.openxmlformats.org/package/2006/relationships"><Relationship Type="http://schemas.openxmlformats.org/officeDocument/2006/relationships/slide" Target="/ppt/slides/slide20.xml" Id="Ra2d11cb53e4f4e4a" /><Relationship Type="http://schemas.openxmlformats.org/officeDocument/2006/relationships/notesMaster" Target="/ppt/notesMasters/notesMaster1.xml" Id="R30bc6a329a0e4ab4" /></Relationships>
</file>

<file path=ppt/notesSlides/_rels/notesSlide21.xml.rels><?xml version='1.0' encoding='utf-8'?>
<Relationships xmlns="http://schemas.openxmlformats.org/package/2006/relationships"><Relationship Type="http://schemas.openxmlformats.org/officeDocument/2006/relationships/slide" Target="/ppt/slides/slide21.xml" Id="Rd389d15ab3ae4773" /><Relationship Type="http://schemas.openxmlformats.org/officeDocument/2006/relationships/notesMaster" Target="/ppt/notesMasters/notesMaster1.xml" Id="R494ef9b9a0534bd9" /></Relationships>
</file>

<file path=ppt/notesSlides/_rels/notesSlide22.xml.rels><?xml version='1.0' encoding='utf-8'?>
<Relationships xmlns="http://schemas.openxmlformats.org/package/2006/relationships"><Relationship Type="http://schemas.openxmlformats.org/officeDocument/2006/relationships/slide" Target="/ppt/slides/slide22.xml" Id="R74c64381964e4622" /><Relationship Type="http://schemas.openxmlformats.org/officeDocument/2006/relationships/notesMaster" Target="/ppt/notesMasters/notesMaster1.xml" Id="R8abc4b19fcf0414d" /></Relationships>
</file>

<file path=ppt/notesSlides/_rels/notesSlide23.xml.rels><?xml version='1.0' encoding='utf-8'?>
<Relationships xmlns="http://schemas.openxmlformats.org/package/2006/relationships"><Relationship Type="http://schemas.openxmlformats.org/officeDocument/2006/relationships/slide" Target="/ppt/slides/slide23.xml" Id="R33d98ebc06ff404d" /><Relationship Type="http://schemas.openxmlformats.org/officeDocument/2006/relationships/notesMaster" Target="/ppt/notesMasters/notesMaster1.xml" Id="R3c9c0264f96047f2" /></Relationships>
</file>

<file path=ppt/notesSlides/_rels/notesSlide24.xml.rels><?xml version='1.0' encoding='utf-8'?>
<Relationships xmlns="http://schemas.openxmlformats.org/package/2006/relationships"><Relationship Type="http://schemas.openxmlformats.org/officeDocument/2006/relationships/slide" Target="/ppt/slides/slide24.xml" Id="R561e9e87080c4098" /><Relationship Type="http://schemas.openxmlformats.org/officeDocument/2006/relationships/notesMaster" Target="/ppt/notesMasters/notesMaster1.xml" Id="R1e4ddf8ad8154156" /></Relationships>
</file>

<file path=ppt/notesSlides/_rels/notesSlide25.xml.rels><?xml version='1.0' encoding='utf-8'?>
<Relationships xmlns="http://schemas.openxmlformats.org/package/2006/relationships"><Relationship Type="http://schemas.openxmlformats.org/officeDocument/2006/relationships/slide" Target="/ppt/slides/slide25.xml" Id="Rcad8268ad3644545" /><Relationship Type="http://schemas.openxmlformats.org/officeDocument/2006/relationships/notesMaster" Target="/ppt/notesMasters/notesMaster1.xml" Id="Re202eb9374994909" /></Relationships>
</file>

<file path=ppt/notesSlides/_rels/notesSlide26.xml.rels><?xml version='1.0' encoding='utf-8'?>
<Relationships xmlns="http://schemas.openxmlformats.org/package/2006/relationships"><Relationship Type="http://schemas.openxmlformats.org/officeDocument/2006/relationships/slide" Target="/ppt/slides/slide26.xml" Id="R5ecc6e6c88204d52" /><Relationship Type="http://schemas.openxmlformats.org/officeDocument/2006/relationships/notesMaster" Target="/ppt/notesMasters/notesMaster1.xml" Id="R6a2dfe7df26e4803" /></Relationships>
</file>

<file path=ppt/notesSlides/_rels/notesSlide27.xml.rels><?xml version='1.0' encoding='utf-8'?>
<Relationships xmlns="http://schemas.openxmlformats.org/package/2006/relationships"><Relationship Type="http://schemas.openxmlformats.org/officeDocument/2006/relationships/slide" Target="/ppt/slides/slide27.xml" Id="R8952b8306f034326" /><Relationship Type="http://schemas.openxmlformats.org/officeDocument/2006/relationships/notesMaster" Target="/ppt/notesMasters/notesMaster1.xml" Id="Re1c8c4aad441476b" /></Relationships>
</file>

<file path=ppt/notesSlides/_rels/notesSlide28.xml.rels><?xml version='1.0' encoding='utf-8'?>
<Relationships xmlns="http://schemas.openxmlformats.org/package/2006/relationships"><Relationship Type="http://schemas.openxmlformats.org/officeDocument/2006/relationships/slide" Target="/ppt/slides/slide28.xml" Id="R5d356b2b4cf245e6" /><Relationship Type="http://schemas.openxmlformats.org/officeDocument/2006/relationships/notesMaster" Target="/ppt/notesMasters/notesMaster1.xml" Id="Ra8682b631ba749ce" /></Relationships>
</file>

<file path=ppt/notesSlides/_rels/notesSlide29.xml.rels><?xml version='1.0' encoding='utf-8'?>
<Relationships xmlns="http://schemas.openxmlformats.org/package/2006/relationships"><Relationship Type="http://schemas.openxmlformats.org/officeDocument/2006/relationships/slide" Target="/ppt/slides/slide29.xml" Id="Rd549dd318d1f4a81" /><Relationship Type="http://schemas.openxmlformats.org/officeDocument/2006/relationships/notesMaster" Target="/ppt/notesMasters/notesMaster1.xml" Id="Rcac6c5c8533e4b5e" /></Relationships>
</file>

<file path=ppt/notesSlides/_rels/notesSlide30.xml.rels><?xml version='1.0' encoding='utf-8'?>
<Relationships xmlns="http://schemas.openxmlformats.org/package/2006/relationships"><Relationship Type="http://schemas.openxmlformats.org/officeDocument/2006/relationships/slide" Target="/ppt/slides/slide30.xml" Id="R7e43f637cba246fc" /><Relationship Type="http://schemas.openxmlformats.org/officeDocument/2006/relationships/notesMaster" Target="/ppt/notesMasters/notesMaster1.xml" Id="R956f8012209545dc" /></Relationships>
</file>

<file path=ppt/notesSlides/_rels/notesSlide31.xml.rels><?xml version='1.0' encoding='utf-8'?>
<Relationships xmlns="http://schemas.openxmlformats.org/package/2006/relationships"><Relationship Type="http://schemas.openxmlformats.org/officeDocument/2006/relationships/slide" Target="/ppt/slides/slide31.xml" Id="R613e9177df7e40e3" /><Relationship Type="http://schemas.openxmlformats.org/officeDocument/2006/relationships/notesMaster" Target="/ppt/notesMasters/notesMaster1.xml" Id="R1c73b9acd73d46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A SINGLE-PLAYER ACTION RPG</a:t>
            </a:r>
          </a:p>
          <a:p xmlns:a="http://schemas.openxmlformats.org/drawingml/2006/main">
            <a:r>
              <a:t>IN THE HEROES OF MIGHT &amp; MAGIC UNIVERSE</a:t>
            </a:r>
          </a:p>
          <a:p xmlns:a="http://schemas.openxmlformats.org/drawingml/2006/main">
            <a:r>
              <a:t>SAME WORLD. A NEW PERSPECTIVE.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TOWNS · HEROES · CREATURES</a:t>
            </a:r>
          </a:p>
          <a:p xmlns:a="http://schemas.openxmlformats.org/drawingml/2006/main">
            <a:r>
              <a:t>FROM THE STRATEGY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WHAT'S IT LIKE DOWN THERE?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A LIVING TOWN</a:t>
            </a:r>
          </a:p>
          <a:p xmlns:a="http://schemas.openxmlformats.org/drawingml/2006/main">
            <a:r>
              <a:t>PEOPLE · NEEDS · CONTRIBUTION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A COMBAT TOY</a:t>
            </a:r>
          </a:p>
          <a:p xmlns:a="http://schemas.openxmlformats.org/drawingml/2006/main">
            <a:r>
              <a:t>LEARN · MANAGE · MASTER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THE MARKET BECOMES A PLACE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BLACKSMITH BECOMES A PERSON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THE STREETS CONNECT IT ALL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THE TOWN NEEDS A BUILDING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I BRING THE RESOURCES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CONSTRUCTION TAKES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MY CONTRIBUTION BECOMES VISIBLE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FROM UNIT → CREATURE</a:t>
            </a:r>
          </a:p>
          <a:p xmlns:a="http://schemas.openxmlformats.org/drawingml/2006/main">
            <a:r>
              <a:t>LITTLE UNITS AND ATTACK ANIMATIONS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WHAT IS IT LIKE UP CLOSE?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FACE IT MYSELF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PART OF THE WORLD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SOMETHING FAMILIAR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A FIVE-HIT MELEE CHAIN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DELIBERATELY SIMPLE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LANDED HIT → ORB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FIVE HITS → FIVE ORBS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ORBS FEED THE CAST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HOLD R2 TO CHARGE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RELEASE R2 TO CAST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FIGHT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PREPARE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CAST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SIMPLE INPUTS.</a:t>
            </a:r>
          </a:p>
          <a:p xmlns:a="http://schemas.openxmlformats.org/drawingml/2006/main">
            <a:r>
              <a:t>PARALLEL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FIGHT and PREPARE coexist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TWO THINGS TO MANAGE AT ONCE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ONE COMMON WAY TO ADD DEPTH</a:t>
            </a:r>
          </a:p>
          <a:p xmlns:a="http://schemas.openxmlformats.org/drawingml/2006/main">
            <a:r>
              <a:t>MORE TO EXECUTE IN SEQUENCE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LAEMA'S APPROACH</a:t>
            </a:r>
          </a:p>
          <a:p xmlns:a="http://schemas.openxmlformats.org/drawingml/2006/main">
            <a:r>
              <a:t>SIMPLE COMMANDS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LESS INPUT COMPLEXITY → MORE ATTENTION MANAGEMENT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KEEP FIGHTING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ENEMY STILL DEMANDS A REACTION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BUT THE CAST IS STILL THERE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YOU ARE NOT PERFORMING A HARDER COMBO.</a:t>
            </a:r>
          </a:p>
          <a:p xmlns:a="http://schemas.openxmlformats.org/drawingml/2006/main">
            <a:r>
              <a:t>YOU ARE MAINTAINING A SECOND OFFENSIVE LAYER WHILE FIGHTING NORMALLY.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A CAST WELL EARNED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FIGHT NEVER STOPPED.</a:t>
            </a:r>
          </a:p>
          <a:p xmlns:a="http://schemas.openxmlformats.org/drawingml/2006/main">
            <a:r>
              <a:t>THE CAST STAYED ALIVE.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I KEPT BOTH</a:t>
            </a:r>
          </a:p>
          <a:p xmlns:a="http://schemas.openxmlformats.org/drawingml/2006/main">
            <a:r>
              <a:t>UNDER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A TOY AT HEART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CAST IS A COMBO INPUT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CHAIN CONTINUES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WEAVE MAGIC INTO THE COMBO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FOUR SCHOOLS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AFFECTS BOTH SPELLS AND MOVES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SWITCH MID-CHAIN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SWITCH COSTS NO COMBO POSITION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SAME CHAIN.</a:t>
            </a:r>
          </a:p>
          <a:p xmlns:a="http://schemas.openxmlformats.org/drawingml/2006/main">
            <a:r>
              <a:t>DIFFERENT FIGHTING STYLE.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THE SAME ATTACKS BECOME THE CAST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LAST ORB → PRIMARY SCHOOL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ALL ORBS → PRIMARY LEVEL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SECOND SCHOOL → SECONDARY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5</a:t>
            </a:r>
          </a:p>
          <a:p xmlns:a="http://schemas.openxmlformats.org/drawingml/2006/main">
            <a:r>
              <a:t>ATTACK NOW.</a:t>
            </a:r>
          </a:p>
          <a:p xmlns:a="http://schemas.openxmlformats.org/drawingml/2006/main">
            <a:r>
              <a:t>SHAPE THE NEXT 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Last orb selects primary school. Total consumed orbs select its level. Strongest remaining school supplies the secondary layer. F F A A A → AIR Lv.5 + FIRE Lv.2.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CAST SPENDS THE ORBS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SPEND ORBS → BUILD HEAT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ATTACK FASTER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CAST FASTER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CHARGE FASTER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 and high Heat share the same start and action endpoint. Only arrival time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ATTACK</a:t>
            </a:r>
          </a:p>
          <a:p xmlns:a="http://schemas.openxmlformats.org/drawingml/2006/main">
            <a:r>
              <a:t>GENERATE ORBS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CAST</a:t>
            </a:r>
          </a:p>
          <a:p xmlns:a="http://schemas.openxmlformats.org/drawingml/2006/main">
            <a:r>
              <a:t>SPEND ORBS</a:t>
            </a:r>
          </a:p>
          <a:p xmlns:a="http://schemas.openxmlformats.org/drawingml/2006/main">
            <a:r>
              <a:t>HEAT 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FASTER COMBAT</a:t>
            </a:r>
          </a:p>
          <a:p xmlns:a="http://schemas.openxmlformats.org/drawingml/2006/main">
            <a:r>
              <a:t>ATTACK FASTER · CAST FASTER · CHARGE FASTER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STAY IN THE ZONE.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FIND THEM IN THE WORLD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BUILD YOUR LOADOUT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TEST YOUR LOADOUT DURING COMBAT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Collected spells are configured outside combat in school-and-level slots. This 4 × 5 table is a teaching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MORE POSSIBILITIES.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NOT MORE TO EXECUTE.</a:t>
            </a:r>
          </a:p>
          <a:p xmlns:a="http://schemas.openxmlformats.org/drawingml/2006/main">
            <a:r>
              <a:t>MORE TO MANAGE.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THE COMPLEXITY</a:t>
            </a:r>
          </a:p>
          <a:p xmlns:a="http://schemas.openxmlformats.org/drawingml/2006/main">
            <a:r>
              <a:t>MOVES INTO ATTENTION.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HOME HAS A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GO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BRING IT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HOME CHANGES.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THE MAP IS ALREADY FULL</a:t>
            </a:r>
          </a:p>
          <a:p xmlns:a="http://schemas.openxmlformats.org/drawingml/2006/main">
            <a:r>
              <a:t>OF FAMILIAR PLACES.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FROM MAP ICON</a:t>
            </a:r>
          </a:p>
          <a:p xmlns:a="http://schemas.openxmlformats.org/drawingml/2006/main">
            <a:r>
              <a:t>→ REAL 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THIS IS WHERE</a:t>
            </a:r>
          </a:p>
          <a:p xmlns:a="http://schemas.openxmlformats.org/drawingml/2006/main">
            <a:r>
              <a:t>HEROES III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WE ARRIVE</a:t>
            </a:r>
          </a:p>
          <a:p xmlns:a="http://schemas.openxmlformats.org/drawingml/2006/main">
            <a:r>
              <a:t>AFTER IT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 source timestamps: 00:17.998 Catherine aboard ship; 00:31.997 landing; 00:49.995 Cloudfire aftermath; 02:30.052 Catherine and banner. The full film is not part of the main pitch.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LAEMA IS LOCAL.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STORY STARTS</a:t>
            </a:r>
          </a:p>
          <a:p xmlns:a="http://schemas.openxmlformats.org/drawingml/2006/main">
            <a:r>
              <a:t>WITH SOMETHING SMALL.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THE SAME POISON</a:t>
            </a:r>
          </a:p>
          <a:p xmlns:a="http://schemas.openxmlformats.org/drawingml/2006/main">
            <a:r>
              <a:t>LATER KILLS THE 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4</a:t>
            </a:r>
          </a:p>
          <a:p xmlns:a="http://schemas.openxmlformats.org/drawingml/2006/main">
            <a:r>
              <a:t>FALLEN KING</a:t>
            </a:r>
          </a:p>
          <a:p xmlns:a="http://schemas.openxmlformats.org/drawingml/2006/main">
            <a:r>
              <a:t>→ COLLAPSED KINGDOM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THE WAR REACHES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THE TOWN I BUILT</a:t>
            </a:r>
          </a:p>
          <a:p xmlns:a="http://schemas.openxmlformats.org/drawingml/2006/main">
            <a:r>
              <a:t>BECOMES THE TOWN I DEFEND.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THE FINAL BATTLE</a:t>
            </a:r>
          </a:p>
          <a:p xmlns:a="http://schemas.openxmlformats.org/drawingml/2006/main">
            <a:r>
              <a:t>IS AT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OUR STORY ENDS</a:t>
            </a:r>
          </a:p>
          <a:p xmlns:a="http://schemas.openxmlformats.org/drawingml/2006/main">
            <a:r>
              <a:t>AT THE OPENING.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FOR CATHERINE,</a:t>
            </a:r>
          </a:p>
          <a:p xmlns:a="http://schemas.openxmlformats.org/drawingml/2006/main">
            <a:r>
              <a:t>THIS IS THE BEGINNING.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SAME HISTORY.</a:t>
            </a:r>
          </a:p>
          <a:p xmlns:a="http://schemas.openxmlformats.org/drawingml/2006/main">
            <a:r>
              <a:t>GROUND-LEVEL POINT OF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Beat 1</a:t>
            </a:r>
          </a:p>
          <a:p xmlns:a="http://schemas.openxmlformats.org/drawingml/2006/main">
            <a:r>
              <a:t>FOR PLAYERS</a:t>
            </a:r>
          </a:p>
          <a:p xmlns:a="http://schemas.openxmlformats.org/drawingml/2006/main">
            <a:r>
              <a:t>WHO ALREADY KNOW THIS WORLD.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2</a:t>
            </a:r>
          </a:p>
          <a:p xmlns:a="http://schemas.openxmlformats.org/drawingml/2006/main">
            <a:r>
              <a:t>BUT YOU DON'T NEED</a:t>
            </a:r>
          </a:p>
          <a:p xmlns:a="http://schemas.openxmlformats.org/drawingml/2006/main">
            <a:r>
              <a:t>TO KNOW HEROES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Beat 3</a:t>
            </a:r>
          </a:p>
          <a:p xmlns:a="http://schemas.openxmlformats.org/drawingml/2006/main">
            <a:r>
              <a:t>A MODERN ACTION-RPG VIEW</a:t>
            </a:r>
          </a:p>
          <a:p xmlns:a="http://schemas.openxmlformats.org/drawingml/2006/main">
            <a:r>
              <a:t>OF MIGHT &amp; MAGIC.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Original Heroes III source audit: https://github.com/czhou2822/Laema/blob/8043baf7e2096381817897c849133eedf5c9543e/docs/presentation/decks/laema-html-draft/assets/AUTHENTIC-SOURCES.md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Q&amp;A.</a:t>
            </a:r>
          </a:p>
          <a:p xmlns:a="http://schemas.openxmlformats.org/drawingml/2006/main">
            <a:r>
              <a:t>SAME WORLD. A NEW PERSPECTIVE.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b4327e220974593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f8b995311a474fb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31bce04c558c4e2a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1c1f8bba0e1841f9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fc885d8a3d447c8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f6467b770d744e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D12896-F81B-466E-B890-6CE550FEC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0526FFA-0F57-4A15-BD98-95037E72128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589D8F-5538-4BBE-BE6C-200DD8B81E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6138D1-E3AE-4BE9-8A40-287074C98B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9C4277-9944-4CF8-92A0-DB3E525FF5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625B95E-7711-4904-B5EC-4FF4F5F952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92964C-991E-43E2-A92B-AAC4C4AAAF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21BBB0-E122-4F1A-AB45-8F4ADCF237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C4347B-A34C-44CD-BAFF-E73208094E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194472-4A2A-4EA7-9225-9C0FDF889F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0ceeff587c65432c" /><Relationship Type="http://schemas.openxmlformats.org/officeDocument/2006/relationships/slideLayout" Target="/ppt/slideLayouts/slideLayout1.xml" Id="R9a61d76b041246db" /><Relationship Type="http://schemas.openxmlformats.org/officeDocument/2006/relationships/slideLayout" Target="/ppt/slideLayouts/slideLayout2.xml" Id="Rd79deac431f14f3b" /><Relationship Type="http://schemas.openxmlformats.org/officeDocument/2006/relationships/slideLayout" Target="/ppt/slideLayouts/slideLayout3.xml" Id="R6706bb6122fc40a7" /><Relationship Type="http://schemas.openxmlformats.org/officeDocument/2006/relationships/slideLayout" Target="/ppt/slideLayouts/slideLayout4.xml" Id="Rf6daff4e8dd64c80" /><Relationship Type="http://schemas.openxmlformats.org/officeDocument/2006/relationships/slideLayout" Target="/ppt/slideLayouts/slideLayout5.xml" Id="R315d54be93de4d64" /><Relationship Type="http://schemas.openxmlformats.org/officeDocument/2006/relationships/slideLayout" Target="/ppt/slideLayouts/slideLayout6.xml" Id="R1d3fa34297cc4f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61d76b041246db"/>
    <p:sldLayoutId xmlns:r="http://schemas.openxmlformats.org/officeDocument/2006/relationships" id="2147483650" r:id="Rd79deac431f14f3b"/>
    <p:sldLayoutId xmlns:r="http://schemas.openxmlformats.org/officeDocument/2006/relationships" id="2147483651" r:id="R6706bb6122fc40a7"/>
    <p:sldLayoutId xmlns:r="http://schemas.openxmlformats.org/officeDocument/2006/relationships" id="2147483652" r:id="Rf6daff4e8dd64c80"/>
    <p:sldLayoutId xmlns:r="http://schemas.openxmlformats.org/officeDocument/2006/relationships" id="2147483653" r:id="R315d54be93de4d64"/>
    <p:sldLayoutId xmlns:r="http://schemas.openxmlformats.org/officeDocument/2006/relationships" id="2147483654" r:id="R1d3fa34297cc4f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dbe9277879c447b" /><Relationship Type="http://schemas.openxmlformats.org/officeDocument/2006/relationships/image" Target="/ppt/media/image.jpeg" Id="R6e86e9ea29824060" /><Relationship Type="http://schemas.openxmlformats.org/officeDocument/2006/relationships/notesSlide" Target="/ppt/notesSlides/notesSlide1.xml" Id="R8e3e186c76144c6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8d903d86d6f4d36" /><Relationship Type="http://schemas.openxmlformats.org/officeDocument/2006/relationships/image" Target="/ppt/media/image2.jpeg" Id="Rf7f2042b851d4827" /><Relationship Type="http://schemas.openxmlformats.org/officeDocument/2006/relationships/image" Target="/ppt/media/image3.jpeg" Id="R17d585967a6f4679" /><Relationship Type="http://schemas.openxmlformats.org/officeDocument/2006/relationships/image" Target="/ppt/media/image.png" Id="Rd33b4e6532f048d2" /><Relationship Type="http://schemas.openxmlformats.org/officeDocument/2006/relationships/image" Target="/ppt/media/image2.jpeg" Id="R84f9be3a67a24352" /><Relationship Type="http://schemas.openxmlformats.org/officeDocument/2006/relationships/image" Target="/ppt/media/image2.png" Id="R2f21be28d3bb4c46" /><Relationship Type="http://schemas.openxmlformats.org/officeDocument/2006/relationships/notesSlide" Target="/ppt/notesSlides/notesSlide2.xml" Id="Rd622450c49ea4431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46ac072d27944674" /><Relationship Type="http://schemas.openxmlformats.org/officeDocument/2006/relationships/image" Target="/ppt/media/image3.jpeg" Id="Rb00b6deb87484e98" /><Relationship Type="http://schemas.openxmlformats.org/officeDocument/2006/relationships/image" Target="/ppt/media/image.jpeg" Id="R970ad85f29d5417a" /><Relationship Type="http://schemas.openxmlformats.org/officeDocument/2006/relationships/notesSlide" Target="/ppt/notesSlides/notesSlide3.xml" Id="R7c3b3253452743f2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8a3cd6b4df746bd" /><Relationship Type="http://schemas.openxmlformats.org/officeDocument/2006/relationships/image" Target="/ppt/media/image3.jpeg" Id="R2e9bb5f9e6b04e86" /><Relationship Type="http://schemas.openxmlformats.org/officeDocument/2006/relationships/image" Target="/ppt/media/image3.jpeg" Id="Rc4709d11cc014458" /><Relationship Type="http://schemas.openxmlformats.org/officeDocument/2006/relationships/image" Target="/ppt/media/image9.jpeg" Id="Rc625099e90f04884" /><Relationship Type="http://schemas.openxmlformats.org/officeDocument/2006/relationships/notesSlide" Target="/ppt/notesSlides/notesSlide4.xml" Id="R2160577ef8f84c19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316e316abf94848" /><Relationship Type="http://schemas.openxmlformats.org/officeDocument/2006/relationships/image" Target="/ppt/media/image10.jpeg" Id="R08eae7be83cb4556" /><Relationship Type="http://schemas.openxmlformats.org/officeDocument/2006/relationships/image" Target="/ppt/media/image11.jpeg" Id="R3baee5c1fdb5460f" /><Relationship Type="http://schemas.openxmlformats.org/officeDocument/2006/relationships/image" Target="/ppt/media/image12.jpeg" Id="Re6780e1a21594de7" /><Relationship Type="http://schemas.openxmlformats.org/officeDocument/2006/relationships/image" Target="/ppt/media/image13.jpeg" Id="R80c6efc776144bb8" /><Relationship Type="http://schemas.openxmlformats.org/officeDocument/2006/relationships/notesSlide" Target="/ppt/notesSlides/notesSlide5.xml" Id="R40905f29252d402a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dd85201fa0948bc" /><Relationship Type="http://schemas.openxmlformats.org/officeDocument/2006/relationships/image" Target="/ppt/media/image2.png" Id="R503c71eab63f40bc" /><Relationship Type="http://schemas.openxmlformats.org/officeDocument/2006/relationships/image" Target="/ppt/media/image14.jpeg" Id="R2b1d52da7e674a6c" /><Relationship Type="http://schemas.openxmlformats.org/officeDocument/2006/relationships/notesSlide" Target="/ppt/notesSlides/notesSlide6.xml" Id="R3558d51fa6fa4ede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1c957b2d86f4517" /><Relationship Type="http://schemas.openxmlformats.org/officeDocument/2006/relationships/image" Target="/ppt/media/image15.jpeg" Id="R8be356d368eb4278" /><Relationship Type="http://schemas.openxmlformats.org/officeDocument/2006/relationships/notesSlide" Target="/ppt/notesSlides/notesSlide7.xml" Id="R2060dbcc14d44ae6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6e74d3b95ae4385" /><Relationship Type="http://schemas.openxmlformats.org/officeDocument/2006/relationships/image" Target="/ppt/media/image15.jpeg" Id="R13d14de338ad40d4" /><Relationship Type="http://schemas.openxmlformats.org/officeDocument/2006/relationships/notesSlide" Target="/ppt/notesSlides/notesSlide8.xml" Id="Re5b78f60d983494d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d393d66d96c4eb4" /><Relationship Type="http://schemas.openxmlformats.org/officeDocument/2006/relationships/image" Target="/ppt/media/image17.jpeg" Id="R91d63993f38e493c" /><Relationship Type="http://schemas.openxmlformats.org/officeDocument/2006/relationships/notesSlide" Target="/ppt/notesSlides/notesSlide9.xml" Id="Re7645725b9d84575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23a5ab4c5c74325" /><Relationship Type="http://schemas.openxmlformats.org/officeDocument/2006/relationships/image" Target="/ppt/media/image15.jpeg" Id="R3d4e7b9454374bc1" /><Relationship Type="http://schemas.openxmlformats.org/officeDocument/2006/relationships/image" Target="/ppt/media/image17.jpeg" Id="R2fa21f30ba0847c0" /><Relationship Type="http://schemas.openxmlformats.org/officeDocument/2006/relationships/notesSlide" Target="/ppt/notesSlides/notesSlide10.xml" Id="R78c9a026e8b24c90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f35ba89a19e4d19" /><Relationship Type="http://schemas.openxmlformats.org/officeDocument/2006/relationships/notesSlide" Target="/ppt/notesSlides/notesSlide11.xml" Id="R9fe42ff841e54894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e2a47f2f79a421e" /><Relationship Type="http://schemas.openxmlformats.org/officeDocument/2006/relationships/notesSlide" Target="/ppt/notesSlides/notesSlide12.xml" Id="R7d12df53f56d4366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e52ebf4a9e243ef" /><Relationship Type="http://schemas.openxmlformats.org/officeDocument/2006/relationships/image" Target="/ppt/media/image15.jpeg" Id="R400e63774e484ad4" /><Relationship Type="http://schemas.openxmlformats.org/officeDocument/2006/relationships/notesSlide" Target="/ppt/notesSlides/notesSlide13.xml" Id="Read8c1a9117f453a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b139aff7cca4258" /><Relationship Type="http://schemas.openxmlformats.org/officeDocument/2006/relationships/image" Target="/ppt/media/image17.jpeg" Id="R327df13df15c4498" /><Relationship Type="http://schemas.openxmlformats.org/officeDocument/2006/relationships/notesSlide" Target="/ppt/notesSlides/notesSlide14.xml" Id="R42469eeae07949f6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3365d764e45fc" /><Relationship Type="http://schemas.openxmlformats.org/officeDocument/2006/relationships/image" Target="/ppt/media/image15.jpeg" Id="Re43e1b06877d4e38" /><Relationship Type="http://schemas.openxmlformats.org/officeDocument/2006/relationships/image" Target="/ppt/media/image17.jpeg" Id="R17d4a9ca194c4705" /><Relationship Type="http://schemas.openxmlformats.org/officeDocument/2006/relationships/notesSlide" Target="/ppt/notesSlides/notesSlide15.xml" Id="R1c36213f37504da5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ac98749ff97d4bb4" /><Relationship Type="http://schemas.openxmlformats.org/officeDocument/2006/relationships/notesSlide" Target="/ppt/notesSlides/notesSlide16.xml" Id="R716bb8a17d9a4a54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d5e8e11eb2c54538" /><Relationship Type="http://schemas.openxmlformats.org/officeDocument/2006/relationships/image" Target="/ppt/media/image15.jpeg" Id="R3009649d20d84652" /><Relationship Type="http://schemas.openxmlformats.org/officeDocument/2006/relationships/notesSlide" Target="/ppt/notesSlides/notesSlide17.xml" Id="Rc17cc1e42f3a427a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eb23a8c7f764c3f" /><Relationship Type="http://schemas.openxmlformats.org/officeDocument/2006/relationships/notesSlide" Target="/ppt/notesSlides/notesSlide18.xml" Id="R2878519e843d47e7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8d8996db73b4d4e" /><Relationship Type="http://schemas.openxmlformats.org/officeDocument/2006/relationships/notesSlide" Target="/ppt/notesSlides/notesSlide19.xml" Id="Rfef28f9130e8473a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084c1164c20b4f0a" /><Relationship Type="http://schemas.openxmlformats.org/officeDocument/2006/relationships/notesSlide" Target="/ppt/notesSlides/notesSlide20.xml" Id="R00d0404b625c4d70" /></Relationships>
</file>

<file path=ppt/slides/_rels/slide2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7a7584d2dfa4af7" /><Relationship Type="http://schemas.openxmlformats.org/officeDocument/2006/relationships/notesSlide" Target="/ppt/notesSlides/notesSlide21.xml" Id="R01e7bfc28e854815" /></Relationships>
</file>

<file path=ppt/slides/_rels/slide2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f121d529e1e4935" /><Relationship Type="http://schemas.openxmlformats.org/officeDocument/2006/relationships/image" Target="/ppt/media/image25.jpeg" Id="R9c8e0a5fde8641d4" /><Relationship Type="http://schemas.openxmlformats.org/officeDocument/2006/relationships/notesSlide" Target="/ppt/notesSlides/notesSlide22.xml" Id="R212e18f48b4b4048" /></Relationships>
</file>

<file path=ppt/slides/_rels/slide2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a0c89d64489440c" /><Relationship Type="http://schemas.openxmlformats.org/officeDocument/2006/relationships/notesSlide" Target="/ppt/notesSlides/notesSlide23.xml" Id="Rc48c4486266c4706" /></Relationships>
</file>

<file path=ppt/slides/_rels/slide2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0eadb6968d94495" /><Relationship Type="http://schemas.openxmlformats.org/officeDocument/2006/relationships/image" Target="/ppt/media/image3.jpeg" Id="R63bb1fbbd95546ad" /><Relationship Type="http://schemas.openxmlformats.org/officeDocument/2006/relationships/notesSlide" Target="/ppt/notesSlides/notesSlide24.xml" Id="Rbf6dce91645b4ee9" /></Relationships>
</file>

<file path=ppt/slides/_rels/slide2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40732c78c6c4515" /><Relationship Type="http://schemas.openxmlformats.org/officeDocument/2006/relationships/image" Target="/ppt/media/image2.jpeg" Id="Rb94e8fdc993142d1" /><Relationship Type="http://schemas.openxmlformats.org/officeDocument/2006/relationships/image" Target="/ppt/media/image28.jpeg" Id="R261760eec2af4bd6" /><Relationship Type="http://schemas.openxmlformats.org/officeDocument/2006/relationships/image" Target="/ppt/media/image29.jpeg" Id="R16bfc9f712a64fb3" /><Relationship Type="http://schemas.openxmlformats.org/officeDocument/2006/relationships/image" Target="/ppt/media/image30.jpeg" Id="Rf9499cc5c5134fdb" /><Relationship Type="http://schemas.openxmlformats.org/officeDocument/2006/relationships/image" Target="/ppt/media/image31.jpeg" Id="R3fe55f6777a447b2" /><Relationship Type="http://schemas.openxmlformats.org/officeDocument/2006/relationships/notesSlide" Target="/ppt/notesSlides/notesSlide25.xml" Id="R7179b5e896584e1a" /></Relationships>
</file>

<file path=ppt/slides/_rels/slide2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8066e97abcd4573" /><Relationship Type="http://schemas.openxmlformats.org/officeDocument/2006/relationships/image" Target="/ppt/media/image4.png" Id="Re1323d4267f7492b" /><Relationship Type="http://schemas.openxmlformats.org/officeDocument/2006/relationships/image" Target="/ppt/media/image5.png" Id="Rad684ae16fd043f0" /><Relationship Type="http://schemas.openxmlformats.org/officeDocument/2006/relationships/image" Target="/ppt/media/image6.png" Id="Rec5a083c7df94dde" /><Relationship Type="http://schemas.openxmlformats.org/officeDocument/2006/relationships/image" Target="/ppt/media/image7.png" Id="R6c229cc8bf37410f" /><Relationship Type="http://schemas.openxmlformats.org/officeDocument/2006/relationships/notesSlide" Target="/ppt/notesSlides/notesSlide26.xml" Id="R4a304d42b5ce4eef" /></Relationships>
</file>

<file path=ppt/slides/_rels/slide2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3900ca95036454e" /><Relationship Type="http://schemas.openxmlformats.org/officeDocument/2006/relationships/image" Target="/ppt/media/image32.jpeg" Id="R3aedfb1902e94795" /><Relationship Type="http://schemas.openxmlformats.org/officeDocument/2006/relationships/image" Target="/ppt/media/image4.png" Id="Rdf2167c47a06451d" /><Relationship Type="http://schemas.openxmlformats.org/officeDocument/2006/relationships/notesSlide" Target="/ppt/notesSlides/notesSlide27.xml" Id="R6aefd82307ef46ba" /></Relationships>
</file>

<file path=ppt/slides/_rels/slide2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eea80a3f57c4f1d" /><Relationship Type="http://schemas.openxmlformats.org/officeDocument/2006/relationships/image" Target="/ppt/media/image33.jpeg" Id="Rc08cc7af7e6b46af" /><Relationship Type="http://schemas.openxmlformats.org/officeDocument/2006/relationships/notesSlide" Target="/ppt/notesSlides/notesSlide28.xml" Id="R46d487a809c34995" /></Relationships>
</file>

<file path=ppt/slides/_rels/slide2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35a8e99628b4a00" /><Relationship Type="http://schemas.openxmlformats.org/officeDocument/2006/relationships/image" Target="/ppt/media/image34.jpeg" Id="Rcc85900c5f6d431f" /><Relationship Type="http://schemas.openxmlformats.org/officeDocument/2006/relationships/image" Target="/ppt/media/image7.png" Id="R9a959c8bc18143f1" /><Relationship Type="http://schemas.openxmlformats.org/officeDocument/2006/relationships/notesSlide" Target="/ppt/notesSlides/notesSlide29.xml" Id="R12e994185bb843b7" /></Relationships>
</file>

<file path=ppt/slides/_rels/slide3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fe09733e5e4d4176" /><Relationship Type="http://schemas.openxmlformats.org/officeDocument/2006/relationships/image" Target="/ppt/media/image17.jpeg" Id="Rf8f39c85c4ca4be9" /><Relationship Type="http://schemas.openxmlformats.org/officeDocument/2006/relationships/image" Target="/ppt/media/image.png" Id="Rfc82fe4def0f4c35" /><Relationship Type="http://schemas.openxmlformats.org/officeDocument/2006/relationships/image" Target="/ppt/media/image3.jpeg" Id="R4dbcc40bdba74e60" /><Relationship Type="http://schemas.openxmlformats.org/officeDocument/2006/relationships/notesSlide" Target="/ppt/notesSlides/notesSlide30.xml" Id="Re1ef5db3e4374630" /></Relationships>
</file>

<file path=ppt/slides/_rels/slide3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ca2ec9972f8f4252" /><Relationship Type="http://schemas.openxmlformats.org/officeDocument/2006/relationships/image" Target="/ppt/media/image.jpeg" Id="Rb7c0b7b366d842a7" /><Relationship Type="http://schemas.openxmlformats.org/officeDocument/2006/relationships/notesSlide" Target="/ppt/notesSlides/notesSlide31.xml" Id="R7e1ca1f964c64d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82370-6A2D-4F5B-A514-3BB3301D7D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6e9ea2982406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858C19-42C6-4FC5-9FE1-65BF399D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85344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5000"/>
                </a:srgbClr>
              </a:gs>
              <a:gs pos="100000">
                <a:srgbClr val="060E17">
                  <a:alpha val="85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195265-7046-42D6-8496-0B3D2099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06880"/>
            <a:ext cx="7315200" cy="158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1904" b="0">
                <a:solidFill>
                  <a:srgbClr val="E6C79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1904" b="0">
                <a:solidFill>
                  <a:srgbClr val="E6C797"/>
                </a:solidFill>
                <a:latin typeface="Georgia"/>
                <a:ea typeface="Georgia"/>
                <a:cs typeface="Georgia"/>
              </a:defRPr>
            </a:pPr>
            <a:r>
              <a:rPr sz="11904" b="0">
                <a:solidFill>
                  <a:srgbClr val="E6C797"/>
                </a:solidFill>
                <a:latin typeface="Georgia"/>
                <a:ea typeface="Georgia"/>
                <a:cs typeface="Georgia"/>
              </a:rPr>
              <a:t>LAEMA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1604B8-5CBF-4F75-94F7-50EB9388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9520"/>
            <a:ext cx="69494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SINGLE-PLAYER ACTION RPG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10FCF-6DFF-4770-88BD-23735BA0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6720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6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6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106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IN THE HEROES OF MIGHT &amp; MAGIC UNIVERSE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3C7CA-1656-485E-BD7E-604434D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20640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6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6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86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SAME WORLD. A NEW PERSPECTIVE.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311BF-CF95-4B0D-A618-9F5D21E3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59644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1B50E-4574-4B4B-9DE8-E6D0AA053F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2042b851d4827"/>
          <a:stretch xmlns:a="http://schemas.openxmlformats.org/drawingml/2006/main"/>
        </p:blipFill>
        <p:spPr>
          <a:xfrm xmlns:a="http://schemas.openxmlformats.org/drawingml/2006/main" flipH="0">
            <a:off x="707136" y="1775172"/>
            <a:ext cx="5145024" cy="3862391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69DEB-299A-4417-8537-C96AA2BA8C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585967a6f4679"/>
          <a:srcRect xmlns:a="http://schemas.openxmlformats.org/drawingml/2006/main" l="13593" t="0" r="13593" b="0"/>
          <a:stretch xmlns:a="http://schemas.openxmlformats.org/drawingml/2006/main"/>
        </p:blipFill>
        <p:spPr>
          <a:xfrm xmlns:a="http://schemas.openxmlformats.org/drawingml/2006/main" flipH="0">
            <a:off x="6339840" y="1719072"/>
            <a:ext cx="5145024" cy="397459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CE301-0FDC-4610-BED5-A84BDB5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779520"/>
            <a:ext cx="5145024" cy="19141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6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23C03-AF4D-4431-BCAF-54A681E0BA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b4e6532f048d2"/>
          <a:stretch xmlns:a="http://schemas.openxmlformats.org/drawingml/2006/main"/>
        </p:blipFill>
        <p:spPr>
          <a:xfrm xmlns:a="http://schemas.openxmlformats.org/drawingml/2006/main" flipH="0">
            <a:off x="975360" y="3390824"/>
            <a:ext cx="1402080" cy="655472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0D858-957B-4330-9341-B56FC167A1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9be3a67a24352"/>
          <a:srcRect xmlns:a="http://schemas.openxmlformats.org/drawingml/2006/main" l="0" t="34000" r="80000" b="45000"/>
          <a:stretch xmlns:a="http://schemas.openxmlformats.org/drawingml/2006/main"/>
        </p:blipFill>
        <p:spPr>
          <a:xfrm xmlns:a="http://schemas.openxmlformats.org/drawingml/2006/main" flipH="0">
            <a:off x="2523744" y="3048000"/>
            <a:ext cx="1402080" cy="134112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0CEFD-E8FB-4431-84D1-D306AC5DC7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1be28d3bb4c46"/>
          <a:stretch xmlns:a="http://schemas.openxmlformats.org/drawingml/2006/main"/>
        </p:blipFill>
        <p:spPr>
          <a:xfrm xmlns:a="http://schemas.openxmlformats.org/drawingml/2006/main" flipH="0">
            <a:off x="4257353" y="3048000"/>
            <a:ext cx="1031631" cy="13411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454BA-73D4-4191-9ABA-3616082C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4511040"/>
            <a:ext cx="1402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83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83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83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TOWNS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76F0B-A642-4CC9-B99A-35772A13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4511040"/>
            <a:ext cx="1402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83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83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83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HEROES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3E57B-D2D9-46DE-810A-4D6E55B6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2128" y="4511040"/>
            <a:ext cx="1402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83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83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83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CREATURES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B4FF4-8901-4C6D-BB9A-B29F8303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" y="1463040"/>
            <a:ext cx="42672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HEROES III ·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4AF750-CFA6-4E62-A05E-9173CC81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1463040"/>
            <a:ext cx="512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LAEMA · 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EA6B4-E46B-4ABB-AD41-5A91C2E4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67200"/>
            <a:ext cx="4389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1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11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WHAT'S IT LIKE DOWN THERE?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DE5D8-7DC4-4CA9-91AA-D684E5F8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BAF37D-25BA-4AD1-BFE1-9757F733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WORLD I'VE KNOWN FROM ABOVE</a:t>
            </a:r>
          </a:p>
        </p:txBody>
      </p:sp>
    </p:spTree>
    <p:extLst>
      <p:ext uri="{BB962C8B-B14F-4D97-AF65-F5344CB8AC3E}">
        <p14:creationId xmlns:p14="http://schemas.microsoft.com/office/powerpoint/2010/main" val="1744581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29748-C4FD-42ED-A34C-EBDC4B6E1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b6deb87484e98"/>
          <a:srcRect xmlns:a="http://schemas.openxmlformats.org/drawingml/2006/main" l="0" t="3439" r="0" b="3439"/>
          <a:stretch xmlns:a="http://schemas.openxmlformats.org/drawingml/2006/main"/>
        </p:blipFill>
        <p:spPr>
          <a:xfrm xmlns:a="http://schemas.openxmlformats.org/drawingml/2006/main" flipH="0">
            <a:off x="731520" y="1828800"/>
            <a:ext cx="5120640" cy="268224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4B990-BCAA-417B-B732-1D34E56C93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ad85f29d5417a"/>
          <a:srcRect xmlns:a="http://schemas.openxmlformats.org/drawingml/2006/main" l="0" t="3439" r="0" b="3439"/>
          <a:stretch xmlns:a="http://schemas.openxmlformats.org/drawingml/2006/main"/>
        </p:blipFill>
        <p:spPr>
          <a:xfrm xmlns:a="http://schemas.openxmlformats.org/drawingml/2006/main" flipH="0">
            <a:off x="6339840" y="1828800"/>
            <a:ext cx="5120640" cy="268224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B61BE-3622-4268-9A05-3CB5E5F1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512064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3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A3E72-B6E6-43B3-8811-D6D45C385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4754880"/>
            <a:ext cx="512064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3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DE51D-AD02-4BA7-B1B2-F09DD625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998720"/>
            <a:ext cx="51206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LIVING TOWN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B0C152-0A91-4EED-9562-304612C6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4998720"/>
            <a:ext cx="51206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COMBAT TOY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E2E5C-1884-47C6-BFFD-73E54B70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08320"/>
            <a:ext cx="512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PEOPLE · NEEDS · CONTRIBUTION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8702F-254E-4136-B543-EFBC842A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5608320"/>
            <a:ext cx="5120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LEARN · MANAGE · MASTER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07EFC6-BB30-4063-9200-86534E87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7C23D-AE94-4ED5-A699-13608AA2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LAEMA'S ANSWER</a:t>
            </a:r>
          </a:p>
        </p:txBody>
      </p:sp>
    </p:spTree>
    <p:extLst>
      <p:ext uri="{BB962C8B-B14F-4D97-AF65-F5344CB8AC3E}">
        <p14:creationId xmlns:p14="http://schemas.microsoft.com/office/powerpoint/2010/main" val="1399977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F1DEBF-7E37-4531-B4FB-91D6547E0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bb5f9e6b04e86"/>
          <a:srcRect xmlns:a="http://schemas.openxmlformats.org/drawingml/2006/main" l="0" t="0" r="34375" b="0"/>
          <a:stretch xmlns:a="http://schemas.openxmlformats.org/drawingml/2006/main"/>
        </p:blipFill>
        <p:spPr>
          <a:xfrm xmlns:a="http://schemas.openxmlformats.org/drawingml/2006/main" flipH="0">
            <a:off x="731520" y="1828800"/>
            <a:ext cx="3413760" cy="292608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AE2DE-2FF7-4331-9314-C714CF2360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09d11cc014458"/>
          <a:srcRect xmlns:a="http://schemas.openxmlformats.org/drawingml/2006/main" l="65000" t="45000" r="0" b="0"/>
          <a:stretch xmlns:a="http://schemas.openxmlformats.org/drawingml/2006/main"/>
        </p:blipFill>
        <p:spPr>
          <a:xfrm xmlns:a="http://schemas.openxmlformats.org/drawingml/2006/main" flipH="0">
            <a:off x="4389120" y="1828800"/>
            <a:ext cx="3413760" cy="292608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1137-005E-427E-A372-94E1BB515D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5099e90f04884"/>
          <a:srcRect xmlns:a="http://schemas.openxmlformats.org/drawingml/2006/main" l="0" t="7143" r="0" b="7143"/>
          <a:stretch xmlns:a="http://schemas.openxmlformats.org/drawingml/2006/main"/>
        </p:blipFill>
        <p:spPr>
          <a:xfrm xmlns:a="http://schemas.openxmlformats.org/drawingml/2006/main" flipH="0">
            <a:off x="8046720" y="1828800"/>
            <a:ext cx="3413760" cy="292608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5A0F8-2BFA-4C8E-ACD0-3A0A2488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6800"/>
            <a:ext cx="3413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3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8B561-2034-495B-A03A-BDBA2C83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3413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MARKET</a:t>
            </a:r>
          </a:p>
          <a:p xmlns:a="http://schemas.openxmlformats.org/drawingml/2006/main">
            <a: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BECOMES A 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2ABA4-8C5C-4D07-A5E8-3963417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4876800"/>
            <a:ext cx="3413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35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7A05B-541F-4B0F-8E61-105DC532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5120640"/>
            <a:ext cx="3413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BLACKSMITH</a:t>
            </a:r>
          </a:p>
          <a:p xmlns:a="http://schemas.openxmlformats.org/drawingml/2006/main">
            <a: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BECOMES A PERSON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D1F1D-C530-4DAE-B298-6B90C7EF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4876800"/>
            <a:ext cx="3413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35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4EA2C-944C-440E-9100-7188FBA7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5120640"/>
            <a:ext cx="3413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STREETS</a:t>
            </a:r>
          </a:p>
          <a:p xmlns:a="http://schemas.openxmlformats.org/drawingml/2006/main">
            <a:pPr algn="l">
              <a:defRPr sz="1651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51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CONNECT IT 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5AC0B-B4F8-46BF-8FB2-C148C1CF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4C310D-6F82-4E8F-A2CD-A8D76D52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FROM TOWN SCREEN → REAL PLACE</a:t>
            </a:r>
          </a:p>
        </p:txBody>
      </p:sp>
    </p:spTree>
    <p:extLst>
      <p:ext uri="{BB962C8B-B14F-4D97-AF65-F5344CB8AC3E}">
        <p14:creationId xmlns:p14="http://schemas.microsoft.com/office/powerpoint/2010/main" val="695981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8D6B4-92E0-4700-A7E1-F4A06A6C8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eae7be83cb4556"/>
          <a:srcRect xmlns:a="http://schemas.openxmlformats.org/drawingml/2006/main" l="0" t="1700" r="0" b="1700"/>
          <a:stretch xmlns:a="http://schemas.openxmlformats.org/drawingml/2006/main"/>
        </p:blipFill>
        <p:spPr>
          <a:xfrm xmlns:a="http://schemas.openxmlformats.org/drawingml/2006/main" flipH="0">
            <a:off x="731520" y="1853184"/>
            <a:ext cx="2523744" cy="2743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CF519-D4A4-454D-B3B2-228A0B52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76800"/>
            <a:ext cx="2523744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TOWN NEEDS</a:t>
            </a:r>
          </a:p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BUILDING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EF490-B529-430E-9CD3-62371F03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032" y="3048000"/>
            <a:ext cx="24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3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3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536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C5F2F-6193-4FFA-87C8-C7C85698E2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ee5c1fdb5460f"/>
          <a:srcRect xmlns:a="http://schemas.openxmlformats.org/drawingml/2006/main" l="0" t="1700" r="0" b="1700"/>
          <a:stretch xmlns:a="http://schemas.openxmlformats.org/drawingml/2006/main"/>
        </p:blipFill>
        <p:spPr>
          <a:xfrm xmlns:a="http://schemas.openxmlformats.org/drawingml/2006/main" flipH="0">
            <a:off x="3474720" y="1853184"/>
            <a:ext cx="2523744" cy="27432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9178F-20FA-4C29-BADF-027EE87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876800"/>
            <a:ext cx="2523744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I BRING</a:t>
            </a:r>
          </a:p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RESOURCES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FDB5A-591C-4239-8276-4D7955B6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232" y="3048000"/>
            <a:ext cx="24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3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3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536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43D3B-45D3-4E0F-9F58-B1909DEE2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80e1a21594de7"/>
          <a:srcRect xmlns:a="http://schemas.openxmlformats.org/drawingml/2006/main" l="0" t="1700" r="0" b="1700"/>
          <a:stretch xmlns:a="http://schemas.openxmlformats.org/drawingml/2006/main"/>
        </p:blipFill>
        <p:spPr>
          <a:xfrm xmlns:a="http://schemas.openxmlformats.org/drawingml/2006/main" flipH="0">
            <a:off x="6217920" y="1853184"/>
            <a:ext cx="2523744" cy="2743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2761-5C61-4DA4-BF66-0B0E9EF5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876800"/>
            <a:ext cx="2523744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CONSTRUCTION</a:t>
            </a:r>
          </a:p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TAKES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7BF81-DF7D-4CAD-BAEE-FB1D44BA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432" y="3048000"/>
            <a:ext cx="24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3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53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536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17969-0C94-4B71-A7C8-A0CFF75CE6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6efc776144bb8"/>
          <a:srcRect xmlns:a="http://schemas.openxmlformats.org/drawingml/2006/main" l="0" t="1700" r="0" b="1700"/>
          <a:stretch xmlns:a="http://schemas.openxmlformats.org/drawingml/2006/main"/>
        </p:blipFill>
        <p:spPr>
          <a:xfrm xmlns:a="http://schemas.openxmlformats.org/drawingml/2006/main" flipH="0">
            <a:off x="8961120" y="1853184"/>
            <a:ext cx="2523744" cy="2743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8515C-6258-4829-8B77-5C4C1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876800"/>
            <a:ext cx="2523744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MY CONTRIBUTION</a:t>
            </a:r>
          </a:p>
          <a:p xmlns:a="http://schemas.openxmlformats.org/drawingml/2006/main">
            <a:pPr algn="l">
              <a:defRPr sz="1315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315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BECOMES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CAA64-7BDC-4AD0-A05C-E6C85B26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17920"/>
            <a:ext cx="10728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0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0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0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FOUNDATION → UNDER CONSTRUCTION → FINISHED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F55CC2-460E-4A93-8787-DDEA6E13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614D89-AD1A-4283-AAFE-B2945C82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CONTRIBUTION → CONSTRUCTION → CHANGE</a:t>
            </a:r>
          </a:p>
        </p:txBody>
      </p:sp>
    </p:spTree>
    <p:extLst>
      <p:ext uri="{BB962C8B-B14F-4D97-AF65-F5344CB8AC3E}">
        <p14:creationId xmlns:p14="http://schemas.microsoft.com/office/powerpoint/2010/main" val="506340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31038F-5229-49D7-AEA5-4FBAC4535B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c71eab63f40bc"/>
          <a:stretch xmlns:a="http://schemas.openxmlformats.org/drawingml/2006/main"/>
        </p:blipFill>
        <p:spPr>
          <a:xfrm xmlns:a="http://schemas.openxmlformats.org/drawingml/2006/main" flipH="0">
            <a:off x="1195754" y="2316480"/>
            <a:ext cx="1875692" cy="24384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10808-7079-4632-97F0-6A90B2B14C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d52da7e674a6c"/>
          <a:srcRect xmlns:a="http://schemas.openxmlformats.org/drawingml/2006/main" l="773" t="0" r="515" b="0"/>
          <a:stretch xmlns:a="http://schemas.openxmlformats.org/drawingml/2006/main"/>
        </p:blipFill>
        <p:spPr>
          <a:xfrm xmlns:a="http://schemas.openxmlformats.org/drawingml/2006/main" flipH="0">
            <a:off x="4267200" y="1889760"/>
            <a:ext cx="7193280" cy="316992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FAF23-6F41-458F-939B-9E3ECEC5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13760"/>
            <a:ext cx="6705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1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11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112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DAD58-EFCD-4540-9C5F-2D390E41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99488"/>
            <a:ext cx="2926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HEROES III · GRIFFIN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EC258-B48C-4D80-A3EB-599C760A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5920"/>
            <a:ext cx="71932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LAEMA · GRIFFIN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AC633-FC11-4CE2-8DB2-BA1D2E50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20640"/>
            <a:ext cx="2804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LITTLE UNITS AND</a:t>
            </a:r>
          </a:p>
          <a:p xmlns:a="http://schemas.openxmlformats.org/drawingml/2006/main">
            <a: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ATTACK ANIMATIONS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AB194-A706-425F-ABDD-5BC86D38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86400"/>
            <a:ext cx="71932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0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PART OF THE WORLD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05149-9F6E-42E8-B32C-C1AE8752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C5947-2799-4719-B2F1-EFAF0518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FROM UNIT → CREATURE</a:t>
            </a:r>
          </a:p>
        </p:txBody>
      </p:sp>
    </p:spTree>
    <p:extLst>
      <p:ext uri="{BB962C8B-B14F-4D97-AF65-F5344CB8AC3E}">
        <p14:creationId xmlns:p14="http://schemas.microsoft.com/office/powerpoint/2010/main" val="494365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965941-2F65-41E6-A693-34005D16A5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e356d368eb4278"/>
          <a:stretch xmlns:a="http://schemas.openxmlformats.org/drawingml/2006/main"/>
        </p:blipFill>
        <p:spPr>
          <a:xfrm xmlns:a="http://schemas.openxmlformats.org/drawingml/2006/main" flipH="0">
            <a:off x="2287" y="1158240"/>
            <a:ext cx="12187425" cy="40599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E72C7-189E-4A1E-A00F-B35B95EE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2590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2D92A-E88D-4B74-9747-FED8FC94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58240"/>
            <a:ext cx="12192000" cy="40599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2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2BBDF-DC6B-40BE-9026-35EB14D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72" y="4937760"/>
            <a:ext cx="9363456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564ED-F385-43C4-90BD-D25B9182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AE2C9-8A04-4360-85D9-B41BD670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84AAB-A022-4F3D-BED6-A98D0C4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568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D441C7-89A4-481F-887A-9861A1D5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432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FF2640-2E90-41E9-B7F4-D1F666A6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296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6F34F-CA60-412A-838F-999057C7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52160"/>
            <a:ext cx="1072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4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4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44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DELIBERATELY SIMPLE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AAEDA-EE11-4017-A2D1-D03CCCE6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F3FA8-4E56-4A03-AC43-8D6F370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ATTACK CHAIN</a:t>
            </a:r>
          </a:p>
        </p:txBody>
      </p:sp>
    </p:spTree>
    <p:extLst>
      <p:ext uri="{BB962C8B-B14F-4D97-AF65-F5344CB8AC3E}">
        <p14:creationId xmlns:p14="http://schemas.microsoft.com/office/powerpoint/2010/main" val="1617868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FA397-FF35-4221-B99F-6E38CAE027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14de338ad40d4"/>
          <a:stretch xmlns:a="http://schemas.openxmlformats.org/drawingml/2006/main"/>
        </p:blipFill>
        <p:spPr>
          <a:xfrm xmlns:a="http://schemas.openxmlformats.org/drawingml/2006/main" flipH="0">
            <a:off x="2287" y="1158240"/>
            <a:ext cx="12187425" cy="40599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5EF6C-DAF9-4588-A6D1-C912A8EF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2590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7DED5-A42E-47F8-AD9A-892E5186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72" y="4937760"/>
            <a:ext cx="9363456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1FE71-C409-461E-B590-32A063AB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6FBEB-B1B7-4373-AB22-CF26E7D7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704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B0B6A-BA2A-4485-AF0B-6DC9D558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5568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621106-FF17-4E75-94DB-09DBCCC9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432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5D912-7FE1-4F9F-809B-A290B1EA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7296" y="4754880"/>
            <a:ext cx="234086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7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7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F480A-183F-4216-B41E-C904E41E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256" y="5437632"/>
            <a:ext cx="256032" cy="25603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73459-2D86-466D-A9CB-7A8E17FF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7120" y="5437632"/>
            <a:ext cx="256032" cy="25603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772DB-CD41-4158-ADA7-FBF7D87E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984" y="5437632"/>
            <a:ext cx="256032" cy="25603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78563-059C-49F9-A5F1-6ADC5D45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8848" y="5437632"/>
            <a:ext cx="256032" cy="25603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D6F8C-3224-4890-ADD3-64F56B0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9712" y="5437632"/>
            <a:ext cx="256032" cy="25603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19848D-CE12-4830-A5C7-C8A77F4B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096000"/>
            <a:ext cx="107289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4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4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4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FIVE HITS → FIVE ORBS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BED07-C97C-42CD-9016-08E96FA9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AAE98-6C65-444F-A91C-58C4E48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ATTACKS CREATE ORBS</a:t>
            </a:r>
          </a:p>
        </p:txBody>
      </p:sp>
    </p:spTree>
    <p:extLst>
      <p:ext uri="{BB962C8B-B14F-4D97-AF65-F5344CB8AC3E}">
        <p14:creationId xmlns:p14="http://schemas.microsoft.com/office/powerpoint/2010/main" val="9336948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2FA96-B38B-4D8F-AE1A-01B8AB3D40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d63993f38e493c"/>
          <a:srcRect xmlns:a="http://schemas.openxmlformats.org/drawingml/2006/main" l="31390" t="0" r="11610" b="0"/>
          <a:stretch xmlns:a="http://schemas.openxmlformats.org/drawingml/2006/main"/>
        </p:blipFill>
        <p:spPr>
          <a:xfrm xmlns:a="http://schemas.openxmlformats.org/drawingml/2006/main" flipH="0">
            <a:off x="5242560" y="0"/>
            <a:ext cx="694944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E4EA1-909A-4EB0-AC44-45BD7626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45280"/>
            <a:ext cx="12192000" cy="271272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99CC1-A1A2-44A6-B212-F47A243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24256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20E2B-EA55-4580-A219-B2EA907D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52" y="2682240"/>
            <a:ext cx="451104" cy="45110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8484AD-7E5C-4B19-BFAC-2C7F6736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520" y="2682240"/>
            <a:ext cx="451104" cy="45110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7F0E9-8E2C-453E-8004-BD54A8F4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888" y="2682240"/>
            <a:ext cx="451104" cy="45110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4629-BE40-48A9-9A98-5894D9E9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256" y="2682240"/>
            <a:ext cx="451104" cy="45110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83FBE-4429-4900-BADF-2A3EB9F1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8624" y="2682240"/>
            <a:ext cx="451104" cy="451104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26451-BA31-47BD-9881-3435A451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8400"/>
            <a:ext cx="3291840" cy="1706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44844-D86B-4E44-9BF3-0BCEC38D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35680"/>
            <a:ext cx="32918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CAST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4C592-6701-4F32-8EF7-46211ADC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94560"/>
            <a:ext cx="1950720" cy="19507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B17A">
                <a:alpha val="65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58B13-DF14-46C2-94DF-C6F834AD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560320"/>
            <a:ext cx="195072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6720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6720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6720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D28D3E-05B2-40B1-A12A-76AB25E4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79520"/>
            <a:ext cx="19507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EFA74D-E1D5-4C0C-A686-B5BE66DC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194560"/>
            <a:ext cx="2072640" cy="2316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F06F1-05D5-4CB2-96C6-017276F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80" y="2962656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88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688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688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33CF8D-7BF2-48D0-A1D2-68936994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89120"/>
            <a:ext cx="243840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1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11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R2</a:t>
            </a:r>
          </a:p>
          <a:p xmlns:a="http://schemas.openxmlformats.org/drawingml/2006/main">
            <a:pPr algn="l">
              <a:defRPr sz="211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11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EA0CF-359E-4079-A049-0B99DE00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0"/>
            <a:ext cx="1072896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7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7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97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RELEASE R2 TO CAST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DAE1D-4F85-4257-9C0E-062F754D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C316F-383B-44A5-9B64-BBA4258B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ORBS BECOME MAGIC</a:t>
            </a:r>
          </a:p>
        </p:txBody>
      </p:sp>
    </p:spTree>
    <p:extLst>
      <p:ext uri="{BB962C8B-B14F-4D97-AF65-F5344CB8AC3E}">
        <p14:creationId xmlns:p14="http://schemas.microsoft.com/office/powerpoint/2010/main" val="6188833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FB654-67DF-4865-B1AA-18F39135E3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4e7b9454374bc1"/>
          <a:stretch xmlns:a="http://schemas.openxmlformats.org/drawingml/2006/main"/>
        </p:blipFill>
        <p:spPr>
          <a:xfrm xmlns:a="http://schemas.openxmlformats.org/drawingml/2006/main" flipH="0">
            <a:off x="736095" y="2438400"/>
            <a:ext cx="4867650" cy="162153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9CB65-E9CB-419A-8636-F5FF371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8160"/>
            <a:ext cx="390144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846B1-BBF1-4654-9AB2-F166B858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4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C89D60-7786-4F92-840C-730E8244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4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681C4-2E75-4ABE-A813-BEEC908B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4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B42A0-A046-4341-9CA5-69F34868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4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41173F-BFDF-4123-B3F7-B1941341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4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4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C1531-683C-490C-BB78-86B30E66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952" y="475488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B77CA3-E27C-44E7-9472-3D4EEDD0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5312" y="475488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05462-A118-4AFA-9153-8E67084F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0672" y="475488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AD10B-21F4-4CCA-ACB9-6DD85D43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032" y="475488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247B2-FC38-4313-A151-61B4A12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1392" y="475488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9E1D2-7D4E-4390-ACA5-7494606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6880"/>
            <a:ext cx="48768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4AF1E-DCDA-43DD-A2C7-09B2EC72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240" y="341376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9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9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6221E-B658-4639-837A-7338B7C6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0688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7D39EF-8A88-48E1-BE75-D099C0E3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2926080"/>
            <a:ext cx="146304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45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345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345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46480-1CC4-4960-82A9-A62C8E76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840" y="3779520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771E0-8A46-4DDB-9CFF-2B05408B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1376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9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9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DC45A-CC6B-47B5-836E-85EB7838DD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21f30ba0847c0"/>
          <a:srcRect xmlns:a="http://schemas.openxmlformats.org/drawingml/2006/main" l="25136" t="0" r="8832" b="0"/>
          <a:stretch xmlns:a="http://schemas.openxmlformats.org/drawingml/2006/main"/>
        </p:blipFill>
        <p:spPr>
          <a:xfrm xmlns:a="http://schemas.openxmlformats.org/drawingml/2006/main" flipH="0">
            <a:off x="8534400" y="2438400"/>
            <a:ext cx="3291840" cy="280416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6860AF-5465-40D5-8C30-313BA287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06880"/>
            <a:ext cx="32918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338D5-E920-4914-A5A5-3C273767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364480"/>
            <a:ext cx="32918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5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5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105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6988D-C63F-4D00-8B87-2518C07E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69280"/>
            <a:ext cx="107289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45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E05AD4-E83B-4ED1-9EC6-FF67BCF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B765AC-290B-4362-94D0-A2DEFEA7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OBVIOUS WAY TO PLAY</a:t>
            </a:r>
          </a:p>
        </p:txBody>
      </p:sp>
    </p:spTree>
    <p:extLst>
      <p:ext uri="{BB962C8B-B14F-4D97-AF65-F5344CB8AC3E}">
        <p14:creationId xmlns:p14="http://schemas.microsoft.com/office/powerpoint/2010/main" val="3028180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35C7A-918C-48A4-8826-2A194F85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65120"/>
            <a:ext cx="682752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32D3B-9517-469A-87BD-B01FB0E2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682240"/>
            <a:ext cx="17068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BC8C-42DB-417C-B3FE-661D73C2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1440" y="2682240"/>
            <a:ext cx="17068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DB4BC-49D8-464B-BD6E-0096B969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8320" y="2682240"/>
            <a:ext cx="17068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09C79-101B-48D0-BF44-1D46B4B0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2240"/>
            <a:ext cx="17068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0B1D2-3870-4254-B3E8-8BAB269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080" y="2682240"/>
            <a:ext cx="17068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A85039-E019-4BF4-8096-CA327A87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8752" y="335280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29483-2D4C-4ECF-A239-DC0E6B8F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632" y="335280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1330D-48B3-43A1-BB62-BA2080A1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35280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1DBA95-AAFD-4BFC-8FDD-72C12B7F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392" y="335280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7BAA7-2076-4945-8CD3-7BE20481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272" y="3352800"/>
            <a:ext cx="158496" cy="15849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19839-E1DC-4B6D-B6EE-EEF0C49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04160"/>
            <a:ext cx="121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0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FIGHT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CAC311-2F2D-43A3-A6A5-8393A9FF3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74464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0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PREPARE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C2AF88-9BB3-49BD-8FD5-0A27767B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267200"/>
            <a:ext cx="9753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72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3072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3072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8563C-F4F7-48B5-8580-E23074D2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876800"/>
            <a:ext cx="9753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HOLD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59AF2-373D-4082-9339-71EE8603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4547616"/>
            <a:ext cx="658368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B1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EDC71-1917-4DB5-A80C-E321C3E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4352544"/>
            <a:ext cx="4876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5EC56-4E37-432F-99B2-D6025BFC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67200"/>
            <a:ext cx="10972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72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3072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3072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7529E-914D-4494-898C-CD17A823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876800"/>
            <a:ext cx="10972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6F4E5E-E8F2-47A7-B6D7-6113B363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74080"/>
            <a:ext cx="10728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9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TWO THINGS TO MANAGE AT ONCE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0A0F1-42FA-4AEB-8D9A-F84945F6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7B693-14FD-4266-AEA6-5E828045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SIMPLE INPUTS. PARALLEL DECISIONS.</a:t>
            </a:r>
          </a:p>
        </p:txBody>
      </p:sp>
    </p:spTree>
    <p:extLst>
      <p:ext uri="{BB962C8B-B14F-4D97-AF65-F5344CB8AC3E}">
        <p14:creationId xmlns:p14="http://schemas.microsoft.com/office/powerpoint/2010/main" val="20735894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372814-8900-4A5E-9DF6-07FB0CCA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0720"/>
            <a:ext cx="47548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ONE COMMON WAY TO ADD DEPTH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AF933-757E-4182-9C1F-CE309BF2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38400"/>
            <a:ext cx="51206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2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82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824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X → X → Y → ↓ + X → 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28A44C-02E7-49B0-941A-07D23A51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1950720"/>
            <a:ext cx="47548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LAEMA'S APPROACH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29EAE-99D5-4DBE-ADF3-AAAD89CD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2438400"/>
            <a:ext cx="46329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4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384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3840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X     R2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85239-1368-4F98-9DFB-EEBA4573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7520" y="3413760"/>
            <a:ext cx="4632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5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SIMPLE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5F353-0FC7-4EF3-A58C-3D030B3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54880"/>
            <a:ext cx="107289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B7AC99"/>
                </a:solidFill>
                <a:latin typeface="Georgia"/>
                <a:ea typeface="Georgia"/>
                <a:cs typeface="Georgia"/>
              </a:rPr>
              <a:t>LESS INPUT COMPLEXITY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471E5-83CA-4675-AB7D-95466816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48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48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3648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BDDA4-E162-4BD5-AA4B-45BFADC7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" y="5486400"/>
            <a:ext cx="101193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8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88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8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MORE ATTENTION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9D39A-329C-4E61-9F4C-EEA3E0E5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D7C6E-310A-4EE5-99DF-A5E53E64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CHALLENGE MOVES</a:t>
            </a:r>
          </a:p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FROM INPUTS TO ATTENTION</a:t>
            </a:r>
          </a:p>
        </p:txBody>
      </p:sp>
    </p:spTree>
    <p:extLst>
      <p:ext uri="{BB962C8B-B14F-4D97-AF65-F5344CB8AC3E}">
        <p14:creationId xmlns:p14="http://schemas.microsoft.com/office/powerpoint/2010/main" val="1354274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743051-1DDB-4414-9B8E-A31FF85DAE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e63774e484ad4"/>
          <a:srcRect xmlns:a="http://schemas.openxmlformats.org/drawingml/2006/main" l="0" t="13987" r="0" b="25976"/>
          <a:stretch xmlns:a="http://schemas.openxmlformats.org/drawingml/2006/main"/>
        </p:blipFill>
        <p:spPr>
          <a:xfrm xmlns:a="http://schemas.openxmlformats.org/drawingml/2006/main" flipH="0">
            <a:off x="1828800" y="1706880"/>
            <a:ext cx="10363200" cy="20726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E64BA-47D3-4BB5-B34F-5E3E84F0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706880"/>
            <a:ext cx="10363200" cy="2072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8A737-E97D-4377-BA9D-431CC006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224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0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NORMAL</a:t>
            </a:r>
          </a:p>
          <a:p xmlns:a="http://schemas.openxmlformats.org/drawingml/2006/main">
            <a: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0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COMBAT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F32D6-9CAD-4105-B3A4-B57DC7A2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72640"/>
            <a:ext cx="1584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rPr>
              <a:t>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2BDCE4-33D0-4E8F-AA75-03E99E2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72640"/>
            <a:ext cx="1584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rPr>
              <a:t>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95B81-D444-4034-B731-1450442D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2072640"/>
            <a:ext cx="1584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rPr>
              <a:t>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DD6BF-51E5-40AD-A8F0-0A08D59CB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2072640"/>
            <a:ext cx="1584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defPPr>
          </a:lstStyle>
          <a:p xmlns:a="http://schemas.openxmlformats.org/drawingml/2006/main">
            <a:pPr algn="ctr">
              <a:def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4800" b="0">
                <a:solidFill>
                  <a:srgbClr val="B7AC99"/>
                </a:solidFill>
                <a:latin typeface="Segoe UI Symbol"/>
                <a:ea typeface="Segoe UI Symbol"/>
                <a:cs typeface="Segoe UI Symbol"/>
              </a:rPr>
              <a:t>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9E27D-F876-4B46-BAB4-9AEFCF1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91840"/>
            <a:ext cx="158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ATTACK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B2619-6908-466B-8824-F6EBE85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291840"/>
            <a:ext cx="158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READ ENEMY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E9E45-8A65-4237-862E-B16967A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91840"/>
            <a:ext cx="158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DEFEND / AVOID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18FDA-48CE-4D2B-AFA6-7EC894C5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291840"/>
            <a:ext cx="1584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RE-ENGAGE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569FD-2649-407D-85D3-478093F8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67200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0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CAST</a:t>
            </a:r>
          </a:p>
          <a:p xmlns:a="http://schemas.openxmlformats.org/drawingml/2006/main">
            <a:pPr algn="l">
              <a:defRPr sz="1104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04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PREPARATION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B0B8B-78DA-47F4-85BC-DEF3C6BB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9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9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249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D1E50-C9D5-4B6E-8F0C-1C1CA160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693920"/>
            <a:ext cx="9753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592E9-92CF-4A33-96CB-75F93DF2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4511040"/>
            <a:ext cx="658368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B17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A9135-9B83-4915-AE56-823A5D7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4450080"/>
            <a:ext cx="121920" cy="12192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B60F7-B1BD-4A51-8728-61146C2B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4450080"/>
            <a:ext cx="121920" cy="12192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1F4648-501A-4E0F-84C7-B955E7E0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4108704"/>
            <a:ext cx="65836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SPELL STAYS ALIVE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71DFC6-B32B-4F12-88BE-D37AC9C2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20" y="4145280"/>
            <a:ext cx="9753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9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249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249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453FFE-D64D-457A-920B-B0DB785B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5120" y="4693920"/>
            <a:ext cx="9753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RELEASE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A0D57D-C985-42CB-972C-A17193CE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10728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YOU ARE NOT PERFORMING A HARDER COMBO.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BB7D5-B60E-44DB-A260-90156FBB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52160"/>
            <a:ext cx="1072896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YOU ARE MAINTAINING A SECOND OFFENSIVE LAYER WHILE FIGHTING NORMALLY.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91895-E0D6-4798-9E31-D96543B3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027418-41F3-4E22-9D74-6C3427F9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WHY MULTITASKING FEELS DIFFERENT</a:t>
            </a:r>
          </a:p>
        </p:txBody>
      </p:sp>
    </p:spTree>
    <p:extLst>
      <p:ext uri="{BB962C8B-B14F-4D97-AF65-F5344CB8AC3E}">
        <p14:creationId xmlns:p14="http://schemas.microsoft.com/office/powerpoint/2010/main" val="13397314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8C0D6-ACF1-4A26-89DF-9C964D38FE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df13df15c449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4D07E-851B-43CF-BD33-7BDD38C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30A12">
                  <a:alpha val="90000"/>
                </a:srgbClr>
              </a:gs>
              <a:gs pos="90000">
                <a:srgbClr val="030A12">
                  <a:alpha val="5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B0120-0FEC-4466-9D77-3C014AC6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60320"/>
            <a:ext cx="8290560" cy="219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048" b="0">
                <a:solidFill>
                  <a:srgbClr val="F1DFBD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6048" b="0">
                <a:solidFill>
                  <a:srgbClr val="F1DFBD"/>
                </a:solidFill>
                <a:latin typeface="Georgia"/>
                <a:ea typeface="Georgia"/>
                <a:cs typeface="Georgia"/>
              </a:defRPr>
            </a:pPr>
            <a:r>
              <a:rPr sz="6048" b="0">
                <a:solidFill>
                  <a:srgbClr val="F1DFBD"/>
                </a:solidFill>
                <a:latin typeface="Georgia"/>
                <a:ea typeface="Georgia"/>
                <a:cs typeface="Georgia"/>
              </a:rPr>
              <a:t>I KEPT BOTH</a:t>
            </a:r>
          </a:p>
          <a:p xmlns:a="http://schemas.openxmlformats.org/drawingml/2006/main">
            <a:pPr algn="l">
              <a:defRPr sz="6048" b="0">
                <a:solidFill>
                  <a:srgbClr val="F1DFBD"/>
                </a:solidFill>
                <a:latin typeface="Georgia"/>
                <a:ea typeface="Georgia"/>
                <a:cs typeface="Georgia"/>
              </a:defRPr>
            </a:pPr>
            <a:r>
              <a:rPr sz="6048" b="0">
                <a:solidFill>
                  <a:srgbClr val="F1DFBD"/>
                </a:solidFill>
                <a:latin typeface="Georgia"/>
                <a:ea typeface="Georgia"/>
                <a:cs typeface="Georgia"/>
              </a:rPr>
              <a:t>UNDER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4F932-062C-45AA-BE79-BA3FD2E3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853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4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4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24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A TOY AT HEART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1C6FF-DED3-4BB1-A3E1-BD7A5E5B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152300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7D8CB7-FE43-4A38-B266-7522C728AE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e1b06877d4e38"/>
          <a:stretch xmlns:a="http://schemas.openxmlformats.org/drawingml/2006/main"/>
        </p:blipFill>
        <p:spPr>
          <a:xfrm xmlns:a="http://schemas.openxmlformats.org/drawingml/2006/main" flipH="0">
            <a:off x="2287" y="1341120"/>
            <a:ext cx="12187425" cy="4059936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34E77-A8AF-4AAE-AD04-7E26654BDF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4a9ca194c4705"/>
          <a:srcRect xmlns:a="http://schemas.openxmlformats.org/drawingml/2006/main" l="31406" t="0" r="10469" b="0"/>
          <a:stretch xmlns:a="http://schemas.openxmlformats.org/drawingml/2006/main"/>
        </p:blipFill>
        <p:spPr>
          <a:xfrm xmlns:a="http://schemas.openxmlformats.org/drawingml/2006/main" flipH="0">
            <a:off x="4267200" y="1341120"/>
            <a:ext cx="3779520" cy="36576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11EDC-2D27-48B2-8F0B-B16FB105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256032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FBDC1-FEAB-4A0A-AA27-73AF5694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937760"/>
            <a:ext cx="8388096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C03F8-751C-4F6A-96FC-9E9B7507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75488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20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C6D00-39A0-4E5C-8F0E-C5E04B87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64" y="475488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20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E263A-4BF5-4CE0-B834-E2933E97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75488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20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B85A3-0E21-47FB-B067-DFCCFC7A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2" y="475488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20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20A31-1797-433A-B3DF-C230309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536" y="475488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20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20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FBEF6-FF9F-4281-BFC6-0DA3B4FC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0"/>
            <a:ext cx="1072896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WEAVE MAGIC INTO THE COMBO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3ABDC-0628-4944-AE09-3D09B7D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E37DD-DCB2-4EAA-98A1-4E2FC80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WEAVE MAGIC INTO THE COMBO</a:t>
            </a:r>
          </a:p>
        </p:txBody>
      </p:sp>
    </p:spTree>
    <p:extLst>
      <p:ext uri="{BB962C8B-B14F-4D97-AF65-F5344CB8AC3E}">
        <p14:creationId xmlns:p14="http://schemas.microsoft.com/office/powerpoint/2010/main" val="4146646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97337-ECEF-4821-AF61-3A27D94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341120"/>
            <a:ext cx="19507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20" b="0">
                <a:solidFill>
                  <a:srgbClr val="ED976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320" b="0">
                <a:solidFill>
                  <a:srgbClr val="ED9762"/>
                </a:solidFill>
                <a:latin typeface="Georgia"/>
                <a:ea typeface="Georgia"/>
                <a:cs typeface="Georgia"/>
              </a:defRPr>
            </a:pPr>
            <a:r>
              <a:rPr sz="4320" b="0">
                <a:solidFill>
                  <a:srgbClr val="ED9762"/>
                </a:solidFill>
                <a:latin typeface="Georgia"/>
                <a:ea typeface="Georgia"/>
                <a:cs typeface="Georgia"/>
              </a:rPr>
              <a:t>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6BE95-82ED-48A0-A1D1-4A671F21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9456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48" b="0">
                <a:solidFill>
                  <a:srgbClr val="ED9762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48" b="0">
                <a:solidFill>
                  <a:srgbClr val="ED9762"/>
                </a:solidFill>
                <a:latin typeface="Segoe UI"/>
                <a:ea typeface="Segoe UI"/>
                <a:cs typeface="Segoe UI"/>
              </a:defRPr>
            </a:pPr>
            <a:r>
              <a:rPr sz="1248" b="0">
                <a:solidFill>
                  <a:srgbClr val="ED9762"/>
                </a:solidFill>
                <a:latin typeface="Segoe UI"/>
                <a:ea typeface="Segoe UI"/>
                <a:cs typeface="Segoe UI"/>
              </a:rPr>
              <a:t>FIRE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07A6A-18CF-4A53-9B0C-44818258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1341120"/>
            <a:ext cx="19507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20" b="0">
                <a:solidFill>
                  <a:srgbClr val="6BC8E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320" b="0">
                <a:solidFill>
                  <a:srgbClr val="6BC8EF"/>
                </a:solidFill>
                <a:latin typeface="Georgia"/>
                <a:ea typeface="Georgia"/>
                <a:cs typeface="Georgia"/>
              </a:defRPr>
            </a:pPr>
            <a:r>
              <a:rPr sz="4320" b="0">
                <a:solidFill>
                  <a:srgbClr val="6BC8EF"/>
                </a:solidFill>
                <a:latin typeface="Georgia"/>
                <a:ea typeface="Georgia"/>
                <a:cs typeface="Georgia"/>
              </a:rPr>
              <a:t>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B1EA7-5A08-4415-BA84-66EBE426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219456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48" b="0">
                <a:solidFill>
                  <a:srgbClr val="6BC8EF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48" b="0">
                <a:solidFill>
                  <a:srgbClr val="6BC8EF"/>
                </a:solidFill>
                <a:latin typeface="Segoe UI"/>
                <a:ea typeface="Segoe UI"/>
                <a:cs typeface="Segoe UI"/>
              </a:defRPr>
            </a:pPr>
            <a:r>
              <a:rPr sz="1248" b="0">
                <a:solidFill>
                  <a:srgbClr val="6BC8EF"/>
                </a:solidFill>
                <a:latin typeface="Segoe UI"/>
                <a:ea typeface="Segoe UI"/>
                <a:cs typeface="Segoe UI"/>
              </a:rPr>
              <a:t>WATER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31E41-5F0C-43E5-B4F1-7A297EC5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341120"/>
            <a:ext cx="19507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20" b="0">
                <a:solidFill>
                  <a:srgbClr val="BBCF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320" b="0">
                <a:solidFill>
                  <a:srgbClr val="BBCFE9"/>
                </a:solidFill>
                <a:latin typeface="Georgia"/>
                <a:ea typeface="Georgia"/>
                <a:cs typeface="Georgia"/>
              </a:defRPr>
            </a:pPr>
            <a:r>
              <a:rPr sz="4320" b="0">
                <a:solidFill>
                  <a:srgbClr val="BBCFE9"/>
                </a:solidFill>
                <a:latin typeface="Georgia"/>
                <a:ea typeface="Georgia"/>
                <a:cs typeface="Georgia"/>
              </a:rPr>
              <a:t>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0EB84-BEB7-4314-B871-5B9A0D55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19456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48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48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pPr>
            <a:r>
              <a:rPr sz="1248" b="0">
                <a:solidFill>
                  <a:srgbClr val="BBCFE9"/>
                </a:solidFill>
                <a:latin typeface="Segoe UI"/>
                <a:ea typeface="Segoe UI"/>
                <a:cs typeface="Segoe UI"/>
              </a:rPr>
              <a:t>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67C30-A347-4782-A95C-82A28255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341120"/>
            <a:ext cx="19507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20" b="0">
                <a:solidFill>
                  <a:srgbClr val="BDBE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320" b="0">
                <a:solidFill>
                  <a:srgbClr val="BDBE7A"/>
                </a:solidFill>
                <a:latin typeface="Georgia"/>
                <a:ea typeface="Georgia"/>
                <a:cs typeface="Georgia"/>
              </a:defRPr>
            </a:pPr>
            <a:r>
              <a:rPr sz="4320" b="0">
                <a:solidFill>
                  <a:srgbClr val="BDBE7A"/>
                </a:solidFill>
                <a:latin typeface="Georgia"/>
                <a:ea typeface="Georgia"/>
                <a:cs typeface="Georgia"/>
              </a:rPr>
              <a:t>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A1824-C0C2-4A9D-A2E6-32B2D766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9456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48" b="0">
                <a:solidFill>
                  <a:srgbClr val="BDBE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48" b="0">
                <a:solidFill>
                  <a:srgbClr val="BDBE7A"/>
                </a:solidFill>
                <a:latin typeface="Segoe UI"/>
                <a:ea typeface="Segoe UI"/>
                <a:cs typeface="Segoe UI"/>
              </a:defRPr>
            </a:pPr>
            <a:r>
              <a:rPr sz="1248" b="0">
                <a:solidFill>
                  <a:srgbClr val="BDBE7A"/>
                </a:solidFill>
                <a:latin typeface="Segoe UI"/>
                <a:ea typeface="Segoe UI"/>
                <a:cs typeface="Segoe UI"/>
              </a:rPr>
              <a:t>EARTH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B5615-8E39-4960-A47B-523A599A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3169920"/>
            <a:ext cx="1048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1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12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412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SPELL  +  MOVES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9977F-95ED-4652-9DE9-10B4ED76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89120"/>
            <a:ext cx="37795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6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6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64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HEAVY · SLOW · POWERFUL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FA384-3C83-4D29-89F3-B4556424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240" y="4328160"/>
            <a:ext cx="1219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C6DDED-3F18-4323-A068-2477E3DD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89120"/>
            <a:ext cx="2438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6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86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64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FAST · LIGHT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E8AA3-401D-4E0F-AD75-A727A110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754880"/>
            <a:ext cx="8534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FIRE       EARTH       WATER       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B1B2E5-241F-4998-9A02-0C451B93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0640"/>
            <a:ext cx="8534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6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64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64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CONCEPTUAL SPECTRUM · SCHOOL POSITIONS ARE PROVISIONAL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6F2C0D-7D85-4253-9F23-5234E36B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0"/>
            <a:ext cx="1072896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AFFECTS BOTH SPELLS AND MOVES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022F47-B461-4F90-AAC7-CC8BBBBA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9CBF0-D485-43A9-A4AB-240FC3D5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FOUR SCHOOLS</a:t>
            </a:r>
          </a:p>
        </p:txBody>
      </p:sp>
    </p:spTree>
    <p:extLst>
      <p:ext uri="{BB962C8B-B14F-4D97-AF65-F5344CB8AC3E}">
        <p14:creationId xmlns:p14="http://schemas.microsoft.com/office/powerpoint/2010/main" val="204376661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132188-73A0-42C3-A13A-B45050F226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9649d20d84652"/>
          <a:stretch xmlns:a="http://schemas.openxmlformats.org/drawingml/2006/main"/>
        </p:blipFill>
        <p:spPr>
          <a:xfrm xmlns:a="http://schemas.openxmlformats.org/drawingml/2006/main" flipH="0">
            <a:off x="2070124" y="1463040"/>
            <a:ext cx="8051752" cy="268224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2B97D-AE0D-459D-A0A9-41EF39B0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1463040"/>
            <a:ext cx="10485120" cy="2682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7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914B5-D7AB-4FD7-B466-DE6025CA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962400"/>
            <a:ext cx="8388096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8A24C-FCCD-4789-A9D8-60305EF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377952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FEE93-6943-4F39-9347-A9B60715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64" y="377952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46DF3-1BEA-4810-84DE-667B6ED5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377952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0E457-A88D-4051-B075-D43D4721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2" y="377952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34E0E-3208-447C-9E20-E402DD9A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536" y="3779520"/>
            <a:ext cx="2097024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X5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59531-5DD6-4D38-8F02-F5DAA126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4437888"/>
            <a:ext cx="209702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60" b="0">
                <a:solidFill>
                  <a:srgbClr val="ED9762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60" b="0">
                <a:solidFill>
                  <a:srgbClr val="ED9762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ED9762"/>
                </a:solidFill>
                <a:latin typeface="Segoe UI"/>
                <a:ea typeface="Segoe UI"/>
                <a:cs typeface="Segoe UI"/>
              </a:rPr>
              <a:t>FIRE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357A2-0835-4DD4-9FA1-DF6F146E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464" y="4437888"/>
            <a:ext cx="209702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60" b="0">
                <a:solidFill>
                  <a:srgbClr val="ED9762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60" b="0">
                <a:solidFill>
                  <a:srgbClr val="ED9762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ED9762"/>
                </a:solidFill>
                <a:latin typeface="Segoe UI"/>
                <a:ea typeface="Segoe UI"/>
                <a:cs typeface="Segoe UI"/>
              </a:rPr>
              <a:t>FIRE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4B505-50E4-45B1-B64E-EB8C5421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88" y="4437888"/>
            <a:ext cx="209702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60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60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BBCFE9"/>
                </a:solidFill>
                <a:latin typeface="Segoe UI"/>
                <a:ea typeface="Segoe UI"/>
                <a:cs typeface="Segoe UI"/>
              </a:rPr>
              <a:t>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61386-8625-4722-9868-D215199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4512" y="4437888"/>
            <a:ext cx="209702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60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60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BBCFE9"/>
                </a:solidFill>
                <a:latin typeface="Segoe UI"/>
                <a:ea typeface="Segoe UI"/>
                <a:cs typeface="Segoe UI"/>
              </a:rPr>
              <a:t>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B75C5-0A65-4500-8CEB-A67C8148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1536" y="4437888"/>
            <a:ext cx="2097024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60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60" b="0">
                <a:solidFill>
                  <a:srgbClr val="BBCFE9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BBCFE9"/>
                </a:solidFill>
                <a:latin typeface="Segoe UI"/>
                <a:ea typeface="Segoe UI"/>
                <a:cs typeface="Segoe UI"/>
              </a:rPr>
              <a:t>AIR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ACC11-AC05-4B17-9E5C-A5D269B2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40" y="3169920"/>
            <a:ext cx="17068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00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SWITCH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F5804-0241-41F6-971E-C3C0FA98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168" y="4876800"/>
            <a:ext cx="353568" cy="35356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ED9762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ED97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2FD6A-A837-40C3-91C1-83B00DC0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168" y="4913376"/>
            <a:ext cx="353568" cy="353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3458E-5942-4106-8579-B6B28C27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876800"/>
            <a:ext cx="353568" cy="35356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ED9762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ED97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06BD7E-1FDB-4B29-A9E8-C8BE37FF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4913376"/>
            <a:ext cx="353568" cy="353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386D74-DBC0-40C4-96B5-E52B374C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216" y="4876800"/>
            <a:ext cx="353568" cy="35356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1D002-BA28-40E9-82EE-5516FA29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9216" y="4913376"/>
            <a:ext cx="353568" cy="353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6A292-5278-4816-9DE0-1B886992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240" y="4876800"/>
            <a:ext cx="353568" cy="35356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CC89C-E96A-4964-BB2A-B5AC1CF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6240" y="4913376"/>
            <a:ext cx="353568" cy="353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C297E3-868C-4406-816D-DB16A4E4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4" y="4876800"/>
            <a:ext cx="353568" cy="353568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7CF1F8-CF8C-474D-9FF0-AC079459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264" y="4913376"/>
            <a:ext cx="353568" cy="3535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1911A-DE1B-48DB-A227-A1C6918E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0"/>
            <a:ext cx="1072896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SAME CHAIN.</a:t>
            </a:r>
          </a:p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DIFFERENT FIGHTING STYLE.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4AEF05-5A6A-4DAF-9CA7-C26A0787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44BA89-59E5-40E6-B6D6-4B925679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SWITCH MID-CHAIN</a:t>
            </a:r>
          </a:p>
        </p:txBody>
      </p:sp>
    </p:spTree>
    <p:extLst>
      <p:ext uri="{BB962C8B-B14F-4D97-AF65-F5344CB8AC3E}">
        <p14:creationId xmlns:p14="http://schemas.microsoft.com/office/powerpoint/2010/main" val="20006201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B9D89-7964-45A7-BC81-40B06F61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016" y="2682240"/>
            <a:ext cx="499872" cy="49987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ED9762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ED97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679F4-FBF8-4D89-A7C2-0780C35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016" y="2718816"/>
            <a:ext cx="499872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6FF72-B681-45EF-A6AC-895FE29B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682240"/>
            <a:ext cx="499872" cy="49987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ED9762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ED97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4FFCC-81FF-4291-A275-D22A3F25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718816"/>
            <a:ext cx="499872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7BC84-9297-4E32-A976-9AB62E1E5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064" y="2682240"/>
            <a:ext cx="499872" cy="49987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CD340-9782-40F7-9E8C-4F550395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6064" y="2718816"/>
            <a:ext cx="499872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BDDD6-4262-4BE4-BE65-E6A70900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8" y="2682240"/>
            <a:ext cx="499872" cy="49987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5B034-2BD9-4453-BA89-936BB2A2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088" y="2718816"/>
            <a:ext cx="499872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0CE3E-22B0-40FD-AC4B-F245C4A6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682240"/>
            <a:ext cx="499872" cy="49987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40CC4-56D5-4CDE-B862-4C3955A03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2718816"/>
            <a:ext cx="499872" cy="499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DE145-6FC3-4297-A8EE-232AE24F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7440" y="335280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4" b="0">
                <a:solidFill>
                  <a:srgbClr val="BBCF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04" b="0">
                <a:solidFill>
                  <a:srgbClr val="BBCFE9"/>
                </a:solidFill>
                <a:latin typeface="Georgia"/>
                <a:ea typeface="Georgia"/>
                <a:cs typeface="Georgia"/>
              </a:defRPr>
            </a:pPr>
            <a:r>
              <a:rPr sz="2304" b="0">
                <a:solidFill>
                  <a:srgbClr val="BBCFE9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1D877-F5AF-4C7D-AE82-A3D7B883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3596640"/>
            <a:ext cx="104851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24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24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24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5 ORBS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55FB3-03D3-4783-B090-404BDEEC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2240" y="4145280"/>
            <a:ext cx="4267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8" b="0">
                <a:solidFill>
                  <a:srgbClr val="BBCFE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128" b="0">
                <a:solidFill>
                  <a:srgbClr val="BBCFE9"/>
                </a:solidFill>
                <a:latin typeface="Georgia"/>
                <a:ea typeface="Georgia"/>
                <a:cs typeface="Georgia"/>
              </a:defRPr>
            </a:pPr>
            <a:r>
              <a:rPr sz="4128" b="0">
                <a:solidFill>
                  <a:srgbClr val="BBCFE9"/>
                </a:solidFill>
                <a:latin typeface="Georgia"/>
                <a:ea typeface="Georgia"/>
                <a:cs typeface="Georgia"/>
              </a:rPr>
              <a:t>AIR Lv.5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19C67-E5D9-4C96-BC11-087559B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4267200"/>
            <a:ext cx="426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76" b="0">
                <a:solidFill>
                  <a:srgbClr val="ED9762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76" b="0">
                <a:solidFill>
                  <a:srgbClr val="ED9762"/>
                </a:solidFill>
                <a:latin typeface="Georgia"/>
                <a:ea typeface="Georgia"/>
                <a:cs typeface="Georgia"/>
              </a:defRPr>
            </a:pPr>
            <a:r>
              <a:rPr sz="2976" b="0">
                <a:solidFill>
                  <a:srgbClr val="ED9762"/>
                </a:solidFill>
                <a:latin typeface="Georgia"/>
                <a:ea typeface="Georgia"/>
                <a:cs typeface="Georgia"/>
              </a:rPr>
              <a:t>+ FIRE Lv.2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272D8B-D4ED-4FAF-B3FC-926B116D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0"/>
            <a:ext cx="1072896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ATTACK NOW.</a:t>
            </a:r>
          </a:p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SHAPE THE NEXT CAST.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B4043F-7F5B-4BCF-BF8D-23C6A833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910CE-8C5A-445A-818F-84330863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ATTACKS WRITE THE SPELL</a:t>
            </a:r>
          </a:p>
        </p:txBody>
      </p:sp>
    </p:spTree>
    <p:extLst>
      <p:ext uri="{BB962C8B-B14F-4D97-AF65-F5344CB8AC3E}">
        <p14:creationId xmlns:p14="http://schemas.microsoft.com/office/powerpoint/2010/main" val="19040519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F93D1-7C5B-4128-B662-0B081517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" y="1706880"/>
            <a:ext cx="1048512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304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304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pPr>
            <a:r>
              <a:rPr sz="2304" b="0">
                <a:solidFill>
                  <a:srgbClr val="B7AC99"/>
                </a:solidFill>
                <a:latin typeface="Georgia"/>
                <a:ea typeface="Georgia"/>
                <a:cs typeface="Georgia"/>
              </a:rPr>
              <a:t>AIR Lv.5 + FIRE Lv.2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3847F1-93E7-4772-908D-180D5240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69920"/>
            <a:ext cx="60960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6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6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R2 RELEASE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88DD2-999A-4F65-BB1B-99852E32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35680"/>
            <a:ext cx="60960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432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432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432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C441A-3A9C-450F-9DA6-3B198675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240" y="4389120"/>
            <a:ext cx="731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04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304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304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F518A-A1AF-4796-AC26-E186A0B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54880"/>
            <a:ext cx="609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5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5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52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HEAT 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A2DD0-E5A5-47FA-85D3-3B0D0A83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0640"/>
            <a:ext cx="6096000" cy="853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17A">
              <a:alpha val="1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D6402-CBD2-46E8-94A8-E71ECF72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0640"/>
            <a:ext cx="4023360" cy="8534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AE7C42"/>
              </a:gs>
              <a:gs pos="100000">
                <a:srgbClr val="F0CF91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071F7C-0699-4597-9033-2E52286E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0"/>
            <a:ext cx="1072896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SPEND ORBS</a:t>
            </a:r>
          </a:p>
          <a:p xmlns:a="http://schemas.openxmlformats.org/drawingml/2006/main">
            <a:pPr algn="l">
              <a:defRPr sz="28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8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→ BUILD HEAT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B48BC-1EA8-4F7C-A489-00C03B08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1E5A9-215B-4AF2-867C-BECFF118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CASTING BUILDS HEAT</a:t>
            </a:r>
          </a:p>
        </p:txBody>
      </p:sp>
    </p:spTree>
    <p:extLst>
      <p:ext uri="{BB962C8B-B14F-4D97-AF65-F5344CB8AC3E}">
        <p14:creationId xmlns:p14="http://schemas.microsoft.com/office/powerpoint/2010/main" val="8553775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60D1DB-EEDE-420E-BDFF-29A2181F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341120"/>
            <a:ext cx="6461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6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60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TIME 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16F49-984C-4289-B66B-30ED0294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0720"/>
            <a:ext cx="243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0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ATTACK FASTER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93479-DAB2-445D-AEBF-410DE268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926336"/>
            <a:ext cx="8534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LOW HEAT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3B53E-9C23-42A5-9F53-647947E3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048256"/>
            <a:ext cx="6461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D0680-AEB8-4DB8-A38A-AE579CCC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011680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05A37-00A2-4F35-A974-A5B3214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4" y="2011680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5B282-1A88-4671-90CF-6267FEEE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33600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67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2247B-DCE8-499D-BBF3-52AC7FEE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53184"/>
            <a:ext cx="6461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X1         X2         X3         X4         X5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BF341-3618-4BC8-838E-ECAAD126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5248"/>
            <a:ext cx="8534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HIGH HEAT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6ABF5-A28E-4667-972A-D461695C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487168"/>
            <a:ext cx="6461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5F14F-1D75-4DEE-93C6-6BD816E5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450592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D2131-6402-43E4-92EF-2AD1E40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4" y="2450592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444F06-66DD-47BB-98EB-AA7D207A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2512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67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SOONER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7DA64F-A43E-433C-9023-C1F3B98D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292096"/>
            <a:ext cx="6461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X1         X2         X3         X4         X5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E4B719-DB6B-4F3A-87C1-568842D6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43072"/>
            <a:ext cx="243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0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CAST FASTER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BC977-4B26-4B64-9682-5EC25D1B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18688"/>
            <a:ext cx="8534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LOW HEAT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D93B1B-7113-4E34-8FC6-6F4D21B1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40608"/>
            <a:ext cx="6461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498BB-1A8F-4212-9BBC-E8091598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304032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33F54-16CE-4D8F-B3C4-77990FE1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4" y="3304032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CF436B-F0BD-4879-BC6E-93E062B3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5952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67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LATER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CE40A-8894-4AAA-AD0E-BF454620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145536"/>
            <a:ext cx="2438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BDD6EF-9A26-48C1-8BC6-9917422D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145536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CAST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6CBBF-4005-4109-A90F-7C51EAC07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657600"/>
            <a:ext cx="8534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HIGH HEAT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A71AE4-56F8-4902-AFB5-3C6165C2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79520"/>
            <a:ext cx="6461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516B5D-F9E3-4DB5-AA04-D14720F1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742944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0C15B-7907-46DA-AC3F-426D5EEE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4" y="3742944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A4177E-AD0C-462F-B4A4-17B74013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64864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67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SOONER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F1412-DC78-405B-ABB9-7D0FEA24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584448"/>
            <a:ext cx="2438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 RELEASE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B76F71-D9DB-4FF7-9B06-BBF079CE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3584448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CAST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137A4C-6CC8-4AA4-9E9C-56C4309A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35424"/>
            <a:ext cx="243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0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0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CHARGE FASTER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830E5F-9639-41F1-B27F-3452C24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11040"/>
            <a:ext cx="8534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LOW HEAT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07D4CA-9C83-426A-B86E-3341496E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632960"/>
            <a:ext cx="6461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AAF63A-8641-4B62-93C5-3CFA20A8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596384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3394B0-E2CC-4969-96AA-29B66D20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4" y="4596384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F65476-1A92-4198-A4EA-E100CCE7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18304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67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LATER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912243-4A89-4E4C-8BBD-149BAA83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437888"/>
            <a:ext cx="2438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 HOLD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4DDFFF-D85A-48CD-B5B0-CCC231FC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437888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CHARGED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D32EE2-D810-483C-AD3E-8F9CC3F5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49952"/>
            <a:ext cx="8534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HIGH HEAT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2353BB-3E7C-463F-A3CA-DCC24C01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5071872"/>
            <a:ext cx="6461760" cy="12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500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5ED073-6151-4239-B1D3-D495B191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5035296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51C5B8-6706-44FB-AD97-7F63233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064" y="5035296"/>
            <a:ext cx="73152" cy="73152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11949C6-EAE2-4917-B296-E6265200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157216"/>
            <a:ext cx="14630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67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67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SOONER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737D45-DAA6-48C0-90E4-13D8E286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876800"/>
            <a:ext cx="24384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R2 HOLD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77E65F-A5BB-43DF-B6BF-74080EC5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7840" y="4876800"/>
            <a:ext cx="18288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816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CHARGED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965C37-BC7E-495A-81D4-C709AA84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17920"/>
            <a:ext cx="1072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5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5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SAME START · SAME ENDPOINT · EARLIER ARRIVAL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30254F-C0A8-465E-A495-0A884DDA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082B7A-8053-4E82-A8E7-BACC8E4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HEAT MAKES COMBAT FASTER</a:t>
            </a:r>
          </a:p>
        </p:txBody>
      </p:sp>
    </p:spTree>
    <p:extLst>
      <p:ext uri="{BB962C8B-B14F-4D97-AF65-F5344CB8AC3E}">
        <p14:creationId xmlns:p14="http://schemas.microsoft.com/office/powerpoint/2010/main" val="214110680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78F7B0-CF3D-48DB-B6FA-B9047AA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760" y="1219200"/>
            <a:ext cx="5364480" cy="536448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B17A">
                <a:alpha val="65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D8C73-D24D-419E-AAD3-8D69AE87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1219200"/>
            <a:ext cx="29260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ATTACK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0BCBD-F0B2-4BC2-A51C-344647F8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960" y="1950720"/>
            <a:ext cx="2926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GENERATE ORBS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972E7-2BE8-4506-8A01-CF534D9B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080" y="2316480"/>
            <a:ext cx="219456" cy="219456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D5B17A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D5B17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AF6F5-2D97-47FE-822B-EA44296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389120"/>
            <a:ext cx="30480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A46BC-C6A8-4877-AF77-6FF8FE8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998720"/>
            <a:ext cx="30480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5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15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52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SPEND ORBS</a:t>
            </a:r>
          </a:p>
          <a:p xmlns:a="http://schemas.openxmlformats.org/drawingml/2006/main">
            <a:pPr algn="l">
              <a:defRPr sz="1152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1152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HEAT 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4684C-8A03-486B-B211-6959AE94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67200"/>
            <a:ext cx="35356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r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FASTER COMBAT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3A01E-BBF2-4B6B-9906-BC08682E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120640"/>
            <a:ext cx="353568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ATTACK FASTER</a:t>
            </a:r>
          </a:p>
          <a:p xmlns:a="http://schemas.openxmlformats.org/drawingml/2006/main">
            <a:pPr algn="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CAST FASTER</a:t>
            </a:r>
          </a:p>
          <a:p xmlns:a="http://schemas.openxmlformats.org/drawingml/2006/main">
            <a:pPr algn="r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CHARGE FASTER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3792E-B2B3-4370-96E4-8F2FF186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80416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E3F86A-ACF1-45EE-A0A3-958A1313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621792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1315A-CC3F-4E6B-83D1-88438AF54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9184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2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7804CC-1955-4A10-901B-4621BB2B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1840"/>
            <a:ext cx="3657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STAY IN</a:t>
            </a:r>
          </a:p>
          <a:p xmlns:a="http://schemas.openxmlformats.org/drawingml/2006/main">
            <a:pPr algn="ctr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ZONE.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EDBAF-CC5C-49E0-AE01-8DD78B5F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CB460B-D6C8-4444-96E1-05F2E29C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STAY IN THE ZONE</a:t>
            </a:r>
          </a:p>
        </p:txBody>
      </p:sp>
    </p:spTree>
    <p:extLst>
      <p:ext uri="{BB962C8B-B14F-4D97-AF65-F5344CB8AC3E}">
        <p14:creationId xmlns:p14="http://schemas.microsoft.com/office/powerpoint/2010/main" val="9252828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CA82B1-606F-44FC-9C54-E14BD33FF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e0a5fde8641d4"/>
          <a:srcRect xmlns:a="http://schemas.openxmlformats.org/drawingml/2006/main" l="18667" t="0" r="28000" b="0"/>
          <a:stretch xmlns:a="http://schemas.openxmlformats.org/drawingml/2006/main"/>
        </p:blipFill>
        <p:spPr>
          <a:xfrm xmlns:a="http://schemas.openxmlformats.org/drawingml/2006/main" flipH="0">
            <a:off x="0" y="0"/>
            <a:ext cx="4876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8D3AD-8749-4457-81A9-ABF95926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2563-1C49-414F-A6FA-79220EFA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08" y="2438400"/>
            <a:ext cx="365760" cy="3657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ED9762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ED976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6A3BE-CCD9-4A72-9EFC-ADBCBDD1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208" y="24749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D313B-B3B0-4781-B56C-36C8D257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438400"/>
            <a:ext cx="365760" cy="3657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ED9762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ED976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E2F82-0099-4680-845E-E90AB1E8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4749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86152-FDA2-47E3-B4D9-B9BC8C7D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438400"/>
            <a:ext cx="365760" cy="3657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0595A-7931-4DC4-ADC9-D4E811BD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80" y="24749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BD69E-696C-4B50-BDAD-2AFA386B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2438400"/>
            <a:ext cx="365760" cy="3657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9DDCB-3D23-4D32-B142-B9F8D3B7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616" y="24749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3CB74-AABE-4FBC-BFF4-BC71A5B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438400"/>
            <a:ext cx="365760" cy="36576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2C5">
                  <a:alpha val="90000"/>
                </a:srgbClr>
              </a:gs>
              <a:gs pos="35000">
                <a:srgbClr val="BBCFE9"/>
              </a:gs>
              <a:gs pos="100000">
                <a:srgbClr val="102033"/>
              </a:gs>
            </a:gsLst>
            <a:path path="shape"/>
          </a:gradFill>
          <a:ln xmlns:a="http://schemas.openxmlformats.org/drawingml/2006/main" w="9525">
            <a:solidFill>
              <a:srgbClr val="BBCF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47A26-D212-45F6-BE92-AAB2A7D3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752" y="2474976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344" b="1">
                <a:solidFill>
                  <a:srgbClr val="08121C"/>
                </a:solidFill>
                <a:latin typeface="Georgia"/>
                <a:ea typeface="Georgia"/>
                <a:cs typeface="Georgia"/>
              </a:defRPr>
            </a:pPr>
            <a:r>
              <a:rPr sz="1344" b="1">
                <a:solidFill>
                  <a:srgbClr val="08121C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4A8371-FE85-48FA-A4A7-3E7AF157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048000"/>
            <a:ext cx="609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40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F9B53-DA5D-4DD0-955D-1C1F368B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353568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7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97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97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AIR Lv.5</a:t>
            </a:r>
          </a:p>
          <a:p xmlns:a="http://schemas.openxmlformats.org/drawingml/2006/main">
            <a:pPr algn="l">
              <a:defRPr sz="297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97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+ FIRE Lv.2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1E477E-F16A-40FA-8561-751860D0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2336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6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360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3360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6F3C7-83BE-4EE3-BB65-FA1890B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584960"/>
            <a:ext cx="63398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25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BUILD YOUR LOADOUT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63135-B554-4B4D-B4A6-C6AA800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2194560"/>
            <a:ext cx="63398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12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OUTSIDE COMBAT · SCHOOL + LEVEL</a:t>
            </a:r>
          </a:p>
        </p:txBody>
      </p:sp>
      <p:graphicFrame>
        <p:nvGraphicFrame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E4FAC-B3C0-4A56-A453-8479ADF4B00A}"/>
              </a:ext>
            </a:extLst>
          </p:cNvPr>
          <p:cNvGraphicFramePr/>
          <p:nvPr/>
        </p:nvGraphicFramePr>
        <p:xfrm>
          <a:off xmlns:a="http://schemas.openxmlformats.org/drawingml/2006/main" x="5120640" y="2560320"/>
          <a:ext xmlns:a="http://schemas.openxmlformats.org/drawingml/2006/main" cx="6339840" cy="256032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63040"/>
                <a:gridCol w="975360"/>
                <a:gridCol w="975360"/>
                <a:gridCol w="975360"/>
                <a:gridCol w="975360"/>
                <a:gridCol w="975360"/>
              </a:tblGrid>
              <a:tr h="512064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912">
                          <a:solidFill>
                            <a:srgbClr val="B7AC99"/>
                          </a:solidFill>
                          <a:latin typeface="Segoe UI"/>
                          <a:ea typeface="Segoe UI"/>
                          <a:cs typeface="Segoe UI"/>
                        </a:rPr>
                        <a:t>SCHOOL</a:t>
                      </a:r>
                    </a:p>
                  </a:txBody>
                  <a:tcPr marL="91440" marR="91440" marT="45720" marB="45720">
                    <a:lnL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L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T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T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912">
                          <a:solidFill>
                            <a:srgbClr val="B7AC99"/>
                          </a:solidFill>
                          <a:latin typeface="Segoe UI"/>
                          <a:ea typeface="Segoe UI"/>
                          <a:cs typeface="Segoe UI"/>
                        </a:rPr>
                        <a:t>Lv.1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T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T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912">
                          <a:solidFill>
                            <a:srgbClr val="B7AC99"/>
                          </a:solidFill>
                          <a:latin typeface="Segoe UI"/>
                          <a:ea typeface="Segoe UI"/>
                          <a:cs typeface="Segoe UI"/>
                        </a:rPr>
                        <a:t>Lv.2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T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T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912">
                          <a:solidFill>
                            <a:srgbClr val="B7AC99"/>
                          </a:solidFill>
                          <a:latin typeface="Segoe UI"/>
                          <a:ea typeface="Segoe UI"/>
                          <a:cs typeface="Segoe UI"/>
                        </a:rPr>
                        <a:t>Lv.3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T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T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912">
                          <a:solidFill>
                            <a:srgbClr val="B7AC99"/>
                          </a:solidFill>
                          <a:latin typeface="Segoe UI"/>
                          <a:ea typeface="Segoe UI"/>
                          <a:cs typeface="Segoe UI"/>
                        </a:rPr>
                        <a:t>Lv.4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T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T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912">
                          <a:solidFill>
                            <a:srgbClr val="B7AC99"/>
                          </a:solidFill>
                          <a:latin typeface="Segoe UI"/>
                          <a:ea typeface="Segoe UI"/>
                          <a:cs typeface="Segoe UI"/>
                        </a:rPr>
                        <a:t>Lv.5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T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T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</a:tr>
              <a:tr h="512064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912">
                          <a:solidFill>
                            <a:srgbClr val="ED9762"/>
                          </a:solidFill>
                          <a:latin typeface="Segoe UI"/>
                          <a:ea typeface="Segoe UI"/>
                          <a:cs typeface="Segoe UI"/>
                        </a:rPr>
                        <a:t>FIRE</a:t>
                      </a:r>
                    </a:p>
                  </a:txBody>
                  <a:tcPr marL="91440" marR="91440" marT="45720" marB="45720">
                    <a:lnL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L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ED9762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ED9762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ED9762">
                        <a:alpha val="25000"/>
                      </a:srgbClr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ED9762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ED9762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ED9762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</a:tr>
              <a:tr h="512064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912">
                          <a:solidFill>
                            <a:srgbClr val="6BC8EF"/>
                          </a:solidFill>
                          <a:latin typeface="Segoe UI"/>
                          <a:ea typeface="Segoe UI"/>
                          <a:cs typeface="Segoe UI"/>
                        </a:rPr>
                        <a:t>WATER</a:t>
                      </a:r>
                    </a:p>
                  </a:txBody>
                  <a:tcPr marL="91440" marR="91440" marT="45720" marB="45720">
                    <a:lnL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L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6BC8EF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6BC8EF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6BC8EF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6BC8EF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6BC8EF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</a:tr>
              <a:tr h="512064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912">
                          <a:solidFill>
                            <a:srgbClr val="BBCFE9"/>
                          </a:solidFill>
                          <a:latin typeface="Segoe UI"/>
                          <a:ea typeface="Segoe UI"/>
                          <a:cs typeface="Segoe UI"/>
                        </a:rPr>
                        <a:t>AIR</a:t>
                      </a:r>
                    </a:p>
                  </a:txBody>
                  <a:tcPr marL="91440" marR="91440" marT="45720" marB="45720">
                    <a:lnL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L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BCFE9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BCFE9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BCFE9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BCFE9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BCFE9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BBCFE9">
                        <a:alpha val="25000"/>
                      </a:srgbClr>
                    </a:solidFill>
                  </a:tcPr>
                </a:tc>
              </a:tr>
              <a:tr h="512064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912">
                          <a:solidFill>
                            <a:srgbClr val="BDBE7A"/>
                          </a:solidFill>
                          <a:latin typeface="Segoe UI"/>
                          <a:ea typeface="Segoe UI"/>
                          <a:cs typeface="Segoe UI"/>
                        </a:rPr>
                        <a:t>EARTH</a:t>
                      </a:r>
                    </a:p>
                  </a:txBody>
                  <a:tcPr marL="91440" marR="91440" marT="45720" marB="45720">
                    <a:lnL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L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DBE7A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DBE7A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DBE7A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DBE7A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1824">
                          <a:solidFill>
                            <a:srgbClr val="BDBE7A"/>
                          </a:solidFill>
                          <a:latin typeface="Segoe UI"/>
                          <a:ea typeface="Segoe UI"/>
                          <a:cs typeface="Segoe UI"/>
                        </a:rPr>
                        <a:t>◇</a:t>
                      </a:r>
                    </a:p>
                  </a:txBody>
                  <a:tcPr marL="91440" marR="91440" marT="45720" marB="45720">
                    <a:lnR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R>
                    <a:lnB w="3810">
                      <a:solidFill>
                        <a:srgbClr val="D5B17A">
                          <a:alpha val="15000"/>
                        </a:srgbClr>
                      </a:solidFill>
                      <a:prstDash val="solid"/>
                    </a:lnB>
                    <a:solidFill>
                      <a:srgbClr val="060E17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5A1B5-3C1E-490F-A265-2F8320D0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5364480"/>
            <a:ext cx="63398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16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16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TEACHING MODEL · COLLECTION SIZE NOT DEFINED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4B51C2-8D11-4D72-B11F-3E3F5241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974080"/>
            <a:ext cx="107289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6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6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TEST YOUR LOADOUT DURING COMBAT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30C3F-3F6F-43DE-9CEE-AEB622E4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9794C7-C679-4433-BC65-F189F2CA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SPELLS ARE COLLECTIBLES</a:t>
            </a:r>
          </a:p>
        </p:txBody>
      </p:sp>
    </p:spTree>
    <p:extLst>
      <p:ext uri="{BB962C8B-B14F-4D97-AF65-F5344CB8AC3E}">
        <p14:creationId xmlns:p14="http://schemas.microsoft.com/office/powerpoint/2010/main" val="5445772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F3B8C-4459-4B05-AF0C-D4CCCA44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2438400"/>
            <a:ext cx="3413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SAME SIMPLE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ED46D-5D6E-479F-982C-ED296F5D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" y="3169920"/>
            <a:ext cx="34137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20" b="0">
                <a:solidFill>
                  <a:srgbClr val="EFE5D5">
                    <a:alpha val="12000"/>
                  </a:srgbClr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6720" b="0">
                <a:solidFill>
                  <a:srgbClr val="EFE5D5">
                    <a:alpha val="12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6720" b="0">
                <a:solidFill>
                  <a:srgbClr val="EFE5D5">
                    <a:alpha val="12000"/>
                  </a:srgbClr>
                </a:solidFill>
                <a:latin typeface="Segoe UI"/>
                <a:ea typeface="Segoe UI"/>
                <a:cs typeface="Segoe UI"/>
              </a:rPr>
              <a:t>X   R2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033D7-9458-4C7B-983B-11B60EDD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389120"/>
            <a:ext cx="2926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12" b="0">
                <a:solidFill>
                  <a:srgbClr val="B7AC99">
                    <a:alpha val="15000"/>
                  </a:srgbClr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912" b="0">
                <a:solidFill>
                  <a:srgbClr val="B7AC99">
                    <a:alpha val="15000"/>
                  </a:srgbClr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B7AC99">
                    <a:alpha val="15000"/>
                  </a:srgbClr>
                </a:solidFill>
                <a:latin typeface="Segoe UI"/>
                <a:ea typeface="Segoe UI"/>
                <a:cs typeface="Segoe UI"/>
              </a:rPr>
              <a:t>HOLD → RELEASE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88D4A-31F5-4573-92CD-66984008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04160"/>
            <a:ext cx="10728960" cy="1950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7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7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470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COMPLEXITY</a:t>
            </a:r>
          </a:p>
          <a:p xmlns:a="http://schemas.openxmlformats.org/drawingml/2006/main">
            <a:pPr algn="l">
              <a:defRPr sz="47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470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MOVES INTO ATTENTION.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F2EE7-5B00-4523-A034-D29DF69D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D99B3-B14B-4013-9E33-AE0DB5E7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SAME CONTROLS.</a:t>
            </a:r>
          </a:p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MORE POSSIBILITIES.</a:t>
            </a:r>
          </a:p>
        </p:txBody>
      </p:sp>
    </p:spTree>
    <p:extLst>
      <p:ext uri="{BB962C8B-B14F-4D97-AF65-F5344CB8AC3E}">
        <p14:creationId xmlns:p14="http://schemas.microsoft.com/office/powerpoint/2010/main" val="1478198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3C73C-FE76-4D46-B110-ECE1ABFF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680" y="1219200"/>
            <a:ext cx="5120640" cy="51206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5B17A">
                <a:alpha val="65000"/>
              </a:srgbClr>
            </a:solidFill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B0FD-B51E-4A17-BC02-AD5B006B33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b1fbbd95546ad"/>
          <a:srcRect xmlns:a="http://schemas.openxmlformats.org/drawingml/2006/main" l="0" t="3235" r="0" b="2647"/>
          <a:stretch xmlns:a="http://schemas.openxmlformats.org/drawingml/2006/main"/>
        </p:blipFill>
        <p:spPr>
          <a:xfrm xmlns:a="http://schemas.openxmlformats.org/drawingml/2006/main" flipH="0">
            <a:off x="4023360" y="2682240"/>
            <a:ext cx="4145280" cy="219456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EA60-3667-4493-AFE2-44819EE6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3535680"/>
            <a:ext cx="4145280" cy="134112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D468F-8ABE-429A-A4FF-0738606B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023360"/>
            <a:ext cx="41452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259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9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MIRHAM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20D22-DBD4-4AF5-99BF-BC8E731E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60" y="4572000"/>
            <a:ext cx="41452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12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912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912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HOME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C2225-6523-4645-B453-FFD9A02B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411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2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92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B7AC99"/>
                </a:solidFill>
                <a:latin typeface="Georgia"/>
                <a:ea typeface="Georgia"/>
                <a:cs typeface="Georgia"/>
              </a:rPr>
              <a:t>HOME HAS A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4109CE-74FA-4A47-A6C3-2CA8F311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3048000"/>
            <a:ext cx="28041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2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2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B7AC99"/>
                </a:solidFill>
                <a:latin typeface="Georgia"/>
                <a:ea typeface="Georgia"/>
                <a:cs typeface="Georgia"/>
              </a:rPr>
              <a:t>GO 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4086C-0C1B-417D-8E81-50BF3BD9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3657600"/>
            <a:ext cx="280416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45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EXPLORE · FIGHT · 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CD34B-4E1B-4F61-B808-A3773B14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5364480"/>
            <a:ext cx="4023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2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920" b="0">
                <a:solidFill>
                  <a:srgbClr val="B7AC99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B7AC99"/>
                </a:solidFill>
                <a:latin typeface="Georgia"/>
                <a:ea typeface="Georgia"/>
                <a:cs typeface="Georgia"/>
              </a:rPr>
              <a:t>BRING IT 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2A8EB-8281-4392-94FE-4110973D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5852160"/>
            <a:ext cx="40233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45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RESOURCE · DISCOVERY · QUEST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CB645-EC4C-4E70-AD22-FCE505E8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48000"/>
            <a:ext cx="3048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92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r">
              <a:defRPr sz="192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2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HOME CHANGES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0408A-0A28-41CB-A47B-AA1C69D8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57600"/>
            <a:ext cx="30480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45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NEW BUILDING · NEW PEOPLE</a:t>
            </a:r>
          </a:p>
          <a:p xmlns:a="http://schemas.openxmlformats.org/drawingml/2006/main">
            <a:pPr algn="r">
              <a:defRPr sz="845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845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NEW POSSIBILITIES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9D593-F7EC-45F1-AAF6-34B96DEA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217920"/>
            <a:ext cx="107289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4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4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4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HOME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0BD8F-231C-43CC-9031-5D7FCA86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F67B7-A651-4AE8-9900-414D224A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TOWN SENDS ME OUT</a:t>
            </a:r>
          </a:p>
        </p:txBody>
      </p:sp>
    </p:spTree>
    <p:extLst>
      <p:ext uri="{BB962C8B-B14F-4D97-AF65-F5344CB8AC3E}">
        <p14:creationId xmlns:p14="http://schemas.microsoft.com/office/powerpoint/2010/main" val="125689926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B0983E-281C-4793-A29F-C648CF050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e8fdc993142d1"/>
          <a:stretch xmlns:a="http://schemas.openxmlformats.org/drawingml/2006/main"/>
        </p:blipFill>
        <p:spPr>
          <a:xfrm xmlns:a="http://schemas.openxmlformats.org/drawingml/2006/main" flipH="0">
            <a:off x="365760" y="2102347"/>
            <a:ext cx="2194560" cy="164746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B3F3D-8A4F-4CF0-923D-11DFBBE9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63040"/>
            <a:ext cx="26822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HEROES III · SOURCE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1AEC9-4255-4D77-ABF5-79715B80A9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760eec2af4bd6"/>
          <a:srcRect xmlns:a="http://schemas.openxmlformats.org/drawingml/2006/main" l="8145" t="0" r="8145" b="0"/>
          <a:stretch xmlns:a="http://schemas.openxmlformats.org/drawingml/2006/main"/>
        </p:blipFill>
        <p:spPr>
          <a:xfrm xmlns:a="http://schemas.openxmlformats.org/drawingml/2006/main" flipH="0">
            <a:off x="3169920" y="1463040"/>
            <a:ext cx="2109216" cy="377952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AC8ED-4C35-4EEF-B3A2-8DBF5463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4023360"/>
            <a:ext cx="2109216" cy="1219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C93A8-6C06-476D-A37B-BE44B806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456" y="475488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10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MILL / FIELDS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C721-63B3-4B01-917B-7F2C7E5E19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fc9f712a64fb3"/>
          <a:srcRect xmlns:a="http://schemas.openxmlformats.org/drawingml/2006/main" l="8145" t="0" r="8145" b="0"/>
          <a:stretch xmlns:a="http://schemas.openxmlformats.org/drawingml/2006/main"/>
        </p:blipFill>
        <p:spPr>
          <a:xfrm xmlns:a="http://schemas.openxmlformats.org/drawingml/2006/main" flipH="0">
            <a:off x="5364480" y="1463040"/>
            <a:ext cx="2109216" cy="377952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AFCC0C-CBEF-4881-A008-C94FC8A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480" y="4023360"/>
            <a:ext cx="2109216" cy="1219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8E663-A23E-443E-83F3-BC88E734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2016" y="475488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10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TOWER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8CE56E-50B8-4A11-9C43-64EC0FEAE5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99cc5c5134fdb"/>
          <a:srcRect xmlns:a="http://schemas.openxmlformats.org/drawingml/2006/main" l="8145" t="0" r="8145" b="0"/>
          <a:stretch xmlns:a="http://schemas.openxmlformats.org/drawingml/2006/main"/>
        </p:blipFill>
        <p:spPr>
          <a:xfrm xmlns:a="http://schemas.openxmlformats.org/drawingml/2006/main" flipH="0">
            <a:off x="7559040" y="1463040"/>
            <a:ext cx="2109216" cy="377952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FA0E84-F4AF-4135-92D3-9F59864A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9040" y="4023360"/>
            <a:ext cx="2109216" cy="1219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50449B-C6FA-4AFF-8DFD-776C9F36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6576" y="475488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10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RUIN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401F8-CCA2-4ACB-B103-21A8861C3E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55f6777a447b2"/>
          <a:srcRect xmlns:a="http://schemas.openxmlformats.org/drawingml/2006/main" l="8145" t="0" r="8145" b="0"/>
          <a:stretch xmlns:a="http://schemas.openxmlformats.org/drawingml/2006/main"/>
        </p:blipFill>
        <p:spPr>
          <a:xfrm xmlns:a="http://schemas.openxmlformats.org/drawingml/2006/main" flipH="0">
            <a:off x="9753600" y="1463040"/>
            <a:ext cx="2109216" cy="377952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5B2FD-52AC-4CD3-ACDC-2A6779F2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23360"/>
            <a:ext cx="2109216" cy="1219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4CF2A-681D-47F1-AC8D-A6FDF5E6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1136" y="4754880"/>
            <a:ext cx="195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10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10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CAVE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3D56D-C7C1-404F-B41C-F608EB41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1219200"/>
            <a:ext cx="865632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LAEMA · CONCEPT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B37C0-154B-420E-A457-76EBAA44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169920"/>
            <a:ext cx="4876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9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9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496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AD3B4-67EE-4758-991E-5974A430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11040"/>
            <a:ext cx="256032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6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FROM MAP ICON</a:t>
            </a:r>
          </a:p>
          <a:p xmlns:a="http://schemas.openxmlformats.org/drawingml/2006/main">
            <a:pPr algn="l">
              <a:defRPr sz="168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8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→ REAL PLACE.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12116-358B-488D-BF06-F2ECDD70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0" y="5730240"/>
            <a:ext cx="865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FAMILIAR FROM ABOVE.</a:t>
            </a:r>
          </a:p>
          <a:p xmlns:a="http://schemas.openxmlformats.org/drawingml/2006/main">
            <a:pPr algn="l">
              <a:defRPr sz="24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4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NEW FROM THE GROUND.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510CCE-CF1A-4691-A572-43D0B015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66C45-F1BD-42CD-B675-AF08C2E5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FROM MAP ICON → REAL PLACE</a:t>
            </a:r>
          </a:p>
        </p:txBody>
      </p:sp>
    </p:spTree>
    <p:extLst>
      <p:ext uri="{BB962C8B-B14F-4D97-AF65-F5344CB8AC3E}">
        <p14:creationId xmlns:p14="http://schemas.microsoft.com/office/powerpoint/2010/main" val="10564519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57DA7-8B73-4CF3-9BD0-0E5A379BD3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23d4267f7492b"/>
          <a:stretch xmlns:a="http://schemas.openxmlformats.org/drawingml/2006/main"/>
        </p:blipFill>
        <p:spPr>
          <a:xfrm xmlns:a="http://schemas.openxmlformats.org/drawingml/2006/main" flipH="0">
            <a:off x="2926080" y="1463040"/>
            <a:ext cx="8534400" cy="469392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48A11-1695-4B1C-A3CD-84D3B1C22E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84ae16fd043f0"/>
          <a:stretch xmlns:a="http://schemas.openxmlformats.org/drawingml/2006/main"/>
        </p:blipFill>
        <p:spPr>
          <a:xfrm xmlns:a="http://schemas.openxmlformats.org/drawingml/2006/main" flipH="0">
            <a:off x="365760" y="1463040"/>
            <a:ext cx="2072640" cy="1139952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F4C6-8CFF-4948-B23C-A2F3C881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463040"/>
            <a:ext cx="2072640" cy="113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D3B7D-7212-4B4D-A6F9-05A619AF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57856"/>
            <a:ext cx="2072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847BE-19F8-4427-B7BD-A2ACDAAAE0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a083c7df94dde"/>
          <a:stretch xmlns:a="http://schemas.openxmlformats.org/drawingml/2006/main"/>
        </p:blipFill>
        <p:spPr>
          <a:xfrm xmlns:a="http://schemas.openxmlformats.org/drawingml/2006/main" flipH="0">
            <a:off x="365760" y="3048000"/>
            <a:ext cx="2072640" cy="113995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98CD0-6066-468E-A153-AA47EAA2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48000"/>
            <a:ext cx="2072640" cy="113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6D804-F65E-4989-89CA-7FB0C7E8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242816"/>
            <a:ext cx="2072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70B42-4509-4D90-9B43-76C3003A79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29cc8bf37410f"/>
          <a:stretch xmlns:a="http://schemas.openxmlformats.org/drawingml/2006/main"/>
        </p:blipFill>
        <p:spPr>
          <a:xfrm xmlns:a="http://schemas.openxmlformats.org/drawingml/2006/main" flipH="0">
            <a:off x="365760" y="4632960"/>
            <a:ext cx="2072640" cy="113995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6B9E1-DC29-46A0-B91A-388858DC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632960"/>
            <a:ext cx="2072640" cy="1139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6FCF2-EDE0-4C83-8088-BA1BE425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827776"/>
            <a:ext cx="20726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F53451-CCC1-4278-8C68-6A15E7D1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9120"/>
            <a:ext cx="12192000" cy="24688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5C2D7A-1D01-4DDB-AE0A-DCD00B8A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94816"/>
            <a:ext cx="42672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HEROES III · SOURCE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2512F-D220-4840-968A-FB29E92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218176"/>
            <a:ext cx="10728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8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68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HEROES III — AFTERMATH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C9FD3-C15E-4BCF-A0D3-ECEF2E9E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1072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5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55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55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WE ARRIVE</a:t>
            </a:r>
          </a:p>
          <a:p xmlns:a="http://schemas.openxmlformats.org/drawingml/2006/main">
            <a:pPr algn="l">
              <a:defRPr sz="355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55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AFTER IT HAPPENED.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A9102-1325-41AF-84AA-34216D8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FBDF98-E36E-4595-A680-6A1A6B92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OPENING PLAYERS ALREADY KNOW</a:t>
            </a:r>
          </a:p>
        </p:txBody>
      </p:sp>
    </p:spTree>
    <p:extLst>
      <p:ext uri="{BB962C8B-B14F-4D97-AF65-F5344CB8AC3E}">
        <p14:creationId xmlns:p14="http://schemas.microsoft.com/office/powerpoint/2010/main" val="15154381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AA0DD-9493-48D8-937C-A1421F5A0C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dfb1902e94795"/>
          <a:srcRect xmlns:a="http://schemas.openxmlformats.org/drawingml/2006/main" l="0" t="7500" r="0" b="17500"/>
          <a:stretch xmlns:a="http://schemas.openxmlformats.org/drawingml/2006/main"/>
        </p:blipFill>
        <p:spPr>
          <a:xfrm xmlns:a="http://schemas.openxmlformats.org/drawingml/2006/main" flipH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67F2EF-E8FE-46AB-A16B-AEEB2EEF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9520"/>
            <a:ext cx="12192000" cy="30784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41FD3-A4E2-4BAD-A9F2-ADF67C8B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315200" cy="3413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35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90939-A13F-4702-A0D3-B77A93486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167c47a06451d"/>
          <a:stretch xmlns:a="http://schemas.openxmlformats.org/drawingml/2006/main"/>
        </p:blipFill>
        <p:spPr>
          <a:xfrm xmlns:a="http://schemas.openxmlformats.org/drawingml/2006/main" flipH="0">
            <a:off x="8900160" y="1883664"/>
            <a:ext cx="2682240" cy="147523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BCB82-B862-40BA-BC8A-C3E14111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0160" y="3657600"/>
            <a:ext cx="26822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HEROES III ·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7DD6F-20B3-4D12-95A1-01AC695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19200"/>
            <a:ext cx="73152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CLOUDFIRE FALLS · LAEMA 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3920E-E814-4EBA-992C-BA24546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06880"/>
            <a:ext cx="6339840" cy="853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25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256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FALLEN KING</a:t>
            </a:r>
          </a:p>
          <a:p xmlns:a="http://schemas.openxmlformats.org/drawingml/2006/main">
            <a:pPr algn="l">
              <a:defRPr sz="2256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256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 COLLAPSED KINGDOM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8CE1B-245F-4382-A96F-A0BEE447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1072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OPENING CG</a:t>
            </a:r>
          </a:p>
          <a:p xmlns:a="http://schemas.openxmlformats.org/drawingml/2006/main">
            <a:pPr algn="l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BECOMES A MEMORY.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5D706-B302-4A3E-ABF7-B0A952A2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AC997-B6E7-4DDC-A590-3BBB26D0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NOW YOU LIVE THROUGH IT</a:t>
            </a:r>
          </a:p>
        </p:txBody>
      </p:sp>
    </p:spTree>
    <p:extLst>
      <p:ext uri="{BB962C8B-B14F-4D97-AF65-F5344CB8AC3E}">
        <p14:creationId xmlns:p14="http://schemas.microsoft.com/office/powerpoint/2010/main" val="73534462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8F159-56A9-4258-B9C5-F4024BB872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8cc7af7e6b46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97FE0C-80DE-49F7-A473-B65CC2EB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79520"/>
            <a:ext cx="12192000" cy="307848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286636-31C7-43AB-922C-E0FC6960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219200"/>
            <a:ext cx="73152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MIRHAM · LAEMA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E5D85-59D8-48E7-8613-0FC9B95C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86400"/>
            <a:ext cx="1072896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FINAL BATTLE</a:t>
            </a:r>
          </a:p>
          <a:p xmlns:a="http://schemas.openxmlformats.org/drawingml/2006/main">
            <a:pPr algn="l">
              <a:defRPr sz="384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84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IS AT HOME.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B00BA-E8C3-4AB5-BA03-F8BB7173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B408C-9C9B-4DDD-8AE3-94231FE6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LAST STAND IS AT HOME</a:t>
            </a:r>
          </a:p>
        </p:txBody>
      </p:sp>
    </p:spTree>
    <p:extLst>
      <p:ext uri="{BB962C8B-B14F-4D97-AF65-F5344CB8AC3E}">
        <p14:creationId xmlns:p14="http://schemas.microsoft.com/office/powerpoint/2010/main" val="140085613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0C96E-55E9-43F7-82AB-C3F03C28AF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5900c5f6d431f"/>
          <a:srcRect xmlns:a="http://schemas.openxmlformats.org/drawingml/2006/main" l="2969" t="0" r="8906" b="0"/>
          <a:stretch xmlns:a="http://schemas.openxmlformats.org/drawingml/2006/main"/>
        </p:blipFill>
        <p:spPr>
          <a:xfrm xmlns:a="http://schemas.openxmlformats.org/drawingml/2006/main" flipH="0">
            <a:off x="0" y="1341120"/>
            <a:ext cx="5730240" cy="48768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E6A4B-73AB-41BC-8C5C-9A46C6D5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23360"/>
            <a:ext cx="5730240" cy="219456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0"/>
                </a:srgbClr>
              </a:gs>
              <a:gs pos="100000">
                <a:srgbClr val="060E17">
                  <a:alpha val="95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81D8D-2C71-4220-89D2-FBF5A106FD6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59c8bc18143f1"/>
          <a:stretch xmlns:a="http://schemas.openxmlformats.org/drawingml/2006/main"/>
        </p:blipFill>
        <p:spPr>
          <a:xfrm xmlns:a="http://schemas.openxmlformats.org/drawingml/2006/main" flipH="0">
            <a:off x="6461760" y="1972056"/>
            <a:ext cx="5242560" cy="28834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9E918-5A73-45DB-B0D1-2C6DE4A7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1760" y="1097280"/>
            <a:ext cx="52425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B8C7D1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B8C7D1"/>
                </a:solidFill>
                <a:latin typeface="Segoe UI"/>
                <a:ea typeface="Segoe UI"/>
                <a:cs typeface="Segoe UI"/>
              </a:rPr>
              <a:t>CATHERINE · HEROES III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5B69D-E8EE-4188-B179-C865255D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42672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49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49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LAEMA ·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DE449-C22F-4D9D-A849-1290C036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4960"/>
            <a:ext cx="1219" cy="3413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B17A">
                <a:alpha val="5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BCB2DB-3ABD-4062-B9C2-7E0ED1E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3169920"/>
            <a:ext cx="195072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76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76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CLOUDFIRE</a:t>
            </a:r>
          </a:p>
          <a:p xmlns:a="http://schemas.openxmlformats.org/drawingml/2006/main">
            <a:pPr algn="ctr">
              <a:defRPr sz="768" b="0">
                <a:solidFill>
                  <a:srgbClr val="D5B17A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D5B17A"/>
                </a:solidFill>
                <a:latin typeface="Segoe UI"/>
                <a:ea typeface="Segoe UI"/>
                <a:cs typeface="Segoe UI"/>
              </a:rPr>
              <a:t>HEROES III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B7A7C-4F85-4F27-9E7D-33FC9E1C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08320"/>
            <a:ext cx="1072896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2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2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SAME HISTORY.</a:t>
            </a:r>
          </a:p>
          <a:p xmlns:a="http://schemas.openxmlformats.org/drawingml/2006/main">
            <a:pPr algn="l">
              <a:defRPr sz="321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21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GROUND-LEVEL POINT OF 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AD355-796D-4920-AE29-DD1A32E0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30BB-E87A-4203-BCDC-61D8DF0C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THE KNOWN STORY TAKES OVER</a:t>
            </a:r>
          </a:p>
        </p:txBody>
      </p:sp>
    </p:spTree>
    <p:extLst>
      <p:ext uri="{BB962C8B-B14F-4D97-AF65-F5344CB8AC3E}">
        <p14:creationId xmlns:p14="http://schemas.microsoft.com/office/powerpoint/2010/main" val="274372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73E0B7-27A7-4BF7-B8A6-783A7B8B83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39c85c4ca4be9"/>
          <a:srcRect xmlns:a="http://schemas.openxmlformats.org/drawingml/2006/main" l="21900" t="0" r="8100" b="0"/>
          <a:stretch xmlns:a="http://schemas.openxmlformats.org/drawingml/2006/main"/>
        </p:blipFill>
        <p:spPr>
          <a:xfrm xmlns:a="http://schemas.openxmlformats.org/drawingml/2006/main" flipH="0">
            <a:off x="3657600" y="0"/>
            <a:ext cx="8534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B012F-B537-49A7-9055-AF591FDC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853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8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AC9B11-6E71-4B10-B5DE-EF4157499E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2fe4def0f4c35"/>
          <a:stretch xmlns:a="http://schemas.openxmlformats.org/drawingml/2006/main"/>
        </p:blipFill>
        <p:spPr>
          <a:xfrm xmlns:a="http://schemas.openxmlformats.org/drawingml/2006/main" flipH="0">
            <a:off x="731520" y="2173224"/>
            <a:ext cx="2438400" cy="1139952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317214-3FC6-4288-86F1-2517D479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72640"/>
            <a:ext cx="2438400" cy="1341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96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D9251-808A-41A1-8C35-16E1F535C1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cc40bdba74e60"/>
          <a:srcRect xmlns:a="http://schemas.openxmlformats.org/drawingml/2006/main" l="4687" t="0" r="4687" b="0"/>
          <a:stretch xmlns:a="http://schemas.openxmlformats.org/drawingml/2006/main"/>
        </p:blipFill>
        <p:spPr>
          <a:xfrm xmlns:a="http://schemas.openxmlformats.org/drawingml/2006/main" flipH="0">
            <a:off x="3779520" y="1828800"/>
            <a:ext cx="3535680" cy="219456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98D52C-AC01-4350-B7B9-6D0E9CC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9520" y="1828800"/>
            <a:ext cx="353568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0E17">
              <a:alpha val="9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80E3E4-8022-4DB3-9711-640865C6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04160"/>
            <a:ext cx="36576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4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4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4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MIGHT &amp; MAGIC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7F085-4380-40E0-9A60-8E499E8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36576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RPG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1DB9C-EBA9-423C-BACD-FF5A117C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4876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1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112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6F13A-5967-4457-9D70-619AE7C5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2804160"/>
            <a:ext cx="268224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4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544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2544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HEROES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BC477-4F42-43EF-BA11-6CFC1788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720" y="3657600"/>
            <a:ext cx="268224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STRATEGY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FC760-B336-4D8A-B07D-67F14663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2880" y="3048000"/>
            <a:ext cx="48768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1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2112" b="0">
                <a:solidFill>
                  <a:srgbClr val="D5B17A"/>
                </a:solidFill>
                <a:latin typeface="Georgia"/>
                <a:ea typeface="Georgia"/>
                <a:cs typeface="Georgia"/>
              </a:defRPr>
            </a:pPr>
            <a:r>
              <a:rPr sz="2112" b="0">
                <a:solidFill>
                  <a:srgbClr val="D5B17A"/>
                </a:solidFill>
                <a:latin typeface="Georgia"/>
                <a:ea typeface="Georgia"/>
                <a:cs typeface="Georgi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96306-AD68-41A4-925A-32997EFA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43200"/>
            <a:ext cx="292608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00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LAEMA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74623-0E3C-4A69-A2A2-2727F464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57600"/>
            <a:ext cx="292608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100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100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ACTION RPG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7E238-D23B-451A-95E0-BA5B8B65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815840"/>
            <a:ext cx="1072896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36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6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MODERN ACTION-RPG VIEW</a:t>
            </a:r>
          </a:p>
          <a:p xmlns:a="http://schemas.openxmlformats.org/drawingml/2006/main">
            <a:pPr algn="l">
              <a:defRPr sz="3696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3696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OF MIGHT &amp; MAGIC.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DE0E0-BE49-44ED-BE93-2D186336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39840"/>
            <a:ext cx="107289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l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PREMIUM SINGLE-PLAYER ACTION RPG · ~20 HOURS · ONE-TIME PURCHASE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994F50-7304-4568-9126-CD015FE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00BEF-FF13-4832-A879-2C6513C7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3024"/>
            <a:ext cx="9997440" cy="975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1968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968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WHO IS THIS FOR?</a:t>
            </a:r>
          </a:p>
        </p:txBody>
      </p:sp>
    </p:spTree>
    <p:extLst>
      <p:ext uri="{BB962C8B-B14F-4D97-AF65-F5344CB8AC3E}">
        <p14:creationId xmlns:p14="http://schemas.microsoft.com/office/powerpoint/2010/main" val="9092917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0E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7BF13-E364-4175-B3FA-95E05E4726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0b7b366d842a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907C0-3D8E-4673-A6A0-34B700A4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85344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0E17">
                  <a:alpha val="5000"/>
                </a:srgbClr>
              </a:gs>
              <a:gs pos="100000">
                <a:srgbClr val="060E17">
                  <a:alpha val="85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72191-CBE6-4B32-A9E8-95A16505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240" y="1706880"/>
            <a:ext cx="5608320" cy="1584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9408" b="0">
                <a:solidFill>
                  <a:srgbClr val="E6C797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9408" b="0">
                <a:solidFill>
                  <a:srgbClr val="E6C797"/>
                </a:solidFill>
                <a:latin typeface="Georgia"/>
                <a:ea typeface="Georgia"/>
                <a:cs typeface="Georgia"/>
              </a:defRPr>
            </a:pPr>
            <a:r>
              <a:rPr sz="9408" b="0">
                <a:solidFill>
                  <a:srgbClr val="E6C797"/>
                </a:solidFill>
                <a:latin typeface="Georgia"/>
                <a:ea typeface="Georgia"/>
                <a:cs typeface="Georgia"/>
              </a:rPr>
              <a:t>LAEMA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81149-3453-4A54-BA0A-09FA6B59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240" y="3291840"/>
            <a:ext cx="560832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80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ctr">
              <a:defRPr sz="1680" b="0">
                <a:solidFill>
                  <a:srgbClr val="EFE5D5"/>
                </a:solidFill>
                <a:latin typeface="Segoe UI"/>
                <a:ea typeface="Segoe UI"/>
                <a:cs typeface="Segoe UI"/>
              </a:defRPr>
            </a:pPr>
            <a:r>
              <a:rPr sz="1680" b="0">
                <a:solidFill>
                  <a:srgbClr val="EFE5D5"/>
                </a:solidFill>
                <a:latin typeface="Segoe UI"/>
                <a:ea typeface="Segoe UI"/>
                <a:cs typeface="Segoe UI"/>
              </a:rPr>
              <a:t>Q&amp;A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7E893-29B0-4AAD-98EC-D0EA0775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240" y="4145280"/>
            <a:ext cx="560832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3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ctr">
              <a:defRPr sz="163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3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SAME WORLD.</a:t>
            </a:r>
          </a:p>
          <a:p xmlns:a="http://schemas.openxmlformats.org/drawingml/2006/main">
            <a:pPr algn="ctr">
              <a:defRPr sz="1632" b="0">
                <a:solidFill>
                  <a:srgbClr val="EFE5D5"/>
                </a:solidFill>
                <a:latin typeface="Georgia"/>
                <a:ea typeface="Georgia"/>
                <a:cs typeface="Georgia"/>
              </a:defRPr>
            </a:pPr>
            <a:r>
              <a:rPr sz="1632" b="0">
                <a:solidFill>
                  <a:srgbClr val="EFE5D5"/>
                </a:solidFill>
                <a:latin typeface="Georgia"/>
                <a:ea typeface="Georgia"/>
                <a:cs typeface="Georgia"/>
              </a:rPr>
              <a:t>A NEW PERSPECTIVE.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9A2D3-4801-4EFA-8F66-DA6E85C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621792"/>
            <a:ext cx="36576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 algn="r">
              <a:defRPr sz="768" b="0">
                <a:solidFill>
                  <a:srgbClr val="B7AC99"/>
                </a:solidFill>
                <a:latin typeface="Segoe UI"/>
                <a:ea typeface="Segoe UI"/>
                <a:cs typeface="Segoe UI"/>
              </a:defRPr>
            </a:pPr>
            <a:r>
              <a:rPr sz="768" b="0">
                <a:solidFill>
                  <a:srgbClr val="B7AC99"/>
                </a:solidFill>
                <a:latin typeface="Segoe UI"/>
                <a:ea typeface="Segoe UI"/>
                <a:cs typeface="Segoe U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50911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2026-10-13T02:58:54.2790000Z</dcterms:created>
  <dcterms:modified xsi:type="dcterms:W3CDTF">2026-10-13T02:58:54.2790000Z</dcterms:modified>
</coreProperties>
</file>